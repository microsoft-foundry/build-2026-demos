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5447" r:id="rId4"/>
    <p:sldMasterId id="2147485551" r:id="rId5"/>
  </p:sldMasterIdLst>
  <p:notesMasterIdLst>
    <p:notesMasterId r:id="rId72"/>
  </p:notesMasterIdLst>
  <p:handoutMasterIdLst>
    <p:handoutMasterId r:id="rId73"/>
  </p:handoutMasterIdLst>
  <p:sldIdLst>
    <p:sldId id="2147479560" r:id="rId6"/>
    <p:sldId id="2147479495" r:id="rId7"/>
    <p:sldId id="2147479567" r:id="rId8"/>
    <p:sldId id="2147479498" r:id="rId9"/>
    <p:sldId id="2147479499" r:id="rId10"/>
    <p:sldId id="2147479500" r:id="rId11"/>
    <p:sldId id="2147479501" r:id="rId12"/>
    <p:sldId id="2147479502" r:id="rId13"/>
    <p:sldId id="2147479503" r:id="rId14"/>
    <p:sldId id="2147479504" r:id="rId15"/>
    <p:sldId id="2147479505" r:id="rId16"/>
    <p:sldId id="2147479506" r:id="rId17"/>
    <p:sldId id="2147479507" r:id="rId18"/>
    <p:sldId id="2147479508" r:id="rId19"/>
    <p:sldId id="2147479509" r:id="rId20"/>
    <p:sldId id="2147479510" r:id="rId21"/>
    <p:sldId id="2147479511" r:id="rId22"/>
    <p:sldId id="2147479512" r:id="rId23"/>
    <p:sldId id="2147479513" r:id="rId24"/>
    <p:sldId id="2147479514" r:id="rId25"/>
    <p:sldId id="2147479515" r:id="rId26"/>
    <p:sldId id="2147479553" r:id="rId27"/>
    <p:sldId id="2147479539" r:id="rId28"/>
    <p:sldId id="2147479517" r:id="rId29"/>
    <p:sldId id="2147479518" r:id="rId30"/>
    <p:sldId id="2147479519" r:id="rId31"/>
    <p:sldId id="2147479520" r:id="rId32"/>
    <p:sldId id="2147479521" r:id="rId33"/>
    <p:sldId id="2147479522" r:id="rId34"/>
    <p:sldId id="2147479523" r:id="rId35"/>
    <p:sldId id="2147479554" r:id="rId36"/>
    <p:sldId id="2147479525" r:id="rId37"/>
    <p:sldId id="2147479526" r:id="rId38"/>
    <p:sldId id="2147479562" r:id="rId39"/>
    <p:sldId id="2147479566" r:id="rId40"/>
    <p:sldId id="2051" r:id="rId41"/>
    <p:sldId id="1660" r:id="rId42"/>
    <p:sldId id="1670" r:id="rId43"/>
    <p:sldId id="2076137992" r:id="rId44"/>
    <p:sldId id="2076137994" r:id="rId45"/>
    <p:sldId id="2076137993" r:id="rId46"/>
    <p:sldId id="1716" r:id="rId47"/>
    <p:sldId id="1524" r:id="rId48"/>
    <p:sldId id="2076138187" r:id="rId49"/>
    <p:sldId id="2076138188" r:id="rId50"/>
    <p:sldId id="2076138189" r:id="rId51"/>
    <p:sldId id="2076138190" r:id="rId52"/>
    <p:sldId id="2076138191" r:id="rId53"/>
    <p:sldId id="2076138203" r:id="rId54"/>
    <p:sldId id="2076138105" r:id="rId55"/>
    <p:sldId id="2046" r:id="rId56"/>
    <p:sldId id="1995" r:id="rId57"/>
    <p:sldId id="2147479486" r:id="rId58"/>
    <p:sldId id="2147479480" r:id="rId59"/>
    <p:sldId id="2147479552" r:id="rId60"/>
    <p:sldId id="2147479538" r:id="rId61"/>
    <p:sldId id="1941" r:id="rId62"/>
    <p:sldId id="2147479481" r:id="rId63"/>
    <p:sldId id="2147479482" r:id="rId64"/>
    <p:sldId id="2147479483" r:id="rId65"/>
    <p:sldId id="2147479484" r:id="rId66"/>
    <p:sldId id="2147479485" r:id="rId67"/>
    <p:sldId id="2147479564" r:id="rId68"/>
    <p:sldId id="2147479565" r:id="rId69"/>
    <p:sldId id="1531" r:id="rId70"/>
    <p:sldId id="2147479528" r:id="rId71"/>
  </p:sldIdLst>
  <p:sldSz cx="12192000" cy="6858000"/>
  <p:notesSz cx="6858000" cy="9144000"/>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Microsoft Build 16:9 Template Dark" id="{5E174FA5-E68B-46F1-90F9-8D8AC2CB06F9}">
          <p14:sldIdLst>
            <p14:sldId id="2147479560"/>
            <p14:sldId id="2147479495"/>
            <p14:sldId id="2147479567"/>
            <p14:sldId id="2147479498"/>
            <p14:sldId id="2147479499"/>
            <p14:sldId id="2147479500"/>
            <p14:sldId id="2147479501"/>
            <p14:sldId id="2147479502"/>
            <p14:sldId id="2147479503"/>
            <p14:sldId id="2147479504"/>
            <p14:sldId id="2147479505"/>
            <p14:sldId id="2147479506"/>
            <p14:sldId id="2147479507"/>
            <p14:sldId id="2147479508"/>
            <p14:sldId id="2147479509"/>
            <p14:sldId id="2147479510"/>
            <p14:sldId id="2147479511"/>
            <p14:sldId id="2147479512"/>
            <p14:sldId id="2147479513"/>
            <p14:sldId id="2147479514"/>
            <p14:sldId id="2147479515"/>
            <p14:sldId id="2147479553"/>
            <p14:sldId id="2147479539"/>
            <p14:sldId id="2147479517"/>
            <p14:sldId id="2147479518"/>
            <p14:sldId id="2147479519"/>
            <p14:sldId id="2147479520"/>
            <p14:sldId id="2147479521"/>
            <p14:sldId id="2147479522"/>
            <p14:sldId id="2147479523"/>
            <p14:sldId id="2147479554"/>
            <p14:sldId id="2147479525"/>
            <p14:sldId id="2147479526"/>
          </p14:sldIdLst>
        </p14:section>
        <p14:section name="Microsoft Build 16:9 Template Light" id="{38B656EC-D568-4EF7-8842-9FA1AE1192C9}">
          <p14:sldIdLst>
            <p14:sldId id="2147479562"/>
            <p14:sldId id="2147479566"/>
            <p14:sldId id="2051"/>
            <p14:sldId id="1660"/>
            <p14:sldId id="1670"/>
            <p14:sldId id="2076137992"/>
            <p14:sldId id="2076137994"/>
            <p14:sldId id="2076137993"/>
            <p14:sldId id="1716"/>
            <p14:sldId id="1524"/>
            <p14:sldId id="2076138187"/>
            <p14:sldId id="2076138188"/>
            <p14:sldId id="2076138189"/>
            <p14:sldId id="2076138190"/>
            <p14:sldId id="2076138191"/>
            <p14:sldId id="2076138203"/>
            <p14:sldId id="2076138105"/>
            <p14:sldId id="2046"/>
            <p14:sldId id="1995"/>
            <p14:sldId id="2147479486"/>
            <p14:sldId id="2147479480"/>
            <p14:sldId id="2147479552"/>
            <p14:sldId id="2147479538"/>
            <p14:sldId id="1941"/>
            <p14:sldId id="2147479481"/>
            <p14:sldId id="2147479482"/>
            <p14:sldId id="2147479483"/>
            <p14:sldId id="2147479484"/>
            <p14:sldId id="2147479485"/>
            <p14:sldId id="2147479564"/>
            <p14:sldId id="2147479565"/>
            <p14:sldId id="1531"/>
            <p14:sldId id="2147479528"/>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FA61D8-796F-555E-A395-B33F90AAF99E}" name="Monica Lueder" initials="ML" userId="S::monical@microsoft.com::75969e72-ba9c-4e32-a4ac-c8f3aeff9ba2"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8" clrIdx="3">
    <p:extLst>
      <p:ext uri="{19B8F6BF-5375-455C-9EA6-DF929625EA0E}">
        <p15:presenceInfo xmlns:p15="http://schemas.microsoft.com/office/powerpoint/2012/main" userId="S-1-5-21-2127521184-1604012920-1887927527-65006" providerId="AD"/>
      </p:ext>
    </p:extLst>
  </p:cmAuthor>
  <p:cmAuthor id="4" name="Tracy Tran" initials="TT" lastIdx="9" clrIdx="4">
    <p:extLst>
      <p:ext uri="{19B8F6BF-5375-455C-9EA6-DF929625EA0E}">
        <p15:presenceInfo xmlns:p15="http://schemas.microsoft.com/office/powerpoint/2012/main" userId="S::tracyt@microsoft.com::7b485f56-8fe8-4efc-a1b3-85e720327ac5"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8D4"/>
    <a:srgbClr val="D7D2CB"/>
    <a:srgbClr val="E8E6DF"/>
    <a:srgbClr val="E1D3C7"/>
    <a:srgbClr val="4EFFFE"/>
    <a:srgbClr val="9BF00E"/>
    <a:srgbClr val="D59DFF"/>
    <a:srgbClr val="7FBA00"/>
    <a:srgbClr val="00A4EF"/>
    <a:srgbClr val="1A652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5570" autoAdjust="0"/>
  </p:normalViewPr>
  <p:slideViewPr>
    <p:cSldViewPr snapToGrid="0">
      <p:cViewPr>
        <p:scale>
          <a:sx n="112" d="100"/>
          <a:sy n="112" d="100"/>
        </p:scale>
        <p:origin x="78" y="-90"/>
      </p:cViewPr>
      <p:guideLst/>
    </p:cSldViewPr>
  </p:slideViewPr>
  <p:outlineViewPr>
    <p:cViewPr>
      <p:scale>
        <a:sx n="33" d="100"/>
        <a:sy n="33" d="100"/>
      </p:scale>
      <p:origin x="0" y="-16368"/>
    </p:cViewPr>
  </p:outlineViewPr>
  <p:notesTextViewPr>
    <p:cViewPr>
      <p:scale>
        <a:sx n="125" d="100"/>
        <a:sy n="125" d="100"/>
      </p:scale>
      <p:origin x="0" y="0"/>
    </p:cViewPr>
  </p:notesTextViewPr>
  <p:sorterViewPr>
    <p:cViewPr>
      <p:scale>
        <a:sx n="100" d="100"/>
        <a:sy n="100" d="100"/>
      </p:scale>
      <p:origin x="0" y="-1728"/>
    </p:cViewPr>
  </p:sorterViewPr>
  <p:notesViewPr>
    <p:cSldViewPr snapToGrid="0" showGuides="1">
      <p:cViewPr varScale="1">
        <p:scale>
          <a:sx n="78" d="100"/>
          <a:sy n="78" d="100"/>
        </p:scale>
        <p:origin x="3108" y="9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16" Type="http://schemas.openxmlformats.org/officeDocument/2006/relationships/slide" Target="slides/slide11.xml"/><Relationship Id="rId11" Type="http://schemas.openxmlformats.org/officeDocument/2006/relationships/slide" Target="slides/slide6.xml"/><Relationship Id="rId24" Type="http://schemas.openxmlformats.org/officeDocument/2006/relationships/slide" Target="slides/slide19.xml"/><Relationship Id="rId32" Type="http://schemas.openxmlformats.org/officeDocument/2006/relationships/slide" Target="slides/slide27.xml"/><Relationship Id="rId37" Type="http://schemas.openxmlformats.org/officeDocument/2006/relationships/slide" Target="slides/slide32.xml"/><Relationship Id="rId40" Type="http://schemas.openxmlformats.org/officeDocument/2006/relationships/slide" Target="slides/slide35.xml"/><Relationship Id="rId45" Type="http://schemas.openxmlformats.org/officeDocument/2006/relationships/slide" Target="slides/slide40.xml"/><Relationship Id="rId53" Type="http://schemas.openxmlformats.org/officeDocument/2006/relationships/slide" Target="slides/slide48.xml"/><Relationship Id="rId58" Type="http://schemas.openxmlformats.org/officeDocument/2006/relationships/slide" Target="slides/slide53.xml"/><Relationship Id="rId66" Type="http://schemas.openxmlformats.org/officeDocument/2006/relationships/slide" Target="slides/slide61.xml"/><Relationship Id="rId74" Type="http://schemas.openxmlformats.org/officeDocument/2006/relationships/commentAuthors" Target="commentAuthors.xml"/><Relationship Id="rId79" Type="http://schemas.microsoft.com/office/2018/10/relationships/authors" Target="authors.xml"/><Relationship Id="rId5" Type="http://schemas.openxmlformats.org/officeDocument/2006/relationships/slideMaster" Target="slideMasters/slideMaster2.xml"/><Relationship Id="rId61" Type="http://schemas.openxmlformats.org/officeDocument/2006/relationships/slide" Target="slides/slide56.xml"/><Relationship Id="rId19" Type="http://schemas.openxmlformats.org/officeDocument/2006/relationships/slide" Target="slides/slide14.xml"/><Relationship Id="rId14" Type="http://schemas.openxmlformats.org/officeDocument/2006/relationships/slide" Target="slides/slide9.xml"/><Relationship Id="rId22" Type="http://schemas.openxmlformats.org/officeDocument/2006/relationships/slide" Target="slides/slide17.xml"/><Relationship Id="rId27" Type="http://schemas.openxmlformats.org/officeDocument/2006/relationships/slide" Target="slides/slide22.xml"/><Relationship Id="rId30" Type="http://schemas.openxmlformats.org/officeDocument/2006/relationships/slide" Target="slides/slide25.xml"/><Relationship Id="rId35" Type="http://schemas.openxmlformats.org/officeDocument/2006/relationships/slide" Target="slides/slide30.xml"/><Relationship Id="rId43" Type="http://schemas.openxmlformats.org/officeDocument/2006/relationships/slide" Target="slides/slide38.xml"/><Relationship Id="rId48" Type="http://schemas.openxmlformats.org/officeDocument/2006/relationships/slide" Target="slides/slide43.xml"/><Relationship Id="rId56" Type="http://schemas.openxmlformats.org/officeDocument/2006/relationships/slide" Target="slides/slide51.xml"/><Relationship Id="rId64" Type="http://schemas.openxmlformats.org/officeDocument/2006/relationships/slide" Target="slides/slide59.xml"/><Relationship Id="rId69" Type="http://schemas.openxmlformats.org/officeDocument/2006/relationships/slide" Target="slides/slide64.xml"/><Relationship Id="rId77" Type="http://schemas.openxmlformats.org/officeDocument/2006/relationships/theme" Target="theme/theme1.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notesMaster" Target="notesMasters/notesMaster1.xml"/><Relationship Id="rId3" Type="http://schemas.openxmlformats.org/officeDocument/2006/relationships/customXml" Target="../customXml/item3.xml"/><Relationship Id="rId12" Type="http://schemas.openxmlformats.org/officeDocument/2006/relationships/slide" Target="slides/slide7.xml"/><Relationship Id="rId17" Type="http://schemas.openxmlformats.org/officeDocument/2006/relationships/slide" Target="slides/slide12.xml"/><Relationship Id="rId25" Type="http://schemas.openxmlformats.org/officeDocument/2006/relationships/slide" Target="slides/slide20.xml"/><Relationship Id="rId33" Type="http://schemas.openxmlformats.org/officeDocument/2006/relationships/slide" Target="slides/slide28.xml"/><Relationship Id="rId38" Type="http://schemas.openxmlformats.org/officeDocument/2006/relationships/slide" Target="slides/slide33.xml"/><Relationship Id="rId46" Type="http://schemas.openxmlformats.org/officeDocument/2006/relationships/slide" Target="slides/slide41.xml"/><Relationship Id="rId59" Type="http://schemas.openxmlformats.org/officeDocument/2006/relationships/slide" Target="slides/slide54.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54" Type="http://schemas.openxmlformats.org/officeDocument/2006/relationships/slide" Target="slides/slide49.xml"/><Relationship Id="rId62" Type="http://schemas.openxmlformats.org/officeDocument/2006/relationships/slide" Target="slides/slide57.xml"/><Relationship Id="rId70" Type="http://schemas.openxmlformats.org/officeDocument/2006/relationships/slide" Target="slides/slide65.xml"/><Relationship Id="rId75"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handoutMaster" Target="handoutMasters/handoutMaster1.xml"/><Relationship Id="rId78"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viewProps" Target="viewProps.xml"/><Relationship Id="rId7" Type="http://schemas.openxmlformats.org/officeDocument/2006/relationships/slide" Target="slides/slide2.xml"/><Relationship Id="rId71" Type="http://schemas.openxmlformats.org/officeDocument/2006/relationships/slide" Target="slides/slide66.xml"/><Relationship Id="rId2" Type="http://schemas.openxmlformats.org/officeDocument/2006/relationships/customXml" Target="../customXml/item2.xml"/><Relationship Id="rId29" Type="http://schemas.openxmlformats.org/officeDocument/2006/relationships/slide" Target="slides/slide2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dirty="0">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itchFamily="34" charset="0"/>
              </a:rPr>
              <a:t>5/28/2026 4:15 PM</a:t>
            </a:fld>
            <a:endParaRPr lang="en-US" dirty="0">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dirty="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dirty="0">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dirty="0"/>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86CE63F-9E7F-4C04-9D0D-FCA25A8E9E86}" type="datetime8">
              <a:rPr lang="en-US" smtClean="0"/>
              <a:t>5/28/2026 4:15 PM</a:t>
            </a:fld>
            <a:endParaRPr lang="en-US" dirty="0"/>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dirty="0"/>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panose="020B0502040204020203"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panose="020B0502040204020203"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endParaRPr lang="en-US" dirty="0"/>
          </a:p>
        </p:txBody>
      </p:sp>
      <p:sp>
        <p:nvSpPr>
          <p:cNvPr id="5" name="Footer Placeholder 4"/>
          <p:cNvSpPr>
            <a:spLocks noGrp="1"/>
          </p:cNvSpPr>
          <p:nvPr>
            <p:ph type="ftr" sz="quarter" idx="11"/>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62C61DAB-D93E-49CA-B245-379601CFE8D0}" type="datetime8">
              <a:rPr lang="en-US" smtClean="0"/>
              <a:t>5/28/2026 4:15 PM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pPr/>
              <a:t>2</a:t>
            </a:fld>
            <a:endParaRPr lang="en-US" dirty="0"/>
          </a:p>
        </p:txBody>
      </p:sp>
    </p:spTree>
    <p:extLst>
      <p:ext uri="{BB962C8B-B14F-4D97-AF65-F5344CB8AC3E}">
        <p14:creationId xmlns:p14="http://schemas.microsoft.com/office/powerpoint/2010/main" val="40085086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endParaRPr lang="en-US" dirty="0"/>
          </a:p>
        </p:txBody>
      </p:sp>
      <p:sp>
        <p:nvSpPr>
          <p:cNvPr id="5" name="Footer Placeholder 4"/>
          <p:cNvSpPr>
            <a:spLocks noGrp="1"/>
          </p:cNvSpPr>
          <p:nvPr>
            <p:ph type="ftr" sz="quarter" idx="11"/>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72E0C910-0166-48E0-B8EF-5071277A02A8}" type="datetime8">
              <a:rPr lang="en-US" smtClean="0"/>
              <a:t>5/28/2026 4:15 PM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pPr/>
              <a:t>4</a:t>
            </a:fld>
            <a:endParaRPr lang="en-US" dirty="0"/>
          </a:p>
        </p:txBody>
      </p:sp>
    </p:spTree>
    <p:extLst>
      <p:ext uri="{BB962C8B-B14F-4D97-AF65-F5344CB8AC3E}">
        <p14:creationId xmlns:p14="http://schemas.microsoft.com/office/powerpoint/2010/main" val="6799991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endParaRPr lang="en-US" dirty="0"/>
          </a:p>
        </p:txBody>
      </p:sp>
      <p:sp>
        <p:nvSpPr>
          <p:cNvPr id="5" name="Footer Placeholder 4"/>
          <p:cNvSpPr>
            <a:spLocks noGrp="1"/>
          </p:cNvSpPr>
          <p:nvPr>
            <p:ph type="ftr" sz="quarter" idx="11"/>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9427A7F7-BB1E-479D-AFAA-B52F4D0C99F2}" type="datetime8">
              <a:rPr lang="en-US" smtClean="0"/>
              <a:t>5/28/2026 4:15 PM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pPr/>
              <a:t>5</a:t>
            </a:fld>
            <a:endParaRPr lang="en-US" dirty="0"/>
          </a:p>
        </p:txBody>
      </p:sp>
    </p:spTree>
    <p:extLst>
      <p:ext uri="{BB962C8B-B14F-4D97-AF65-F5344CB8AC3E}">
        <p14:creationId xmlns:p14="http://schemas.microsoft.com/office/powerpoint/2010/main" val="41341079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6</a:t>
            </a:fld>
            <a:endParaRPr lang="en-US" dirty="0"/>
          </a:p>
        </p:txBody>
      </p:sp>
    </p:spTree>
    <p:extLst>
      <p:ext uri="{BB962C8B-B14F-4D97-AF65-F5344CB8AC3E}">
        <p14:creationId xmlns:p14="http://schemas.microsoft.com/office/powerpoint/2010/main" val="14046748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7</a:t>
            </a:fld>
            <a:endParaRPr lang="en-US" dirty="0"/>
          </a:p>
        </p:txBody>
      </p:sp>
    </p:spTree>
    <p:extLst>
      <p:ext uri="{BB962C8B-B14F-4D97-AF65-F5344CB8AC3E}">
        <p14:creationId xmlns:p14="http://schemas.microsoft.com/office/powerpoint/2010/main" val="26814437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8</a:t>
            </a:fld>
            <a:endParaRPr lang="en-US" dirty="0"/>
          </a:p>
        </p:txBody>
      </p:sp>
    </p:spTree>
    <p:extLst>
      <p:ext uri="{BB962C8B-B14F-4D97-AF65-F5344CB8AC3E}">
        <p14:creationId xmlns:p14="http://schemas.microsoft.com/office/powerpoint/2010/main" val="3077220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endParaRPr lang="en-US" dirty="0"/>
          </a:p>
        </p:txBody>
      </p:sp>
      <p:sp>
        <p:nvSpPr>
          <p:cNvPr id="5" name="Footer Placeholder 4"/>
          <p:cNvSpPr>
            <a:spLocks noGrp="1"/>
          </p:cNvSpPr>
          <p:nvPr>
            <p:ph type="ftr" sz="quarter" idx="11"/>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A5CD2277-7C1A-43CA-8676-87B24AD584BD}" type="datetime8">
              <a:rPr lang="en-US" smtClean="0"/>
              <a:t>5/28/2026 4:15 PM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pPr/>
              <a:t>9</a:t>
            </a:fld>
            <a:endParaRPr lang="en-US" dirty="0"/>
          </a:p>
        </p:txBody>
      </p:sp>
    </p:spTree>
    <p:extLst>
      <p:ext uri="{BB962C8B-B14F-4D97-AF65-F5344CB8AC3E}">
        <p14:creationId xmlns:p14="http://schemas.microsoft.com/office/powerpoint/2010/main" val="30168875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endParaRPr lang="en-US" dirty="0"/>
          </a:p>
        </p:txBody>
      </p:sp>
      <p:sp>
        <p:nvSpPr>
          <p:cNvPr id="5" name="Footer Placeholder 4"/>
          <p:cNvSpPr>
            <a:spLocks noGrp="1"/>
          </p:cNvSpPr>
          <p:nvPr>
            <p:ph type="ftr" sz="quarter" idx="11"/>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49B14B72-BE03-4760-B747-D349DA60D861}" type="datetime8">
              <a:rPr lang="en-US" smtClean="0"/>
              <a:t>5/28/2026 4:15 PM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pPr/>
              <a:t>10</a:t>
            </a:fld>
            <a:endParaRPr lang="en-US" dirty="0"/>
          </a:p>
        </p:txBody>
      </p:sp>
    </p:spTree>
    <p:extLst>
      <p:ext uri="{BB962C8B-B14F-4D97-AF65-F5344CB8AC3E}">
        <p14:creationId xmlns:p14="http://schemas.microsoft.com/office/powerpoint/2010/main" val="6414363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endParaRPr lang="en-US" dirty="0"/>
          </a:p>
        </p:txBody>
      </p:sp>
      <p:sp>
        <p:nvSpPr>
          <p:cNvPr id="5" name="Footer Placeholder 4"/>
          <p:cNvSpPr>
            <a:spLocks noGrp="1"/>
          </p:cNvSpPr>
          <p:nvPr>
            <p:ph type="ftr" sz="quarter" idx="11"/>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49B14B72-BE03-4760-B747-D349DA60D861}" type="datetime8">
              <a:rPr lang="en-US" smtClean="0"/>
              <a:t>5/28/2026 4:15 PM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pPr/>
              <a:t>11</a:t>
            </a:fld>
            <a:endParaRPr lang="en-US" dirty="0"/>
          </a:p>
        </p:txBody>
      </p:sp>
    </p:spTree>
    <p:extLst>
      <p:ext uri="{BB962C8B-B14F-4D97-AF65-F5344CB8AC3E}">
        <p14:creationId xmlns:p14="http://schemas.microsoft.com/office/powerpoint/2010/main" val="19365384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12</a:t>
            </a:fld>
            <a:endParaRPr lang="en-US" dirty="0"/>
          </a:p>
        </p:txBody>
      </p:sp>
    </p:spTree>
    <p:extLst>
      <p:ext uri="{BB962C8B-B14F-4D97-AF65-F5344CB8AC3E}">
        <p14:creationId xmlns:p14="http://schemas.microsoft.com/office/powerpoint/2010/main" val="167717803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13</a:t>
            </a:fld>
            <a:endParaRPr lang="en-US" dirty="0"/>
          </a:p>
        </p:txBody>
      </p:sp>
    </p:spTree>
    <p:extLst>
      <p:ext uri="{BB962C8B-B14F-4D97-AF65-F5344CB8AC3E}">
        <p14:creationId xmlns:p14="http://schemas.microsoft.com/office/powerpoint/2010/main" val="33130611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14</a:t>
            </a:fld>
            <a:endParaRPr lang="en-US" dirty="0"/>
          </a:p>
        </p:txBody>
      </p:sp>
    </p:spTree>
    <p:extLst>
      <p:ext uri="{BB962C8B-B14F-4D97-AF65-F5344CB8AC3E}">
        <p14:creationId xmlns:p14="http://schemas.microsoft.com/office/powerpoint/2010/main" val="1630866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15</a:t>
            </a:fld>
            <a:endParaRPr lang="en-US" dirty="0"/>
          </a:p>
        </p:txBody>
      </p:sp>
    </p:spTree>
    <p:extLst>
      <p:ext uri="{BB962C8B-B14F-4D97-AF65-F5344CB8AC3E}">
        <p14:creationId xmlns:p14="http://schemas.microsoft.com/office/powerpoint/2010/main" val="41340399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16</a:t>
            </a:fld>
            <a:endParaRPr lang="en-US" dirty="0"/>
          </a:p>
        </p:txBody>
      </p:sp>
    </p:spTree>
    <p:extLst>
      <p:ext uri="{BB962C8B-B14F-4D97-AF65-F5344CB8AC3E}">
        <p14:creationId xmlns:p14="http://schemas.microsoft.com/office/powerpoint/2010/main" val="4582013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17</a:t>
            </a:fld>
            <a:endParaRPr lang="en-US" dirty="0"/>
          </a:p>
        </p:txBody>
      </p:sp>
    </p:spTree>
    <p:extLst>
      <p:ext uri="{BB962C8B-B14F-4D97-AF65-F5344CB8AC3E}">
        <p14:creationId xmlns:p14="http://schemas.microsoft.com/office/powerpoint/2010/main" val="19992804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18</a:t>
            </a:fld>
            <a:endParaRPr lang="en-US" dirty="0"/>
          </a:p>
        </p:txBody>
      </p:sp>
    </p:spTree>
    <p:extLst>
      <p:ext uri="{BB962C8B-B14F-4D97-AF65-F5344CB8AC3E}">
        <p14:creationId xmlns:p14="http://schemas.microsoft.com/office/powerpoint/2010/main" val="34065081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endParaRPr lang="en-US" dirty="0"/>
          </a:p>
        </p:txBody>
      </p:sp>
      <p:sp>
        <p:nvSpPr>
          <p:cNvPr id="5" name="Footer Placeholder 4"/>
          <p:cNvSpPr>
            <a:spLocks noGrp="1"/>
          </p:cNvSpPr>
          <p:nvPr>
            <p:ph type="ftr" sz="quarter" idx="11"/>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54A7B7B7-C694-4FC8-B0BD-20DAA0A272F9}" type="datetime8">
              <a:rPr lang="en-US" smtClean="0"/>
              <a:t>5/28/2026 4:15 PM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t>19</a:t>
            </a:fld>
            <a:endParaRPr lang="en-US" dirty="0"/>
          </a:p>
        </p:txBody>
      </p:sp>
    </p:spTree>
    <p:extLst>
      <p:ext uri="{BB962C8B-B14F-4D97-AF65-F5344CB8AC3E}">
        <p14:creationId xmlns:p14="http://schemas.microsoft.com/office/powerpoint/2010/main" val="3433779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20</a:t>
            </a:fld>
            <a:endParaRPr lang="en-US" dirty="0"/>
          </a:p>
        </p:txBody>
      </p:sp>
    </p:spTree>
    <p:extLst>
      <p:ext uri="{BB962C8B-B14F-4D97-AF65-F5344CB8AC3E}">
        <p14:creationId xmlns:p14="http://schemas.microsoft.com/office/powerpoint/2010/main" val="27693461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endParaRPr lang="en-US" dirty="0"/>
          </a:p>
        </p:txBody>
      </p:sp>
      <p:sp>
        <p:nvSpPr>
          <p:cNvPr id="5" name="Footer Placeholder 4"/>
          <p:cNvSpPr>
            <a:spLocks noGrp="1"/>
          </p:cNvSpPr>
          <p:nvPr>
            <p:ph type="ftr" sz="quarter" idx="11"/>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91FF42D5-4657-4D58-A751-082C26315A19}" type="datetime8">
              <a:rPr lang="en-US" smtClean="0"/>
              <a:t>5/28/2026 4:15 PM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pPr/>
              <a:t>21</a:t>
            </a:fld>
            <a:endParaRPr lang="en-US" dirty="0"/>
          </a:p>
        </p:txBody>
      </p:sp>
    </p:spTree>
    <p:extLst>
      <p:ext uri="{BB962C8B-B14F-4D97-AF65-F5344CB8AC3E}">
        <p14:creationId xmlns:p14="http://schemas.microsoft.com/office/powerpoint/2010/main" val="155752022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C5079D02-5D34-4786-9834-A1F44E52D535}" type="slidenum">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5" name="Date Placeholder 4">
            <a:extLst>
              <a:ext uri="{FF2B5EF4-FFF2-40B4-BE49-F238E27FC236}">
                <a16:creationId xmlns:a16="http://schemas.microsoft.com/office/drawing/2014/main" id="{58E3CE72-94EE-4689-AB80-A0CFFB93F1EA}"/>
              </a:ext>
            </a:extLst>
          </p:cNvPr>
          <p:cNvSpPr>
            <a:spLocks noGrp="1"/>
          </p:cNvSpPr>
          <p:nvPr>
            <p:ph type="dt" idx="11"/>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480C6978-FA11-423D-8FDA-CB59A4787224}" type="datetime8">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5/28/2026 4:15 PM</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6" name="Footer Placeholder 5">
            <a:extLst>
              <a:ext uri="{FF2B5EF4-FFF2-40B4-BE49-F238E27FC236}">
                <a16:creationId xmlns:a16="http://schemas.microsoft.com/office/drawing/2014/main" id="{1AF229CA-F1E4-48C0-AD59-34CCFB3BE2A2}"/>
              </a:ext>
            </a:extLst>
          </p:cNvPr>
          <p:cNvSpPr>
            <a:spLocks noGrp="1"/>
          </p:cNvSpPr>
          <p:nvPr>
            <p:ph type="ftr" sz="quarter" idx="12"/>
          </p:nvPr>
        </p:nvSpPr>
        <p:spPr/>
        <p:txBody>
          <a:bodyPr/>
          <a:lstStyle/>
          <a:p>
            <a:pPr marL="57150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dirty="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7" name="Header Placeholder 6">
            <a:extLst>
              <a:ext uri="{FF2B5EF4-FFF2-40B4-BE49-F238E27FC236}">
                <a16:creationId xmlns:a16="http://schemas.microsoft.com/office/drawing/2014/main" id="{1C7DFC74-16C9-4146-B136-C825DE01E4DA}"/>
              </a:ext>
            </a:extLst>
          </p:cNvPr>
          <p:cNvSpPr>
            <a:spLocks noGrp="1"/>
          </p:cNvSpPr>
          <p:nvPr>
            <p:ph type="hdr" sz="quarter" idx="13"/>
          </p:nvPr>
        </p:nvSpPr>
        <p:spPr/>
        <p:txBody>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Tree>
    <p:extLst>
      <p:ext uri="{BB962C8B-B14F-4D97-AF65-F5344CB8AC3E}">
        <p14:creationId xmlns:p14="http://schemas.microsoft.com/office/powerpoint/2010/main" val="27473806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6" name="Date Placeholder 5"/>
          <p:cNvSpPr>
            <a:spLocks noGrp="1"/>
          </p:cNvSpPr>
          <p:nvPr>
            <p:ph type="dt" idx="12"/>
          </p:nvPr>
        </p:nvSpPr>
        <p:spPr/>
        <p:txBody>
          <a:bodyPr/>
          <a:lstStyle/>
          <a:p>
            <a:fld id="{353CB5B1-3D40-4389-814A-A3E0AEC8E2FF}" type="datetime8">
              <a:rPr lang="en-US" smtClean="0"/>
              <a:t>5/28/2026 4:15 PM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pPr/>
              <a:t>24</a:t>
            </a:fld>
            <a:endParaRPr lang="en-US" dirty="0"/>
          </a:p>
        </p:txBody>
      </p:sp>
      <p:sp>
        <p:nvSpPr>
          <p:cNvPr id="8" name="Footer Placeholder 7">
            <a:extLst>
              <a:ext uri="{FF2B5EF4-FFF2-40B4-BE49-F238E27FC236}">
                <a16:creationId xmlns:a16="http://schemas.microsoft.com/office/drawing/2014/main" id="{AB0A3098-74CE-4AF5-9C5C-C2A7A2AE65A8}"/>
              </a:ext>
            </a:extLst>
          </p:cNvPr>
          <p:cNvSpPr>
            <a:spLocks noGrp="1"/>
          </p:cNvSpPr>
          <p:nvPr>
            <p:ph type="ftr" sz="quarter" idx="1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E0F78483-C1B0-470C-ACDF-3FFAE031C6ED}"/>
              </a:ext>
            </a:extLst>
          </p:cNvPr>
          <p:cNvSpPr>
            <a:spLocks noGrp="1"/>
          </p:cNvSpPr>
          <p:nvPr>
            <p:ph type="hdr" sz="quarter" idx="15"/>
          </p:nvPr>
        </p:nvSpPr>
        <p:spPr/>
        <p:txBody>
          <a:bodyPr/>
          <a:lstStyle/>
          <a:p>
            <a:endParaRPr lang="en-US" dirty="0"/>
          </a:p>
        </p:txBody>
      </p:sp>
    </p:spTree>
    <p:extLst>
      <p:ext uri="{BB962C8B-B14F-4D97-AF65-F5344CB8AC3E}">
        <p14:creationId xmlns:p14="http://schemas.microsoft.com/office/powerpoint/2010/main" val="47158081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6" name="Slide Number Placeholder 5"/>
          <p:cNvSpPr>
            <a:spLocks noGrp="1"/>
          </p:cNvSpPr>
          <p:nvPr>
            <p:ph type="sldNum" sz="quarter" idx="12"/>
          </p:nvPr>
        </p:nvSpPr>
        <p:spPr/>
        <p:txBody>
          <a:bodyPr/>
          <a:lstStyle/>
          <a:p>
            <a:fld id="{B4008EB6-D09E-4580-8CD6-DDB14511944F}" type="slidenum">
              <a:rPr lang="en-US" smtClean="0"/>
              <a:pPr/>
              <a:t>25</a:t>
            </a:fld>
            <a:endParaRPr lang="en-US" dirty="0"/>
          </a:p>
        </p:txBody>
      </p:sp>
      <p:sp>
        <p:nvSpPr>
          <p:cNvPr id="10" name="Date Placeholder 9"/>
          <p:cNvSpPr>
            <a:spLocks noGrp="1"/>
          </p:cNvSpPr>
          <p:nvPr>
            <p:ph type="dt" idx="13"/>
          </p:nvPr>
        </p:nvSpPr>
        <p:spPr/>
        <p:txBody>
          <a:bodyPr/>
          <a:lstStyle/>
          <a:p>
            <a:fld id="{D44C3489-8257-4E60-994D-6A5CEE67ED71}" type="datetime8">
              <a:rPr lang="en-US" smtClean="0"/>
              <a:t>5/28/2026 4:15 PM</a:t>
            </a:fld>
            <a:endParaRPr lang="en-US" dirty="0"/>
          </a:p>
        </p:txBody>
      </p:sp>
      <p:sp>
        <p:nvSpPr>
          <p:cNvPr id="4" name="Footer Placeholder 3"/>
          <p:cNvSpPr>
            <a:spLocks noGrp="1"/>
          </p:cNvSpPr>
          <p:nvPr>
            <p:ph type="ftr" sz="quarter" idx="1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5" name="Header Placeholder 4"/>
          <p:cNvSpPr>
            <a:spLocks noGrp="1"/>
          </p:cNvSpPr>
          <p:nvPr>
            <p:ph type="hdr" sz="quarter" idx="15"/>
          </p:nvPr>
        </p:nvSpPr>
        <p:spPr/>
        <p:txBody>
          <a:bodyPr/>
          <a:lstStyle/>
          <a:p>
            <a:endParaRPr lang="en-US" dirty="0"/>
          </a:p>
        </p:txBody>
      </p:sp>
    </p:spTree>
    <p:extLst>
      <p:ext uri="{BB962C8B-B14F-4D97-AF65-F5344CB8AC3E}">
        <p14:creationId xmlns:p14="http://schemas.microsoft.com/office/powerpoint/2010/main" val="21642737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a:p>
        </p:txBody>
      </p:sp>
      <p:sp>
        <p:nvSpPr>
          <p:cNvPr id="7" name="Slide Number Placeholder 6"/>
          <p:cNvSpPr>
            <a:spLocks noGrp="1"/>
          </p:cNvSpPr>
          <p:nvPr>
            <p:ph type="sldNum" sz="quarter" idx="5"/>
          </p:nvPr>
        </p:nvSpPr>
        <p:spPr/>
        <p:txBody>
          <a:bodyPr/>
          <a:lstStyle/>
          <a:p>
            <a:fld id="{B4008EB6-D09E-4580-8CD6-DDB14511944F}" type="slidenum">
              <a:rPr lang="en-US" smtClean="0"/>
              <a:pPr/>
              <a:t>26</a:t>
            </a:fld>
            <a:endParaRPr lang="en-US"/>
          </a:p>
        </p:txBody>
      </p:sp>
    </p:spTree>
    <p:extLst>
      <p:ext uri="{BB962C8B-B14F-4D97-AF65-F5344CB8AC3E}">
        <p14:creationId xmlns:p14="http://schemas.microsoft.com/office/powerpoint/2010/main" val="30888330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a:p>
        </p:txBody>
      </p:sp>
      <p:sp>
        <p:nvSpPr>
          <p:cNvPr id="7" name="Slide Number Placeholder 6"/>
          <p:cNvSpPr>
            <a:spLocks noGrp="1"/>
          </p:cNvSpPr>
          <p:nvPr>
            <p:ph type="sldNum" sz="quarter" idx="5"/>
          </p:nvPr>
        </p:nvSpPr>
        <p:spPr/>
        <p:txBody>
          <a:bodyPr/>
          <a:lstStyle/>
          <a:p>
            <a:fld id="{B4008EB6-D09E-4580-8CD6-DDB14511944F}" type="slidenum">
              <a:rPr lang="en-US" smtClean="0"/>
              <a:pPr/>
              <a:t>27</a:t>
            </a:fld>
            <a:endParaRPr lang="en-US"/>
          </a:p>
        </p:txBody>
      </p:sp>
    </p:spTree>
    <p:extLst>
      <p:ext uri="{BB962C8B-B14F-4D97-AF65-F5344CB8AC3E}">
        <p14:creationId xmlns:p14="http://schemas.microsoft.com/office/powerpoint/2010/main" val="341507209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a:p>
        </p:txBody>
      </p:sp>
      <p:sp>
        <p:nvSpPr>
          <p:cNvPr id="7" name="Slide Number Placeholder 6"/>
          <p:cNvSpPr>
            <a:spLocks noGrp="1"/>
          </p:cNvSpPr>
          <p:nvPr>
            <p:ph type="sldNum" sz="quarter" idx="5"/>
          </p:nvPr>
        </p:nvSpPr>
        <p:spPr/>
        <p:txBody>
          <a:bodyPr/>
          <a:lstStyle/>
          <a:p>
            <a:fld id="{B4008EB6-D09E-4580-8CD6-DDB14511944F}" type="slidenum">
              <a:rPr lang="en-US" smtClean="0"/>
              <a:pPr/>
              <a:t>28</a:t>
            </a:fld>
            <a:endParaRPr lang="en-US"/>
          </a:p>
        </p:txBody>
      </p:sp>
    </p:spTree>
    <p:extLst>
      <p:ext uri="{BB962C8B-B14F-4D97-AF65-F5344CB8AC3E}">
        <p14:creationId xmlns:p14="http://schemas.microsoft.com/office/powerpoint/2010/main" val="42928482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a:p>
        </p:txBody>
      </p:sp>
      <p:sp>
        <p:nvSpPr>
          <p:cNvPr id="7" name="Slide Number Placeholder 6"/>
          <p:cNvSpPr>
            <a:spLocks noGrp="1"/>
          </p:cNvSpPr>
          <p:nvPr>
            <p:ph type="sldNum" sz="quarter" idx="5"/>
          </p:nvPr>
        </p:nvSpPr>
        <p:spPr/>
        <p:txBody>
          <a:bodyPr/>
          <a:lstStyle/>
          <a:p>
            <a:fld id="{B4008EB6-D09E-4580-8CD6-DDB14511944F}" type="slidenum">
              <a:rPr lang="en-US" smtClean="0"/>
              <a:pPr/>
              <a:t>29</a:t>
            </a:fld>
            <a:endParaRPr lang="en-US"/>
          </a:p>
        </p:txBody>
      </p:sp>
    </p:spTree>
    <p:extLst>
      <p:ext uri="{BB962C8B-B14F-4D97-AF65-F5344CB8AC3E}">
        <p14:creationId xmlns:p14="http://schemas.microsoft.com/office/powerpoint/2010/main" val="34498758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endParaRPr lang="en-US" dirty="0"/>
          </a:p>
        </p:txBody>
      </p:sp>
      <p:sp>
        <p:nvSpPr>
          <p:cNvPr id="5" name="Footer Placeholder 4"/>
          <p:cNvSpPr>
            <a:spLocks noGrp="1"/>
          </p:cNvSpPr>
          <p:nvPr>
            <p:ph type="ftr" sz="quarter" idx="11"/>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B16574EE-8191-4BCC-ABE6-D00A4F4D7690}" type="datetime8">
              <a:rPr lang="en-US" smtClean="0"/>
              <a:t>5/28/2026 4:15 PM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pPr/>
              <a:t>30</a:t>
            </a:fld>
            <a:endParaRPr lang="en-US" dirty="0"/>
          </a:p>
        </p:txBody>
      </p:sp>
    </p:spTree>
    <p:extLst>
      <p:ext uri="{BB962C8B-B14F-4D97-AF65-F5344CB8AC3E}">
        <p14:creationId xmlns:p14="http://schemas.microsoft.com/office/powerpoint/2010/main" val="22767203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a:xfrm>
            <a:off x="0" y="0"/>
            <a:ext cx="2971800" cy="457200"/>
          </a:xfrm>
          <a:prstGeom prst="rect">
            <a:avLst/>
          </a:prstGeom>
        </p:spPr>
        <p:txBody>
          <a:bodyPr/>
          <a:lstStyle/>
          <a:p>
            <a:endParaRPr lang="en-US" dirty="0">
              <a:solidFill>
                <a:prstClr val="black"/>
              </a:solidFill>
            </a:endParaRPr>
          </a:p>
        </p:txBody>
      </p:sp>
      <p:sp>
        <p:nvSpPr>
          <p:cNvPr id="5" name="Date Placeholder 4"/>
          <p:cNvSpPr>
            <a:spLocks noGrp="1"/>
          </p:cNvSpPr>
          <p:nvPr>
            <p:ph type="dt" idx="11"/>
          </p:nvPr>
        </p:nvSpPr>
        <p:spPr/>
        <p:txBody>
          <a:bodyPr/>
          <a:lstStyle/>
          <a:p>
            <a:fld id="{C0CB9372-CA2B-44D2-90ED-A4A158EB6F2D}" type="datetime8">
              <a:rPr lang="en-US" smtClean="0">
                <a:solidFill>
                  <a:prstClr val="black"/>
                </a:solidFill>
              </a:rPr>
              <a:t>5/28/2026 4:15 PM</a:t>
            </a:fld>
            <a:endParaRPr lang="en-US" dirty="0">
              <a:solidFill>
                <a:prstClr val="black"/>
              </a:solidFill>
            </a:endParaRPr>
          </a:p>
        </p:txBody>
      </p:sp>
      <p:sp>
        <p:nvSpPr>
          <p:cNvPr id="7" name="Slide Number Placeholder 6"/>
          <p:cNvSpPr>
            <a:spLocks noGrp="1"/>
          </p:cNvSpPr>
          <p:nvPr>
            <p:ph type="sldNum" sz="quarter" idx="13"/>
          </p:nvPr>
        </p:nvSpPr>
        <p:spPr/>
        <p:txBody>
          <a:bodyPr/>
          <a:lstStyle/>
          <a:p>
            <a:fld id="{EC87E0CF-87F6-4B58-B8B8-DCAB2DAAF3CA}" type="slidenum">
              <a:rPr lang="en-US" smtClean="0">
                <a:solidFill>
                  <a:prstClr val="black"/>
                </a:solidFill>
              </a:rPr>
              <a:pPr/>
              <a:t>32</a:t>
            </a:fld>
            <a:endParaRPr lang="en-US" dirty="0">
              <a:solidFill>
                <a:prstClr val="black"/>
              </a:solidFill>
            </a:endParaRPr>
          </a:p>
        </p:txBody>
      </p:sp>
      <p:sp>
        <p:nvSpPr>
          <p:cNvPr id="6" name="Footer Placeholder 5"/>
          <p:cNvSpPr>
            <a:spLocks noGrp="1"/>
          </p:cNvSpPr>
          <p:nvPr>
            <p:ph type="ftr" sz="quarter" idx="1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Tree>
    <p:extLst>
      <p:ext uri="{BB962C8B-B14F-4D97-AF65-F5344CB8AC3E}">
        <p14:creationId xmlns:p14="http://schemas.microsoft.com/office/powerpoint/2010/main" val="269467768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a:xfrm>
            <a:off x="0" y="0"/>
            <a:ext cx="2971800" cy="457200"/>
          </a:xfrm>
          <a:prstGeom prst="rect">
            <a:avLst/>
          </a:prstGeom>
        </p:spPr>
        <p:txBody>
          <a:bodyPr/>
          <a:lstStyle/>
          <a:p>
            <a:endParaRPr lang="en-US" dirty="0">
              <a:solidFill>
                <a:prstClr val="black"/>
              </a:solidFill>
            </a:endParaRPr>
          </a:p>
        </p:txBody>
      </p:sp>
      <p:sp>
        <p:nvSpPr>
          <p:cNvPr id="5" name="Date Placeholder 4"/>
          <p:cNvSpPr>
            <a:spLocks noGrp="1"/>
          </p:cNvSpPr>
          <p:nvPr>
            <p:ph type="dt" idx="11"/>
          </p:nvPr>
        </p:nvSpPr>
        <p:spPr/>
        <p:txBody>
          <a:bodyPr/>
          <a:lstStyle/>
          <a:p>
            <a:fld id="{0ECFDC7D-F4BE-4668-920D-08874925A5D7}" type="datetime8">
              <a:rPr lang="en-US" smtClean="0">
                <a:solidFill>
                  <a:prstClr val="black"/>
                </a:solidFill>
              </a:rPr>
              <a:t>5/28/2026 4:15 PM</a:t>
            </a:fld>
            <a:endParaRPr lang="en-US" dirty="0">
              <a:solidFill>
                <a:prstClr val="black"/>
              </a:solidFill>
            </a:endParaRPr>
          </a:p>
        </p:txBody>
      </p:sp>
      <p:sp>
        <p:nvSpPr>
          <p:cNvPr id="7" name="Slide Number Placeholder 6"/>
          <p:cNvSpPr>
            <a:spLocks noGrp="1"/>
          </p:cNvSpPr>
          <p:nvPr>
            <p:ph type="sldNum" sz="quarter" idx="13"/>
          </p:nvPr>
        </p:nvSpPr>
        <p:spPr/>
        <p:txBody>
          <a:bodyPr/>
          <a:lstStyle/>
          <a:p>
            <a:fld id="{EC87E0CF-87F6-4B58-B8B8-DCAB2DAAF3CA}" type="slidenum">
              <a:rPr lang="en-US" smtClean="0">
                <a:solidFill>
                  <a:prstClr val="black"/>
                </a:solidFill>
              </a:rPr>
              <a:pPr/>
              <a:t>33</a:t>
            </a:fld>
            <a:endParaRPr lang="en-US" dirty="0">
              <a:solidFill>
                <a:prstClr val="black"/>
              </a:solidFill>
            </a:endParaRPr>
          </a:p>
        </p:txBody>
      </p:sp>
      <p:sp>
        <p:nvSpPr>
          <p:cNvPr id="6" name="Footer Placeholder 5"/>
          <p:cNvSpPr>
            <a:spLocks noGrp="1"/>
          </p:cNvSpPr>
          <p:nvPr>
            <p:ph type="ftr" sz="quarter" idx="1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Tree>
    <p:extLst>
      <p:ext uri="{BB962C8B-B14F-4D97-AF65-F5344CB8AC3E}">
        <p14:creationId xmlns:p14="http://schemas.microsoft.com/office/powerpoint/2010/main" val="6887547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36</a:t>
            </a:fld>
            <a:endParaRPr lang="en-US" dirty="0"/>
          </a:p>
        </p:txBody>
      </p:sp>
    </p:spTree>
    <p:extLst>
      <p:ext uri="{BB962C8B-B14F-4D97-AF65-F5344CB8AC3E}">
        <p14:creationId xmlns:p14="http://schemas.microsoft.com/office/powerpoint/2010/main" val="132124549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endParaRPr lang="en-US" dirty="0"/>
          </a:p>
        </p:txBody>
      </p:sp>
      <p:sp>
        <p:nvSpPr>
          <p:cNvPr id="5" name="Footer Placeholder 4"/>
          <p:cNvSpPr>
            <a:spLocks noGrp="1"/>
          </p:cNvSpPr>
          <p:nvPr>
            <p:ph type="ftr" sz="quarter" idx="11"/>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72E0C910-0166-48E0-B8EF-5071277A02A8}" type="datetime8">
              <a:rPr lang="en-US" smtClean="0"/>
              <a:t>5/28/2026 4:15 PM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pPr/>
              <a:t>37</a:t>
            </a:fld>
            <a:endParaRPr lang="en-US" dirty="0"/>
          </a:p>
        </p:txBody>
      </p:sp>
    </p:spTree>
    <p:extLst>
      <p:ext uri="{BB962C8B-B14F-4D97-AF65-F5344CB8AC3E}">
        <p14:creationId xmlns:p14="http://schemas.microsoft.com/office/powerpoint/2010/main" val="160108967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endParaRPr lang="en-US" dirty="0"/>
          </a:p>
        </p:txBody>
      </p:sp>
      <p:sp>
        <p:nvSpPr>
          <p:cNvPr id="5" name="Footer Placeholder 4"/>
          <p:cNvSpPr>
            <a:spLocks noGrp="1"/>
          </p:cNvSpPr>
          <p:nvPr>
            <p:ph type="ftr" sz="quarter" idx="11"/>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9427A7F7-BB1E-479D-AFAA-B52F4D0C99F2}" type="datetime8">
              <a:rPr lang="en-US" smtClean="0"/>
              <a:t>5/28/2026 4:15 PM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pPr/>
              <a:t>38</a:t>
            </a:fld>
            <a:endParaRPr lang="en-US" dirty="0"/>
          </a:p>
        </p:txBody>
      </p:sp>
    </p:spTree>
    <p:extLst>
      <p:ext uri="{BB962C8B-B14F-4D97-AF65-F5344CB8AC3E}">
        <p14:creationId xmlns:p14="http://schemas.microsoft.com/office/powerpoint/2010/main" val="195851969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39</a:t>
            </a:fld>
            <a:endParaRPr lang="en-US" dirty="0"/>
          </a:p>
        </p:txBody>
      </p:sp>
    </p:spTree>
    <p:extLst>
      <p:ext uri="{BB962C8B-B14F-4D97-AF65-F5344CB8AC3E}">
        <p14:creationId xmlns:p14="http://schemas.microsoft.com/office/powerpoint/2010/main" val="9347968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40</a:t>
            </a:fld>
            <a:endParaRPr lang="en-US" dirty="0"/>
          </a:p>
        </p:txBody>
      </p:sp>
    </p:spTree>
    <p:extLst>
      <p:ext uri="{BB962C8B-B14F-4D97-AF65-F5344CB8AC3E}">
        <p14:creationId xmlns:p14="http://schemas.microsoft.com/office/powerpoint/2010/main" val="774254720"/>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41</a:t>
            </a:fld>
            <a:endParaRPr lang="en-US" dirty="0"/>
          </a:p>
        </p:txBody>
      </p:sp>
    </p:spTree>
    <p:extLst>
      <p:ext uri="{BB962C8B-B14F-4D97-AF65-F5344CB8AC3E}">
        <p14:creationId xmlns:p14="http://schemas.microsoft.com/office/powerpoint/2010/main" val="95388205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endParaRPr lang="en-US" dirty="0"/>
          </a:p>
        </p:txBody>
      </p:sp>
      <p:sp>
        <p:nvSpPr>
          <p:cNvPr id="5" name="Footer Placeholder 4"/>
          <p:cNvSpPr>
            <a:spLocks noGrp="1"/>
          </p:cNvSpPr>
          <p:nvPr>
            <p:ph type="ftr" sz="quarter" idx="11"/>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A5CD2277-7C1A-43CA-8676-87B24AD584BD}" type="datetime8">
              <a:rPr lang="en-US" smtClean="0"/>
              <a:t>5/28/2026 4:15 PM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pPr/>
              <a:t>42</a:t>
            </a:fld>
            <a:endParaRPr lang="en-US" dirty="0"/>
          </a:p>
        </p:txBody>
      </p:sp>
    </p:spTree>
    <p:extLst>
      <p:ext uri="{BB962C8B-B14F-4D97-AF65-F5344CB8AC3E}">
        <p14:creationId xmlns:p14="http://schemas.microsoft.com/office/powerpoint/2010/main" val="23895428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endParaRPr lang="en-US" dirty="0"/>
          </a:p>
        </p:txBody>
      </p:sp>
      <p:sp>
        <p:nvSpPr>
          <p:cNvPr id="5" name="Footer Placeholder 4"/>
          <p:cNvSpPr>
            <a:spLocks noGrp="1"/>
          </p:cNvSpPr>
          <p:nvPr>
            <p:ph type="ftr" sz="quarter" idx="11"/>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49B14B72-BE03-4760-B747-D349DA60D861}" type="datetime8">
              <a:rPr lang="en-US" smtClean="0"/>
              <a:t>5/28/2026 4:15 PM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pPr/>
              <a:t>43</a:t>
            </a:fld>
            <a:endParaRPr lang="en-US" dirty="0"/>
          </a:p>
        </p:txBody>
      </p:sp>
    </p:spTree>
    <p:extLst>
      <p:ext uri="{BB962C8B-B14F-4D97-AF65-F5344CB8AC3E}">
        <p14:creationId xmlns:p14="http://schemas.microsoft.com/office/powerpoint/2010/main" val="24705839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endParaRPr lang="en-US" dirty="0"/>
          </a:p>
        </p:txBody>
      </p:sp>
      <p:sp>
        <p:nvSpPr>
          <p:cNvPr id="5" name="Footer Placeholder 4"/>
          <p:cNvSpPr>
            <a:spLocks noGrp="1"/>
          </p:cNvSpPr>
          <p:nvPr>
            <p:ph type="ftr" sz="quarter" idx="11"/>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49B14B72-BE03-4760-B747-D349DA60D861}" type="datetime8">
              <a:rPr lang="en-US" smtClean="0"/>
              <a:t>5/28/2026 4:15 PM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pPr/>
              <a:t>44</a:t>
            </a:fld>
            <a:endParaRPr lang="en-US" dirty="0"/>
          </a:p>
        </p:txBody>
      </p:sp>
    </p:spTree>
    <p:extLst>
      <p:ext uri="{BB962C8B-B14F-4D97-AF65-F5344CB8AC3E}">
        <p14:creationId xmlns:p14="http://schemas.microsoft.com/office/powerpoint/2010/main" val="156519850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45</a:t>
            </a:fld>
            <a:endParaRPr lang="en-US" dirty="0"/>
          </a:p>
        </p:txBody>
      </p:sp>
    </p:spTree>
    <p:extLst>
      <p:ext uri="{BB962C8B-B14F-4D97-AF65-F5344CB8AC3E}">
        <p14:creationId xmlns:p14="http://schemas.microsoft.com/office/powerpoint/2010/main" val="424020168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46</a:t>
            </a:fld>
            <a:endParaRPr lang="en-US" dirty="0"/>
          </a:p>
        </p:txBody>
      </p:sp>
    </p:spTree>
    <p:extLst>
      <p:ext uri="{BB962C8B-B14F-4D97-AF65-F5344CB8AC3E}">
        <p14:creationId xmlns:p14="http://schemas.microsoft.com/office/powerpoint/2010/main" val="35421451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47</a:t>
            </a:fld>
            <a:endParaRPr lang="en-US" dirty="0"/>
          </a:p>
        </p:txBody>
      </p:sp>
    </p:spTree>
    <p:extLst>
      <p:ext uri="{BB962C8B-B14F-4D97-AF65-F5344CB8AC3E}">
        <p14:creationId xmlns:p14="http://schemas.microsoft.com/office/powerpoint/2010/main" val="304143158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48</a:t>
            </a:fld>
            <a:endParaRPr lang="en-US" dirty="0"/>
          </a:p>
        </p:txBody>
      </p:sp>
    </p:spTree>
    <p:extLst>
      <p:ext uri="{BB962C8B-B14F-4D97-AF65-F5344CB8AC3E}">
        <p14:creationId xmlns:p14="http://schemas.microsoft.com/office/powerpoint/2010/main" val="354073774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49</a:t>
            </a:fld>
            <a:endParaRPr lang="en-US" dirty="0"/>
          </a:p>
        </p:txBody>
      </p:sp>
    </p:spTree>
    <p:extLst>
      <p:ext uri="{BB962C8B-B14F-4D97-AF65-F5344CB8AC3E}">
        <p14:creationId xmlns:p14="http://schemas.microsoft.com/office/powerpoint/2010/main" val="258714154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50</a:t>
            </a:fld>
            <a:endParaRPr lang="en-US" dirty="0"/>
          </a:p>
        </p:txBody>
      </p:sp>
    </p:spTree>
    <p:extLst>
      <p:ext uri="{BB962C8B-B14F-4D97-AF65-F5344CB8AC3E}">
        <p14:creationId xmlns:p14="http://schemas.microsoft.com/office/powerpoint/2010/main" val="214133806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51</a:t>
            </a:fld>
            <a:endParaRPr lang="en-US" dirty="0"/>
          </a:p>
        </p:txBody>
      </p:sp>
    </p:spTree>
    <p:extLst>
      <p:ext uri="{BB962C8B-B14F-4D97-AF65-F5344CB8AC3E}">
        <p14:creationId xmlns:p14="http://schemas.microsoft.com/office/powerpoint/2010/main" val="11626924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endParaRPr lang="en-US" dirty="0"/>
          </a:p>
        </p:txBody>
      </p:sp>
      <p:sp>
        <p:nvSpPr>
          <p:cNvPr id="5" name="Footer Placeholder 4"/>
          <p:cNvSpPr>
            <a:spLocks noGrp="1"/>
          </p:cNvSpPr>
          <p:nvPr>
            <p:ph type="ftr" sz="quarter" idx="11"/>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54A7B7B7-C694-4FC8-B0BD-20DAA0A272F9}" type="datetime8">
              <a:rPr lang="en-US" smtClean="0"/>
              <a:t>5/28/2026 4:15 PM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t>52</a:t>
            </a:fld>
            <a:endParaRPr lang="en-US" dirty="0"/>
          </a:p>
        </p:txBody>
      </p:sp>
    </p:spTree>
    <p:extLst>
      <p:ext uri="{BB962C8B-B14F-4D97-AF65-F5344CB8AC3E}">
        <p14:creationId xmlns:p14="http://schemas.microsoft.com/office/powerpoint/2010/main" val="10315441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endParaRPr lang="en-US" dirty="0"/>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endPar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endParaRP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dirty="0"/>
          </a:p>
        </p:txBody>
      </p:sp>
      <p:sp>
        <p:nvSpPr>
          <p:cNvPr id="7" name="Slide Number Placeholder 6"/>
          <p:cNvSpPr>
            <a:spLocks noGrp="1"/>
          </p:cNvSpPr>
          <p:nvPr>
            <p:ph type="sldNum" sz="quarter" idx="5"/>
          </p:nvPr>
        </p:nvSpPr>
        <p:spPr/>
        <p:txBody>
          <a:bodyPr/>
          <a:lstStyle/>
          <a:p>
            <a:fld id="{B4008EB6-D09E-4580-8CD6-DDB14511944F}" type="slidenum">
              <a:rPr lang="en-US" smtClean="0"/>
              <a:pPr/>
              <a:t>53</a:t>
            </a:fld>
            <a:endParaRPr lang="en-US" dirty="0"/>
          </a:p>
        </p:txBody>
      </p:sp>
    </p:spTree>
    <p:extLst>
      <p:ext uri="{BB962C8B-B14F-4D97-AF65-F5344CB8AC3E}">
        <p14:creationId xmlns:p14="http://schemas.microsoft.com/office/powerpoint/2010/main" val="81070517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endParaRPr lang="en-US" dirty="0"/>
          </a:p>
        </p:txBody>
      </p:sp>
      <p:sp>
        <p:nvSpPr>
          <p:cNvPr id="5" name="Footer Placeholder 4"/>
          <p:cNvSpPr>
            <a:spLocks noGrp="1"/>
          </p:cNvSpPr>
          <p:nvPr>
            <p:ph type="ftr" sz="quarter" idx="11"/>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2"/>
          </p:nvPr>
        </p:nvSpPr>
        <p:spPr/>
        <p:txBody>
          <a:bodyPr/>
          <a:lstStyle/>
          <a:p>
            <a:fld id="{91FF42D5-4657-4D58-A751-082C26315A19}" type="datetime8">
              <a:rPr lang="en-US" smtClean="0"/>
              <a:t>5/28/2026 4:15 PM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pPr/>
              <a:t>54</a:t>
            </a:fld>
            <a:endParaRPr lang="en-US" dirty="0"/>
          </a:p>
        </p:txBody>
      </p:sp>
    </p:spTree>
    <p:extLst>
      <p:ext uri="{BB962C8B-B14F-4D97-AF65-F5344CB8AC3E}">
        <p14:creationId xmlns:p14="http://schemas.microsoft.com/office/powerpoint/2010/main" val="34802923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C5079D02-5D34-4786-9834-A1F44E52D535}" type="slidenum">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56</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5" name="Date Placeholder 4">
            <a:extLst>
              <a:ext uri="{FF2B5EF4-FFF2-40B4-BE49-F238E27FC236}">
                <a16:creationId xmlns:a16="http://schemas.microsoft.com/office/drawing/2014/main" id="{58E3CE72-94EE-4689-AB80-A0CFFB93F1EA}"/>
              </a:ext>
            </a:extLst>
          </p:cNvPr>
          <p:cNvSpPr>
            <a:spLocks noGrp="1"/>
          </p:cNvSpPr>
          <p:nvPr>
            <p:ph type="dt" idx="11"/>
          </p:nvPr>
        </p:nvSpPr>
        <p:spPr/>
        <p:txBody>
          <a:bodyPr/>
          <a:lstStyle/>
          <a:p>
            <a:pPr marL="0" marR="0" lvl="0" indent="0" algn="r" defTabSz="914367" rtl="0" eaLnBrk="1" fontAlgn="auto" latinLnBrk="0" hangingPunct="1">
              <a:lnSpc>
                <a:spcPct val="100000"/>
              </a:lnSpc>
              <a:spcBef>
                <a:spcPts val="0"/>
              </a:spcBef>
              <a:spcAft>
                <a:spcPts val="0"/>
              </a:spcAft>
              <a:buClrTx/>
              <a:buSzTx/>
              <a:buFontTx/>
              <a:buNone/>
              <a:tabLst/>
              <a:defRPr/>
            </a:pPr>
            <a:fld id="{480C6978-FA11-423D-8FDA-CB59A4787224}" type="datetime8">
              <a:rPr kumimoji="0" lang="en-US" sz="1200" b="0" i="0" u="none" strike="noStrike" kern="1200" cap="none" spc="0" normalizeH="0" baseline="0" noProof="0" smtClean="0">
                <a:ln>
                  <a:noFill/>
                </a:ln>
                <a:solidFill>
                  <a:prstClr val="black"/>
                </a:solidFill>
                <a:effectLst/>
                <a:uLnTx/>
                <a:uFillTx/>
                <a:latin typeface="Segoe UI" pitchFamily="34" charset="0"/>
                <a:ea typeface="+mn-ea"/>
                <a:cs typeface="+mn-cs"/>
              </a:rPr>
              <a:pPr marL="0" marR="0" lvl="0" indent="0" algn="r" defTabSz="914367" rtl="0" eaLnBrk="1" fontAlgn="auto" latinLnBrk="0" hangingPunct="1">
                <a:lnSpc>
                  <a:spcPct val="100000"/>
                </a:lnSpc>
                <a:spcBef>
                  <a:spcPts val="0"/>
                </a:spcBef>
                <a:spcAft>
                  <a:spcPts val="0"/>
                </a:spcAft>
                <a:buClrTx/>
                <a:buSzTx/>
                <a:buFontTx/>
                <a:buNone/>
                <a:tabLst/>
                <a:defRPr/>
              </a:pPr>
              <a:t>5/28/2026 4:15 PM</a:t>
            </a:fld>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
        <p:nvSpPr>
          <p:cNvPr id="6" name="Footer Placeholder 5">
            <a:extLst>
              <a:ext uri="{FF2B5EF4-FFF2-40B4-BE49-F238E27FC236}">
                <a16:creationId xmlns:a16="http://schemas.microsoft.com/office/drawing/2014/main" id="{1AF229CA-F1E4-48C0-AD59-34CCFB3BE2A2}"/>
              </a:ext>
            </a:extLst>
          </p:cNvPr>
          <p:cNvSpPr>
            <a:spLocks noGrp="1"/>
          </p:cNvSpPr>
          <p:nvPr>
            <p:ph type="ftr" sz="quarter" idx="12"/>
          </p:nvPr>
        </p:nvSpPr>
        <p:spPr/>
        <p:txBody>
          <a:bodyPr/>
          <a:lstStyle/>
          <a:p>
            <a:pPr marL="571500" marR="0" lvl="0" indent="0" algn="l" defTabSz="914099" rtl="0" eaLnBrk="0" fontAlgn="auto" latinLnBrk="0" hangingPunct="0">
              <a:lnSpc>
                <a:spcPct val="100000"/>
              </a:lnSpc>
              <a:spcBef>
                <a:spcPts val="0"/>
              </a:spcBef>
              <a:spcAft>
                <a:spcPts val="0"/>
              </a:spcAft>
              <a:buClrTx/>
              <a:buSzTx/>
              <a:buFontTx/>
              <a:buNone/>
              <a:tabLst/>
              <a:defRPr/>
            </a:pPr>
            <a:r>
              <a:rPr kumimoji="0" lang="en-US" sz="400" b="0" i="0" u="none" strike="noStrike" kern="1200" cap="none" spc="0" normalizeH="0" baseline="0" noProof="0" dirty="0">
                <a:ln>
                  <a:noFill/>
                </a:ln>
                <a:gradFill>
                  <a:gsLst>
                    <a:gs pos="0">
                      <a:prstClr val="black"/>
                    </a:gs>
                    <a:gs pos="100000">
                      <a:prstClr val="black"/>
                    </a:gs>
                  </a:gsLst>
                  <a:lin ang="5400000" scaled="0"/>
                </a:gradFill>
                <a:effectLst/>
                <a:uLnTx/>
                <a:uFillTx/>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7" name="Header Placeholder 6">
            <a:extLst>
              <a:ext uri="{FF2B5EF4-FFF2-40B4-BE49-F238E27FC236}">
                <a16:creationId xmlns:a16="http://schemas.microsoft.com/office/drawing/2014/main" id="{1C7DFC74-16C9-4146-B136-C825DE01E4DA}"/>
              </a:ext>
            </a:extLst>
          </p:cNvPr>
          <p:cNvSpPr>
            <a:spLocks noGrp="1"/>
          </p:cNvSpPr>
          <p:nvPr>
            <p:ph type="hdr" sz="quarter" idx="13"/>
          </p:nvPr>
        </p:nvSpPr>
        <p:spPr/>
        <p:txBody>
          <a:bodyPr/>
          <a:lstStyle/>
          <a:p>
            <a:pPr marL="0" marR="0" lvl="0" indent="0" algn="l" defTabSz="914367"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dirty="0">
              <a:ln>
                <a:noFill/>
              </a:ln>
              <a:solidFill>
                <a:prstClr val="black"/>
              </a:solidFill>
              <a:effectLst/>
              <a:uLnTx/>
              <a:uFillTx/>
              <a:latin typeface="Segoe UI" pitchFamily="34" charset="0"/>
              <a:ea typeface="+mn-ea"/>
              <a:cs typeface="+mn-cs"/>
            </a:endParaRPr>
          </a:p>
        </p:txBody>
      </p:sp>
    </p:spTree>
    <p:extLst>
      <p:ext uri="{BB962C8B-B14F-4D97-AF65-F5344CB8AC3E}">
        <p14:creationId xmlns:p14="http://schemas.microsoft.com/office/powerpoint/2010/main" val="333756177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6" name="Date Placeholder 5"/>
          <p:cNvSpPr>
            <a:spLocks noGrp="1"/>
          </p:cNvSpPr>
          <p:nvPr>
            <p:ph type="dt" idx="12"/>
          </p:nvPr>
        </p:nvSpPr>
        <p:spPr/>
        <p:txBody>
          <a:bodyPr/>
          <a:lstStyle/>
          <a:p>
            <a:fld id="{353CB5B1-3D40-4389-814A-A3E0AEC8E2FF}" type="datetime8">
              <a:rPr lang="en-US" smtClean="0"/>
              <a:t>5/28/2026 4:15 PM</a:t>
            </a:fld>
            <a:endParaRPr lang="en-US" dirty="0"/>
          </a:p>
        </p:txBody>
      </p:sp>
      <p:sp>
        <p:nvSpPr>
          <p:cNvPr id="7" name="Slide Number Placeholder 6"/>
          <p:cNvSpPr>
            <a:spLocks noGrp="1"/>
          </p:cNvSpPr>
          <p:nvPr>
            <p:ph type="sldNum" sz="quarter" idx="13"/>
          </p:nvPr>
        </p:nvSpPr>
        <p:spPr/>
        <p:txBody>
          <a:bodyPr/>
          <a:lstStyle/>
          <a:p>
            <a:fld id="{B4008EB6-D09E-4580-8CD6-DDB14511944F}" type="slidenum">
              <a:rPr lang="en-US" smtClean="0"/>
              <a:pPr/>
              <a:t>57</a:t>
            </a:fld>
            <a:endParaRPr lang="en-US" dirty="0"/>
          </a:p>
        </p:txBody>
      </p:sp>
      <p:sp>
        <p:nvSpPr>
          <p:cNvPr id="8" name="Footer Placeholder 7">
            <a:extLst>
              <a:ext uri="{FF2B5EF4-FFF2-40B4-BE49-F238E27FC236}">
                <a16:creationId xmlns:a16="http://schemas.microsoft.com/office/drawing/2014/main" id="{AB0A3098-74CE-4AF5-9C5C-C2A7A2AE65A8}"/>
              </a:ext>
            </a:extLst>
          </p:cNvPr>
          <p:cNvSpPr>
            <a:spLocks noGrp="1"/>
          </p:cNvSpPr>
          <p:nvPr>
            <p:ph type="ftr" sz="quarter" idx="1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Header Placeholder 8">
            <a:extLst>
              <a:ext uri="{FF2B5EF4-FFF2-40B4-BE49-F238E27FC236}">
                <a16:creationId xmlns:a16="http://schemas.microsoft.com/office/drawing/2014/main" id="{E0F78483-C1B0-470C-ACDF-3FFAE031C6ED}"/>
              </a:ext>
            </a:extLst>
          </p:cNvPr>
          <p:cNvSpPr>
            <a:spLocks noGrp="1"/>
          </p:cNvSpPr>
          <p:nvPr>
            <p:ph type="hdr" sz="quarter" idx="15"/>
          </p:nvPr>
        </p:nvSpPr>
        <p:spPr/>
        <p:txBody>
          <a:bodyPr/>
          <a:lstStyle/>
          <a:p>
            <a:endParaRPr lang="en-US" dirty="0"/>
          </a:p>
        </p:txBody>
      </p:sp>
    </p:spTree>
    <p:extLst>
      <p:ext uri="{BB962C8B-B14F-4D97-AF65-F5344CB8AC3E}">
        <p14:creationId xmlns:p14="http://schemas.microsoft.com/office/powerpoint/2010/main" val="3792903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6" name="Slide Number Placeholder 5"/>
          <p:cNvSpPr>
            <a:spLocks noGrp="1"/>
          </p:cNvSpPr>
          <p:nvPr>
            <p:ph type="sldNum" sz="quarter" idx="12"/>
          </p:nvPr>
        </p:nvSpPr>
        <p:spPr/>
        <p:txBody>
          <a:bodyPr/>
          <a:lstStyle/>
          <a:p>
            <a:fld id="{B4008EB6-D09E-4580-8CD6-DDB14511944F}" type="slidenum">
              <a:rPr lang="en-US" smtClean="0"/>
              <a:pPr/>
              <a:t>58</a:t>
            </a:fld>
            <a:endParaRPr lang="en-US" dirty="0"/>
          </a:p>
        </p:txBody>
      </p:sp>
      <p:sp>
        <p:nvSpPr>
          <p:cNvPr id="10" name="Date Placeholder 9"/>
          <p:cNvSpPr>
            <a:spLocks noGrp="1"/>
          </p:cNvSpPr>
          <p:nvPr>
            <p:ph type="dt" idx="13"/>
          </p:nvPr>
        </p:nvSpPr>
        <p:spPr/>
        <p:txBody>
          <a:bodyPr/>
          <a:lstStyle/>
          <a:p>
            <a:fld id="{D44C3489-8257-4E60-994D-6A5CEE67ED71}" type="datetime8">
              <a:rPr lang="en-US" smtClean="0"/>
              <a:t>5/28/2026 4:15 PM</a:t>
            </a:fld>
            <a:endParaRPr lang="en-US" dirty="0"/>
          </a:p>
        </p:txBody>
      </p:sp>
      <p:sp>
        <p:nvSpPr>
          <p:cNvPr id="4" name="Footer Placeholder 3"/>
          <p:cNvSpPr>
            <a:spLocks noGrp="1"/>
          </p:cNvSpPr>
          <p:nvPr>
            <p:ph type="ftr" sz="quarter" idx="1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5" name="Header Placeholder 4"/>
          <p:cNvSpPr>
            <a:spLocks noGrp="1"/>
          </p:cNvSpPr>
          <p:nvPr>
            <p:ph type="hdr" sz="quarter" idx="15"/>
          </p:nvPr>
        </p:nvSpPr>
        <p:spPr/>
        <p:txBody>
          <a:bodyPr/>
          <a:lstStyle/>
          <a:p>
            <a:endParaRPr lang="en-US" dirty="0"/>
          </a:p>
        </p:txBody>
      </p:sp>
    </p:spTree>
    <p:extLst>
      <p:ext uri="{BB962C8B-B14F-4D97-AF65-F5344CB8AC3E}">
        <p14:creationId xmlns:p14="http://schemas.microsoft.com/office/powerpoint/2010/main" val="290915463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a:p>
        </p:txBody>
      </p:sp>
      <p:sp>
        <p:nvSpPr>
          <p:cNvPr id="7" name="Slide Number Placeholder 6"/>
          <p:cNvSpPr>
            <a:spLocks noGrp="1"/>
          </p:cNvSpPr>
          <p:nvPr>
            <p:ph type="sldNum" sz="quarter" idx="5"/>
          </p:nvPr>
        </p:nvSpPr>
        <p:spPr/>
        <p:txBody>
          <a:bodyPr/>
          <a:lstStyle/>
          <a:p>
            <a:fld id="{B4008EB6-D09E-4580-8CD6-DDB14511944F}" type="slidenum">
              <a:rPr lang="en-US" smtClean="0"/>
              <a:pPr/>
              <a:t>59</a:t>
            </a:fld>
            <a:endParaRPr lang="en-US"/>
          </a:p>
        </p:txBody>
      </p:sp>
    </p:spTree>
    <p:extLst>
      <p:ext uri="{BB962C8B-B14F-4D97-AF65-F5344CB8AC3E}">
        <p14:creationId xmlns:p14="http://schemas.microsoft.com/office/powerpoint/2010/main" val="424473503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a:p>
        </p:txBody>
      </p:sp>
      <p:sp>
        <p:nvSpPr>
          <p:cNvPr id="7" name="Slide Number Placeholder 6"/>
          <p:cNvSpPr>
            <a:spLocks noGrp="1"/>
          </p:cNvSpPr>
          <p:nvPr>
            <p:ph type="sldNum" sz="quarter" idx="5"/>
          </p:nvPr>
        </p:nvSpPr>
        <p:spPr/>
        <p:txBody>
          <a:bodyPr/>
          <a:lstStyle/>
          <a:p>
            <a:fld id="{B4008EB6-D09E-4580-8CD6-DDB14511944F}" type="slidenum">
              <a:rPr lang="en-US" smtClean="0"/>
              <a:pPr/>
              <a:t>60</a:t>
            </a:fld>
            <a:endParaRPr lang="en-US"/>
          </a:p>
        </p:txBody>
      </p:sp>
    </p:spTree>
    <p:extLst>
      <p:ext uri="{BB962C8B-B14F-4D97-AF65-F5344CB8AC3E}">
        <p14:creationId xmlns:p14="http://schemas.microsoft.com/office/powerpoint/2010/main" val="382219734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a:p>
        </p:txBody>
      </p:sp>
      <p:sp>
        <p:nvSpPr>
          <p:cNvPr id="7" name="Slide Number Placeholder 6"/>
          <p:cNvSpPr>
            <a:spLocks noGrp="1"/>
          </p:cNvSpPr>
          <p:nvPr>
            <p:ph type="sldNum" sz="quarter" idx="5"/>
          </p:nvPr>
        </p:nvSpPr>
        <p:spPr/>
        <p:txBody>
          <a:bodyPr/>
          <a:lstStyle/>
          <a:p>
            <a:fld id="{B4008EB6-D09E-4580-8CD6-DDB14511944F}" type="slidenum">
              <a:rPr lang="en-US" smtClean="0"/>
              <a:pPr/>
              <a:t>61</a:t>
            </a:fld>
            <a:endParaRPr lang="en-US"/>
          </a:p>
        </p:txBody>
      </p:sp>
    </p:spTree>
    <p:extLst>
      <p:ext uri="{BB962C8B-B14F-4D97-AF65-F5344CB8AC3E}">
        <p14:creationId xmlns:p14="http://schemas.microsoft.com/office/powerpoint/2010/main" val="6276679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Header Placeholder 3"/>
          <p:cNvSpPr>
            <a:spLocks noGrp="1"/>
          </p:cNvSpPr>
          <p:nvPr>
            <p:ph type="hdr" sz="quarter"/>
          </p:nvPr>
        </p:nvSpPr>
        <p:spPr/>
        <p:txBody>
          <a:bodyPr/>
          <a:lstStyle/>
          <a:p>
            <a:endParaRPr lang="en-US"/>
          </a:p>
        </p:txBody>
      </p:sp>
      <p:sp>
        <p:nvSpPr>
          <p:cNvPr id="5" name="Footer Placeholder 4"/>
          <p:cNvSpPr>
            <a:spLocks noGrp="1"/>
          </p:cNvSpPr>
          <p:nvPr>
            <p:ph type="ftr" sz="quarter" idx="4"/>
          </p:nvPr>
        </p:nvSpPr>
        <p:spPr/>
        <p:txBody>
          <a:body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6" name="Date Placeholder 5"/>
          <p:cNvSpPr>
            <a:spLocks noGrp="1"/>
          </p:cNvSpPr>
          <p:nvPr>
            <p:ph type="dt" idx="1"/>
          </p:nvPr>
        </p:nvSpPr>
        <p:spPr/>
        <p:txBody>
          <a:bodyPr/>
          <a:lstStyle/>
          <a:p>
            <a:fld id="{386CE63F-9E7F-4C04-9D0D-FCA25A8E9E86}" type="datetime8">
              <a:rPr lang="en-US" smtClean="0"/>
              <a:t>5/28/2026 4:15 PM</a:t>
            </a:fld>
            <a:endParaRPr lang="en-US"/>
          </a:p>
        </p:txBody>
      </p:sp>
      <p:sp>
        <p:nvSpPr>
          <p:cNvPr id="7" name="Slide Number Placeholder 6"/>
          <p:cNvSpPr>
            <a:spLocks noGrp="1"/>
          </p:cNvSpPr>
          <p:nvPr>
            <p:ph type="sldNum" sz="quarter" idx="5"/>
          </p:nvPr>
        </p:nvSpPr>
        <p:spPr/>
        <p:txBody>
          <a:bodyPr/>
          <a:lstStyle/>
          <a:p>
            <a:fld id="{B4008EB6-D09E-4580-8CD6-DDB14511944F}" type="slidenum">
              <a:rPr lang="en-US" smtClean="0"/>
              <a:pPr/>
              <a:t>62</a:t>
            </a:fld>
            <a:endParaRPr lang="en-US"/>
          </a:p>
        </p:txBody>
      </p:sp>
    </p:spTree>
    <p:extLst>
      <p:ext uri="{BB962C8B-B14F-4D97-AF65-F5344CB8AC3E}">
        <p14:creationId xmlns:p14="http://schemas.microsoft.com/office/powerpoint/2010/main" val="3274652262"/>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dirty="0"/>
          </a:p>
        </p:txBody>
      </p:sp>
      <p:sp>
        <p:nvSpPr>
          <p:cNvPr id="4" name="Header Placeholder 3"/>
          <p:cNvSpPr>
            <a:spLocks noGrp="1"/>
          </p:cNvSpPr>
          <p:nvPr>
            <p:ph type="hdr" sz="quarter" idx="10"/>
          </p:nvPr>
        </p:nvSpPr>
        <p:spPr>
          <a:xfrm>
            <a:off x="0" y="0"/>
            <a:ext cx="2971800" cy="457200"/>
          </a:xfrm>
          <a:prstGeom prst="rect">
            <a:avLst/>
          </a:prstGeom>
        </p:spPr>
        <p:txBody>
          <a:bodyPr/>
          <a:lstStyle/>
          <a:p>
            <a:endParaRPr lang="en-US" dirty="0">
              <a:solidFill>
                <a:prstClr val="black"/>
              </a:solidFill>
            </a:endParaRPr>
          </a:p>
        </p:txBody>
      </p:sp>
      <p:sp>
        <p:nvSpPr>
          <p:cNvPr id="5" name="Date Placeholder 4"/>
          <p:cNvSpPr>
            <a:spLocks noGrp="1"/>
          </p:cNvSpPr>
          <p:nvPr>
            <p:ph type="dt" idx="11"/>
          </p:nvPr>
        </p:nvSpPr>
        <p:spPr/>
        <p:txBody>
          <a:bodyPr/>
          <a:lstStyle/>
          <a:p>
            <a:fld id="{C0CB9372-CA2B-44D2-90ED-A4A158EB6F2D}" type="datetime8">
              <a:rPr lang="en-US" smtClean="0">
                <a:solidFill>
                  <a:prstClr val="black"/>
                </a:solidFill>
              </a:rPr>
              <a:t>5/28/2026 4:15 PM</a:t>
            </a:fld>
            <a:endParaRPr lang="en-US" dirty="0">
              <a:solidFill>
                <a:prstClr val="black"/>
              </a:solidFill>
            </a:endParaRPr>
          </a:p>
        </p:txBody>
      </p:sp>
      <p:sp>
        <p:nvSpPr>
          <p:cNvPr id="7" name="Slide Number Placeholder 6"/>
          <p:cNvSpPr>
            <a:spLocks noGrp="1"/>
          </p:cNvSpPr>
          <p:nvPr>
            <p:ph type="sldNum" sz="quarter" idx="13"/>
          </p:nvPr>
        </p:nvSpPr>
        <p:spPr/>
        <p:txBody>
          <a:bodyPr/>
          <a:lstStyle/>
          <a:p>
            <a:fld id="{EC87E0CF-87F6-4B58-B8B8-DCAB2DAAF3CA}" type="slidenum">
              <a:rPr lang="en-US" smtClean="0">
                <a:solidFill>
                  <a:prstClr val="black"/>
                </a:solidFill>
              </a:rPr>
              <a:pPr/>
              <a:t>65</a:t>
            </a:fld>
            <a:endParaRPr lang="en-US" dirty="0">
              <a:solidFill>
                <a:prstClr val="black"/>
              </a:solidFill>
            </a:endParaRPr>
          </a:p>
        </p:txBody>
      </p:sp>
      <p:sp>
        <p:nvSpPr>
          <p:cNvPr id="6" name="Footer Placeholder 5"/>
          <p:cNvSpPr>
            <a:spLocks noGrp="1"/>
          </p:cNvSpPr>
          <p:nvPr>
            <p:ph type="ftr" sz="quarter" idx="14"/>
          </p:nvPr>
        </p:nvSpPr>
        <p:spPr/>
        <p:txBody>
          <a:bodyPr/>
          <a:lstStyle/>
          <a:p>
            <a:pPr defTabSz="914099" eaLnBrk="0" hangingPunct="0"/>
            <a:r>
              <a:rPr lang="en-US" sz="400" dirty="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Tree>
    <p:extLst>
      <p:ext uri="{BB962C8B-B14F-4D97-AF65-F5344CB8AC3E}">
        <p14:creationId xmlns:p14="http://schemas.microsoft.com/office/powerpoint/2010/main" val="24794252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 Id="rId4" Type="http://schemas.openxmlformats.org/officeDocument/2006/relationships/image" Target="../media/image4.emf"/></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6.jpg"/><Relationship Id="rId1" Type="http://schemas.openxmlformats.org/officeDocument/2006/relationships/slideMaster" Target="../slideMasters/slideMaster1.xml"/><Relationship Id="rId4" Type="http://schemas.openxmlformats.org/officeDocument/2006/relationships/image" Target="../media/image12.jpg"/></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6.jpg"/><Relationship Id="rId1" Type="http://schemas.openxmlformats.org/officeDocument/2006/relationships/slideMaster" Target="../slideMasters/slideMaster1.xml"/><Relationship Id="rId5" Type="http://schemas.openxmlformats.org/officeDocument/2006/relationships/image" Target="../media/image13.jpg"/><Relationship Id="rId4" Type="http://schemas.openxmlformats.org/officeDocument/2006/relationships/image" Target="../media/image12.jp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image" Target="../media/image14.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image" Target="../media/image16.jpg"/><Relationship Id="rId1" Type="http://schemas.openxmlformats.org/officeDocument/2006/relationships/slideMaster" Target="../slideMasters/slideMaster1.xml"/><Relationship Id="rId4" Type="http://schemas.openxmlformats.org/officeDocument/2006/relationships/image" Target="../media/image18.jpg"/></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image" Target="../media/image19.jpg"/><Relationship Id="rId1" Type="http://schemas.openxmlformats.org/officeDocument/2006/relationships/slideMaster" Target="../slideMasters/slideMaster1.xml"/><Relationship Id="rId5" Type="http://schemas.openxmlformats.org/officeDocument/2006/relationships/image" Target="../media/image22.jpg"/><Relationship Id="rId4" Type="http://schemas.openxmlformats.org/officeDocument/2006/relationships/image" Target="../media/image21.jpg"/></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6.jpg"/><Relationship Id="rId1" Type="http://schemas.openxmlformats.org/officeDocument/2006/relationships/slideMaster" Target="../slideMasters/slideMaster1.xml"/><Relationship Id="rId6" Type="http://schemas.openxmlformats.org/officeDocument/2006/relationships/image" Target="../media/image23.jpg"/><Relationship Id="rId5" Type="http://schemas.openxmlformats.org/officeDocument/2006/relationships/image" Target="../media/image13.jpg"/><Relationship Id="rId4" Type="http://schemas.openxmlformats.org/officeDocument/2006/relationships/image" Target="../media/image12.jpg"/></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6.jpg"/><Relationship Id="rId1" Type="http://schemas.openxmlformats.org/officeDocument/2006/relationships/slideMaster" Target="../slideMasters/slideMaster1.xml"/><Relationship Id="rId4" Type="http://schemas.openxmlformats.org/officeDocument/2006/relationships/image" Target="../media/image12.jpg"/></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6.jpg"/><Relationship Id="rId1" Type="http://schemas.openxmlformats.org/officeDocument/2006/relationships/slideMaster" Target="../slideMasters/slideMaster1.xml"/><Relationship Id="rId5" Type="http://schemas.openxmlformats.org/officeDocument/2006/relationships/image" Target="../media/image13.jpg"/><Relationship Id="rId4" Type="http://schemas.openxmlformats.org/officeDocument/2006/relationships/image" Target="../media/image12.jpg"/></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Master" Target="../slideMasters/slideMaster1.xml"/><Relationship Id="rId6" Type="http://schemas.openxmlformats.org/officeDocument/2006/relationships/image" Target="../media/image28.jpeg"/><Relationship Id="rId5" Type="http://schemas.openxmlformats.org/officeDocument/2006/relationships/image" Target="../media/image27.jpeg"/><Relationship Id="rId4" Type="http://schemas.openxmlformats.org/officeDocument/2006/relationships/image" Target="../media/image26.jpe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31.emf"/><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31.emf"/><Relationship Id="rId2" Type="http://schemas.openxmlformats.org/officeDocument/2006/relationships/image" Target="../media/image33.jp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31.emf"/><Relationship Id="rId2" Type="http://schemas.openxmlformats.org/officeDocument/2006/relationships/image" Target="../media/image34.png"/><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31.emf"/><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jpg"/><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6.jpg"/><Relationship Id="rId1" Type="http://schemas.openxmlformats.org/officeDocument/2006/relationships/slideMaster" Target="../slideMasters/slideMaster2.xml"/><Relationship Id="rId4" Type="http://schemas.openxmlformats.org/officeDocument/2006/relationships/image" Target="../media/image12.jpg"/></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6.jpg"/><Relationship Id="rId1" Type="http://schemas.openxmlformats.org/officeDocument/2006/relationships/slideMaster" Target="../slideMasters/slideMaster2.xml"/><Relationship Id="rId5" Type="http://schemas.openxmlformats.org/officeDocument/2006/relationships/image" Target="../media/image13.jpg"/><Relationship Id="rId4" Type="http://schemas.openxmlformats.org/officeDocument/2006/relationships/image" Target="../media/image12.jpg"/></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image" Target="../media/image14.jpg"/><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17.jpg"/><Relationship Id="rId2" Type="http://schemas.openxmlformats.org/officeDocument/2006/relationships/image" Target="../media/image16.jpg"/><Relationship Id="rId1" Type="http://schemas.openxmlformats.org/officeDocument/2006/relationships/slideMaster" Target="../slideMasters/slideMaster2.xml"/><Relationship Id="rId4" Type="http://schemas.openxmlformats.org/officeDocument/2006/relationships/image" Target="../media/image18.jpg"/></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image" Target="../media/image19.jpg"/><Relationship Id="rId1" Type="http://schemas.openxmlformats.org/officeDocument/2006/relationships/slideMaster" Target="../slideMasters/slideMaster2.xml"/><Relationship Id="rId5" Type="http://schemas.openxmlformats.org/officeDocument/2006/relationships/image" Target="../media/image22.jpg"/><Relationship Id="rId4" Type="http://schemas.openxmlformats.org/officeDocument/2006/relationships/image" Target="../media/image21.jpg"/></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6.jpg"/><Relationship Id="rId1" Type="http://schemas.openxmlformats.org/officeDocument/2006/relationships/slideMaster" Target="../slideMasters/slideMaster2.xml"/><Relationship Id="rId6" Type="http://schemas.openxmlformats.org/officeDocument/2006/relationships/image" Target="../media/image23.jpg"/><Relationship Id="rId5" Type="http://schemas.openxmlformats.org/officeDocument/2006/relationships/image" Target="../media/image13.jpg"/><Relationship Id="rId4" Type="http://schemas.openxmlformats.org/officeDocument/2006/relationships/image" Target="../media/image12.jpg"/></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6.jpg"/><Relationship Id="rId1" Type="http://schemas.openxmlformats.org/officeDocument/2006/relationships/slideMaster" Target="../slideMasters/slideMaster2.xml"/><Relationship Id="rId4" Type="http://schemas.openxmlformats.org/officeDocument/2006/relationships/image" Target="../media/image12.jpg"/></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6.jpg"/><Relationship Id="rId1" Type="http://schemas.openxmlformats.org/officeDocument/2006/relationships/slideMaster" Target="../slideMasters/slideMaster2.xml"/><Relationship Id="rId5" Type="http://schemas.openxmlformats.org/officeDocument/2006/relationships/image" Target="../media/image13.jpg"/><Relationship Id="rId4" Type="http://schemas.openxmlformats.org/officeDocument/2006/relationships/image" Target="../media/image12.jpg"/></Relationships>
</file>

<file path=ppt/slideLayouts/_rels/slideLayout82.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image" Target="../media/image24.jpeg"/><Relationship Id="rId1" Type="http://schemas.openxmlformats.org/officeDocument/2006/relationships/slideMaster" Target="../slideMasters/slideMaster2.xml"/><Relationship Id="rId6" Type="http://schemas.openxmlformats.org/officeDocument/2006/relationships/image" Target="../media/image28.jpeg"/><Relationship Id="rId5" Type="http://schemas.openxmlformats.org/officeDocument/2006/relationships/image" Target="../media/image27.jpeg"/><Relationship Id="rId4" Type="http://schemas.openxmlformats.org/officeDocument/2006/relationships/image" Target="../media/image26.jpe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2" Type="http://schemas.openxmlformats.org/officeDocument/2006/relationships/image" Target="../media/image35.jpg"/><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2" Type="http://schemas.openxmlformats.org/officeDocument/2006/relationships/image" Target="../media/image31.emf"/><Relationship Id="rId1" Type="http://schemas.openxmlformats.org/officeDocument/2006/relationships/slideMaster" Target="../slideMasters/slideMaster2.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361F197-BBD3-F0CF-61A3-8C722BAA63DB}"/>
              </a:ext>
            </a:extLst>
          </p:cNvPr>
          <p:cNvPicPr>
            <a:picLocks noChangeAspect="1"/>
          </p:cNvPicPr>
          <p:nvPr userDrawn="1"/>
        </p:nvPicPr>
        <p:blipFill>
          <a:blip r:embed="rId3"/>
          <a:srcRect l="2971" t="27592" r="22666" b="8704"/>
          <a:stretch>
            <a:fillRect/>
          </a:stretch>
        </p:blipFill>
        <p:spPr>
          <a:xfrm>
            <a:off x="293688" y="1892300"/>
            <a:ext cx="9066212" cy="4368800"/>
          </a:xfrm>
          <a:prstGeom prst="rect">
            <a:avLst/>
          </a:prstGeom>
        </p:spPr>
      </p:pic>
      <p:pic>
        <p:nvPicPr>
          <p:cNvPr id="5" name="MS logo gray - EMF" descr="Microsoft logo, gray text version">
            <a:extLst>
              <a:ext uri="{FF2B5EF4-FFF2-40B4-BE49-F238E27FC236}">
                <a16:creationId xmlns:a16="http://schemas.microsoft.com/office/drawing/2014/main" id="{5E852628-66D0-63A4-2D1F-5C71AC7C4B43}"/>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717829122"/>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bwMode="white">
          <a:xfrm>
            <a:off x="584200" y="2425780"/>
            <a:ext cx="5577840" cy="1107996"/>
          </a:xfrm>
          <a:noFill/>
        </p:spPr>
        <p:txBody>
          <a:bodyPr lIns="0" tIns="0" rIns="0" bIns="0" anchor="b" anchorCtr="0">
            <a:spAutoFit/>
          </a:bodyPr>
          <a:lstStyle>
            <a:lvl1pPr algn="l" defTabSz="932742" rtl="0" eaLnBrk="1" latinLnBrk="0" hangingPunct="1">
              <a:lnSpc>
                <a:spcPct val="100000"/>
              </a:lnSpc>
              <a:spcBef>
                <a:spcPct val="0"/>
              </a:spcBef>
              <a:buNone/>
              <a:defRPr lang="en-US" sz="4000" b="0" kern="1200" cap="none" spc="-50" baseline="0" dirty="0">
                <a:ln w="3175">
                  <a:noFill/>
                </a:ln>
                <a:solidFill>
                  <a:schemeClr val="bg1"/>
                </a:solidFill>
                <a:effectLst/>
                <a:latin typeface="Segoe Sans Display Semibold" pitchFamily="2" charset="0"/>
                <a:ea typeface="+mn-ea"/>
                <a:cs typeface="Segoe Sans Display Semibold" pitchFamily="2" charset="0"/>
              </a:defRPr>
            </a:lvl1pPr>
          </a:lstStyle>
          <a:p>
            <a:pPr marL="0" marR="0" lvl="0" indent="0" algn="l" defTabSz="932742" rtl="0" eaLnBrk="1" fontAlgn="auto" latinLnBrk="0" hangingPunct="1">
              <a:lnSpc>
                <a:spcPct val="90000"/>
              </a:lnSpc>
              <a:spcBef>
                <a:spcPct val="0"/>
              </a:spcBef>
              <a:spcAft>
                <a:spcPts val="0"/>
              </a:spcAft>
              <a:buClrTx/>
              <a:buSzPct val="90000"/>
              <a:buFont typeface="Wingdings" panose="05000000000000000000" pitchFamily="2" charset="2"/>
              <a:buNone/>
              <a:tabLst/>
            </a:pPr>
            <a:r>
              <a:rPr lang="en-US" dirty="0"/>
              <a:t>Event name or presentation title </a:t>
            </a:r>
          </a:p>
        </p:txBody>
      </p:sp>
      <p:sp>
        <p:nvSpPr>
          <p:cNvPr id="5" name="Text Placeholder 4"/>
          <p:cNvSpPr>
            <a:spLocks noGrp="1"/>
          </p:cNvSpPr>
          <p:nvPr>
            <p:ph type="body" sz="quarter" idx="12" hasCustomPrompt="1"/>
          </p:nvPr>
        </p:nvSpPr>
        <p:spPr bwMode="white">
          <a:xfrm>
            <a:off x="584199" y="3962399"/>
            <a:ext cx="5577839" cy="276999"/>
          </a:xfrm>
          <a:noFill/>
        </p:spPr>
        <p:txBody>
          <a:bodyPr wrap="square" lIns="0" tIns="0" rIns="0" bIns="0">
            <a:spAutoFit/>
          </a:bodyPr>
          <a:lstStyle>
            <a:lvl1pPr marL="0" indent="0">
              <a:spcBef>
                <a:spcPts val="0"/>
              </a:spcBef>
              <a:buNone/>
              <a:defRPr sz="1800" spc="0" baseline="0">
                <a:solidFill>
                  <a:schemeClr val="bg1"/>
                </a:solidFill>
                <a:latin typeface="+mn-lt"/>
                <a:cs typeface="Segoe UI" panose="020B0502040204020203" pitchFamily="34" charset="0"/>
              </a:defRPr>
            </a:lvl1pPr>
          </a:lstStyle>
          <a:p>
            <a:pPr lvl="0"/>
            <a:r>
              <a:rPr lang="en-US" dirty="0"/>
              <a:t>Speaker name or subtitle text</a:t>
            </a:r>
          </a:p>
        </p:txBody>
      </p:sp>
      <p:pic>
        <p:nvPicPr>
          <p:cNvPr id="2" name="MS logo gray - EMF" descr="Microsoft logo, gray text version">
            <a:extLst>
              <a:ext uri="{FF2B5EF4-FFF2-40B4-BE49-F238E27FC236}">
                <a16:creationId xmlns:a16="http://schemas.microsoft.com/office/drawing/2014/main" id="{29DE1A84-7895-6C86-55F4-BD33491BA5C3}"/>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16331385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44">
          <p15:clr>
            <a:srgbClr val="5ACBF0"/>
          </p15:clr>
        </p15:guide>
        <p15:guide id="4" orient="horz" pos="21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2">
    <p:bg>
      <p:bgPr>
        <a:solidFill>
          <a:srgbClr val="F4F3F5"/>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18223"/>
            <a:ext cx="9144000" cy="615553"/>
          </a:xfrm>
          <a:noFill/>
        </p:spPr>
        <p:txBody>
          <a:bodyPr lIns="0" tIns="0" rIns="0" bIns="0" anchor="b" anchorCtr="0">
            <a:spAutoFit/>
          </a:bodyPr>
          <a:lstStyle>
            <a:lvl1pPr>
              <a:defRPr sz="4000" spc="-50" baseline="0">
                <a:solidFill>
                  <a:schemeClr val="tx1"/>
                </a:solidFill>
                <a:latin typeface="Segoe Sans Display Semibold" pitchFamily="2" charset="0"/>
                <a:cs typeface="Segoe Sans Display Semibold" pitchFamily="2" charset="0"/>
              </a:defRPr>
            </a:lvl1pPr>
          </a:lstStyle>
          <a:p>
            <a:r>
              <a:rPr lang="en-US" dirty="0"/>
              <a:t>Event name or presentation title </a:t>
            </a:r>
          </a:p>
        </p:txBody>
      </p:sp>
      <p:sp>
        <p:nvSpPr>
          <p:cNvPr id="5" name="Text Placeholder 4"/>
          <p:cNvSpPr>
            <a:spLocks noGrp="1"/>
          </p:cNvSpPr>
          <p:nvPr>
            <p:ph type="body" sz="quarter" idx="12" hasCustomPrompt="1"/>
          </p:nvPr>
        </p:nvSpPr>
        <p:spPr>
          <a:xfrm>
            <a:off x="584200" y="3962400"/>
            <a:ext cx="9144000" cy="276999"/>
          </a:xfrm>
          <a:noFill/>
        </p:spPr>
        <p:txBody>
          <a:bodyPr wrap="square" lIns="0" tIns="0" rIns="0" bIns="0">
            <a:spAutoFit/>
          </a:bodyPr>
          <a:lstStyle>
            <a:lvl1pPr marL="0" indent="0">
              <a:spcBef>
                <a:spcPts val="0"/>
              </a:spcBef>
              <a:buNone/>
              <a:defRPr sz="1800" spc="0" baseline="0">
                <a:solidFill>
                  <a:schemeClr val="tx1"/>
                </a:solidFill>
                <a:latin typeface="+mn-lt"/>
                <a:cs typeface="Segoe UI" panose="020B0502040204020203" pitchFamily="34" charset="0"/>
              </a:defRPr>
            </a:lvl1pPr>
          </a:lstStyle>
          <a:p>
            <a:pPr lvl="0"/>
            <a:r>
              <a:rPr lang="en-US" dirty="0"/>
              <a:t>Speaker name or subtitle text</a:t>
            </a:r>
          </a:p>
        </p:txBody>
      </p:sp>
      <p:pic>
        <p:nvPicPr>
          <p:cNvPr id="6" name="MS logo gray - EMF" descr="Microsoft logo, gray text version">
            <a:extLst>
              <a:ext uri="{FF2B5EF4-FFF2-40B4-BE49-F238E27FC236}">
                <a16:creationId xmlns:a16="http://schemas.microsoft.com/office/drawing/2014/main" id="{3B0D12AE-ADCF-1091-117F-BB03F7EC506E}"/>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bwMode="black">
          <a:xfrm>
            <a:off x="584200" y="585788"/>
            <a:ext cx="1366440" cy="292608"/>
          </a:xfrm>
          <a:prstGeom prst="rect">
            <a:avLst/>
          </a:prstGeom>
        </p:spPr>
      </p:pic>
    </p:spTree>
    <p:extLst>
      <p:ext uri="{BB962C8B-B14F-4D97-AF65-F5344CB8AC3E}">
        <p14:creationId xmlns:p14="http://schemas.microsoft.com/office/powerpoint/2010/main" val="534397086"/>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224827369"/>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endParaRPr lang="en-US" dirty="0"/>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96579812"/>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163091465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76242141"/>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wo Column Bulle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endParaRPr lang="en-US" dirty="0"/>
          </a:p>
        </p:txBody>
      </p:sp>
      <p:sp>
        <p:nvSpPr>
          <p:cNvPr id="12" name="Text Placeholder 11">
            <a:extLst>
              <a:ext uri="{FF2B5EF4-FFF2-40B4-BE49-F238E27FC236}">
                <a16:creationId xmlns:a16="http://schemas.microsoft.com/office/drawing/2014/main" id="{DD525736-DEE8-4391-8135-23DE0640053A}"/>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8" name="Text Placeholder 7">
            <a:extLst>
              <a:ext uri="{FF2B5EF4-FFF2-40B4-BE49-F238E27FC236}">
                <a16:creationId xmlns:a16="http://schemas.microsoft.com/office/drawing/2014/main" id="{98E90344-0294-48E2-AAF0-601BB99500E7}"/>
              </a:ext>
            </a:extLst>
          </p:cNvPr>
          <p:cNvSpPr>
            <a:spLocks noGrp="1"/>
          </p:cNvSpPr>
          <p:nvPr>
            <p:ph type="body" sz="quarter" idx="14"/>
          </p:nvPr>
        </p:nvSpPr>
        <p:spPr>
          <a:xfrm>
            <a:off x="584200"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66750" indent="-152400">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1">
            <a:extLst>
              <a:ext uri="{FF2B5EF4-FFF2-40B4-BE49-F238E27FC236}">
                <a16:creationId xmlns:a16="http://schemas.microsoft.com/office/drawing/2014/main" id="{B4F729D4-B1F1-45F2-A06A-40234B19C883}"/>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0" name="Text Placeholder 9">
            <a:extLst>
              <a:ext uri="{FF2B5EF4-FFF2-40B4-BE49-F238E27FC236}">
                <a16:creationId xmlns:a16="http://schemas.microsoft.com/office/drawing/2014/main" id="{D1F896FB-325C-4849-B372-8DF0D6C0562C}"/>
              </a:ext>
            </a:extLst>
          </p:cNvPr>
          <p:cNvSpPr>
            <a:spLocks noGrp="1"/>
          </p:cNvSpPr>
          <p:nvPr>
            <p:ph type="body" sz="quarter" idx="15"/>
          </p:nvPr>
        </p:nvSpPr>
        <p:spPr>
          <a:xfrm>
            <a:off x="6397625"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85800" indent="-136525">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88613108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endParaRPr lang="en-US" dirty="0"/>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Box 2">
            <a:extLst>
              <a:ext uri="{FF2B5EF4-FFF2-40B4-BE49-F238E27FC236}">
                <a16:creationId xmlns:a16="http://schemas.microsoft.com/office/drawing/2014/main" id="{CFADFBB8-E1C1-D5AB-8154-CBA2D9EFB6B9}"/>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1656897228"/>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spAutoFit/>
          </a:bodyPr>
          <a:lstStyle/>
          <a:p>
            <a:r>
              <a:rPr lang="en-US"/>
              <a:t>Click to edit Master title style</a:t>
            </a:r>
            <a:endParaRPr lang="en-US" dirty="0"/>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77113435"/>
      </p:ext>
    </p:extLst>
  </p:cSld>
  <p:clrMapOvr>
    <a:masterClrMapping/>
  </p:clrMapOvr>
  <p:transition>
    <p:fade/>
  </p:transition>
  <p:extLst>
    <p:ext uri="{DCECCB84-F9BA-43D5-87BE-67443E8EF086}">
      <p15:sldGuideLst xmlns:p15="http://schemas.microsoft.com/office/powerpoint/2012/main">
        <p15:guide id="3" orient="horz" pos="1506">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endParaRPr lang="en-US" dirty="0"/>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045265676"/>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436">
          <p15:clr>
            <a:srgbClr val="5ACBF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Fiv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endParaRPr lang="en-US" dirty="0"/>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hasCustomPrompt="1"/>
          </p:nvPr>
        </p:nvSpPr>
        <p:spPr>
          <a:xfrm>
            <a:off x="584200"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hasCustomPrompt="1"/>
          </p:nvPr>
        </p:nvSpPr>
        <p:spPr>
          <a:xfrm>
            <a:off x="2849007"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2849007"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hasCustomPrompt="1"/>
          </p:nvPr>
        </p:nvSpPr>
        <p:spPr>
          <a:xfrm>
            <a:off x="5113814"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5113814"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hasCustomPrompt="1"/>
          </p:nvPr>
        </p:nvSpPr>
        <p:spPr>
          <a:xfrm>
            <a:off x="7378621"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7378621"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11">
            <a:extLst>
              <a:ext uri="{FF2B5EF4-FFF2-40B4-BE49-F238E27FC236}">
                <a16:creationId xmlns:a16="http://schemas.microsoft.com/office/drawing/2014/main" id="{540485AC-5036-400C-92C3-D3E9EC0252BC}"/>
              </a:ext>
            </a:extLst>
          </p:cNvPr>
          <p:cNvSpPr>
            <a:spLocks noGrp="1"/>
          </p:cNvSpPr>
          <p:nvPr>
            <p:ph type="body" sz="quarter" idx="22" hasCustomPrompt="1"/>
          </p:nvPr>
        </p:nvSpPr>
        <p:spPr>
          <a:xfrm>
            <a:off x="9643428"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12" name="Text Placeholder 9">
            <a:extLst>
              <a:ext uri="{FF2B5EF4-FFF2-40B4-BE49-F238E27FC236}">
                <a16:creationId xmlns:a16="http://schemas.microsoft.com/office/drawing/2014/main" id="{F90290A2-7689-4DF5-971A-36C2D9173411}"/>
              </a:ext>
            </a:extLst>
          </p:cNvPr>
          <p:cNvSpPr>
            <a:spLocks noGrp="1"/>
          </p:cNvSpPr>
          <p:nvPr>
            <p:ph type="body" sz="quarter" idx="23"/>
          </p:nvPr>
        </p:nvSpPr>
        <p:spPr>
          <a:xfrm>
            <a:off x="9643428"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80324421"/>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610">
          <p15:clr>
            <a:srgbClr val="5ACBF0"/>
          </p15:clr>
        </p15:guide>
        <p15:guide id="7" pos="1795">
          <p15:clr>
            <a:srgbClr val="5ACBF0"/>
          </p15:clr>
        </p15:guide>
        <p15:guide id="8" pos="3035">
          <p15:clr>
            <a:srgbClr val="5ACBF0"/>
          </p15:clr>
        </p15:guide>
        <p15:guide id="9" pos="3221">
          <p15:clr>
            <a:srgbClr val="5ACBF0"/>
          </p15:clr>
        </p15:guide>
        <p15:guide id="10" pos="4461">
          <p15:clr>
            <a:srgbClr val="5ACBF0"/>
          </p15:clr>
        </p15:guide>
        <p15:guide id="11" pos="5890">
          <p15:clr>
            <a:srgbClr val="5ACBF0"/>
          </p15:clr>
        </p15:guide>
        <p15:guide id="12" orient="horz" pos="1436">
          <p15:clr>
            <a:srgbClr val="5ACBF0"/>
          </p15:clr>
        </p15:guide>
        <p15:guide id="13" pos="4646">
          <p15:clr>
            <a:srgbClr val="5ACBF0"/>
          </p15:clr>
        </p15:guide>
        <p15:guide id="14" pos="6072">
          <p15:clr>
            <a:srgbClr val="5ACBF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210317252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itle Only - left sid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4" y="2875002"/>
            <a:ext cx="4127692" cy="1107996"/>
          </a:xfrm>
        </p:spPr>
        <p:txBody>
          <a:bodyPr wrap="square" anchor="ctr">
            <a:spAutoFit/>
          </a:bodyPr>
          <a:lstStyle/>
          <a:p>
            <a:r>
              <a:rPr lang="en-US"/>
              <a:t>Click to edit Master title style</a:t>
            </a:r>
            <a:endParaRPr lang="en-US" dirty="0"/>
          </a:p>
        </p:txBody>
      </p:sp>
    </p:spTree>
    <p:extLst>
      <p:ext uri="{BB962C8B-B14F-4D97-AF65-F5344CB8AC3E}">
        <p14:creationId xmlns:p14="http://schemas.microsoft.com/office/powerpoint/2010/main" val="428162674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30" orient="horz" pos="288">
          <p15:clr>
            <a:srgbClr val="5ACBF0"/>
          </p15:clr>
        </p15:guide>
        <p15:guide id="32" orient="horz" pos="2160">
          <p15:clr>
            <a:srgbClr val="5ACBF0"/>
          </p15:clr>
        </p15:guide>
        <p15:guide id="33" pos="2976">
          <p15:clr>
            <a:srgbClr val="5ACBF0"/>
          </p15:clr>
        </p15:guide>
        <p15:guide id="34" pos="3336">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endParaRPr lang="en-US" dirty="0"/>
          </a:p>
        </p:txBody>
      </p:sp>
    </p:spTree>
    <p:extLst>
      <p:ext uri="{BB962C8B-B14F-4D97-AF65-F5344CB8AC3E}">
        <p14:creationId xmlns:p14="http://schemas.microsoft.com/office/powerpoint/2010/main" val="3330333449"/>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52">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pos="3840">
          <p15:clr>
            <a:srgbClr val="5ACBF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588963"/>
            <a:ext cx="4158362" cy="2535236"/>
          </a:xfrm>
        </p:spPr>
        <p:txBody>
          <a:bodyPr anchor="b"/>
          <a:lstStyle>
            <a:lvl1pPr>
              <a:defRPr/>
            </a:lvl1pPr>
          </a:lstStyle>
          <a:p>
            <a:r>
              <a:rPr lang="en-US" dirty="0"/>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0"/>
            <a:ext cx="4162425" cy="2733497"/>
          </a:xfrm>
        </p:spPr>
        <p:txBody>
          <a:bodyPr/>
          <a:lstStyle>
            <a:lvl1pPr marL="0" indent="0">
              <a:buNone/>
              <a:defRPr sz="22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6" name="TextBox 5">
            <a:extLst>
              <a:ext uri="{FF2B5EF4-FFF2-40B4-BE49-F238E27FC236}">
                <a16:creationId xmlns:a16="http://schemas.microsoft.com/office/drawing/2014/main" id="{16BDF4B0-32EF-4DA8-9A83-B73DD831057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2327447213"/>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585788"/>
            <a:ext cx="4159950" cy="5683249"/>
          </a:xfrm>
        </p:spPr>
        <p:txBody>
          <a:bodyPr anchor="ctr"/>
          <a:lstStyle/>
          <a:p>
            <a:r>
              <a:rPr lang="en-US"/>
              <a:t>Click to edit Master title style</a:t>
            </a:r>
            <a:endParaRPr lang="en-US" dirty="0"/>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5" name="TextBox 4">
            <a:extLst>
              <a:ext uri="{FF2B5EF4-FFF2-40B4-BE49-F238E27FC236}">
                <a16:creationId xmlns:a16="http://schemas.microsoft.com/office/drawing/2014/main" id="{8A09A47B-FEF5-47F3-B2DD-A73E7C3234AF}"/>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2925968167"/>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5" orient="horz" pos="2160">
          <p15:clr>
            <a:srgbClr val="5ACBF0"/>
          </p15:clr>
        </p15:guide>
        <p15:guide id="6" pos="2991">
          <p15:clr>
            <a:srgbClr val="5ACBF0"/>
          </p15:clr>
        </p15:guide>
        <p15:guide id="7" pos="3728">
          <p15:clr>
            <a:srgbClr val="C35EA4"/>
          </p15:clr>
        </p15:guide>
        <p15:guide id="8" pos="3544">
          <p15:clr>
            <a:srgbClr val="A4A3A4"/>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3289300"/>
          </a:xfrm>
        </p:spPr>
        <p:txBody>
          <a:bodyPr anchor="t"/>
          <a:lstStyle>
            <a:lvl1pPr>
              <a:defRPr sz="2800"/>
            </a:lvl1pPr>
          </a:lstStyle>
          <a:p>
            <a:r>
              <a:rPr lang="en-US" dirty="0"/>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5" name="TextBox 4">
            <a:extLst>
              <a:ext uri="{FF2B5EF4-FFF2-40B4-BE49-F238E27FC236}">
                <a16:creationId xmlns:a16="http://schemas.microsoft.com/office/drawing/2014/main" id="{6C2F1290-9237-4BEE-AAAC-6708F286265B}"/>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2363888581"/>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0"/>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600" spc="0">
                <a:solidFill>
                  <a:srgbClr val="FFFFFF"/>
                </a:solidFill>
              </a:defRPr>
            </a:lvl1pPr>
          </a:lstStyle>
          <a:p>
            <a:r>
              <a:rPr lang="en-US"/>
              <a:t>Click to edit Master title style</a:t>
            </a:r>
            <a:endParaRPr lang="en-US" dirty="0"/>
          </a:p>
        </p:txBody>
      </p:sp>
      <p:sp>
        <p:nvSpPr>
          <p:cNvPr id="6" name="TextBox 5">
            <a:extLst>
              <a:ext uri="{FF2B5EF4-FFF2-40B4-BE49-F238E27FC236}">
                <a16:creationId xmlns:a16="http://schemas.microsoft.com/office/drawing/2014/main" id="{03F619C2-B134-493A-AB9F-5DE39C929931}"/>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2446173974"/>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dirty="0"/>
              <a:t>Click to edit </a:t>
            </a:r>
            <a:br>
              <a:rPr lang="en-US" dirty="0"/>
            </a:br>
            <a:r>
              <a:rPr lang="en-US" dirty="0"/>
              <a:t>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1340605611"/>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a:ln>
            <a:noFill/>
          </a:ln>
        </p:spPr>
        <p:txBody>
          <a:bodyPr lIns="585216" tIns="585216" rIns="585216" bIns="585216" anchor="ctr">
            <a:noAutofit/>
          </a:bodyPr>
          <a:lstStyle>
            <a:lvl1pPr algn="r">
              <a:defRPr sz="3600" spc="0">
                <a:solidFill>
                  <a:srgbClr val="FFFFFF"/>
                </a:solidFill>
              </a:defRPr>
            </a:lvl1pPr>
          </a:lstStyle>
          <a:p>
            <a:r>
              <a:rPr lang="en-US" dirty="0"/>
              <a:t>Click to edit </a:t>
            </a:r>
            <a:br>
              <a:rPr lang="en-US" dirty="0"/>
            </a:br>
            <a:r>
              <a:rPr lang="en-US" dirty="0"/>
              <a:t>Master title style</a:t>
            </a:r>
          </a:p>
        </p:txBody>
      </p:sp>
      <p:sp>
        <p:nvSpPr>
          <p:cNvPr id="6" name="TextBox 5">
            <a:extLst>
              <a:ext uri="{FF2B5EF4-FFF2-40B4-BE49-F238E27FC236}">
                <a16:creationId xmlns:a16="http://schemas.microsoft.com/office/drawing/2014/main" id="{A629011D-E3B4-416F-9D7F-7A99AE49F65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2328480577"/>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157216"/>
            <a:ext cx="11018520" cy="1111822"/>
          </a:xfrm>
        </p:spPr>
        <p:txBody>
          <a:bodyPr anchor="ctr"/>
          <a:lstStyle>
            <a:lvl1pPr algn="ctr">
              <a:defRPr/>
            </a:lvl1pPr>
          </a:lstStyle>
          <a:p>
            <a:r>
              <a:rPr lang="en-US"/>
              <a:t>Click to edit Master title style</a:t>
            </a:r>
            <a:endParaRPr lang="en-US" dirty="0"/>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blipFill>
            <a:blip r:embed="rId2"/>
            <a:stretch>
              <a:fillRect/>
            </a:stretch>
          </a:blipFill>
        </p:spPr>
        <p:txBody>
          <a:bodyPr vert="horz" wrap="square" lIns="0" tIns="1280160" rIns="0" bIns="0" rtlCol="0" anchor="t" anchorCtr="0">
            <a:noAutofit/>
          </a:bodyPr>
          <a:lstStyle>
            <a:lvl1pPr marL="0" indent="0" algn="ctr">
              <a:buNone/>
              <a:defRPr lang="en-US" sz="1400" b="1" dirty="0">
                <a:solidFill>
                  <a:srgbClr val="000000"/>
                </a:solidFill>
              </a:defRPr>
            </a:lvl1pPr>
          </a:lstStyle>
          <a:p>
            <a:pPr marL="228600" lvl="0" indent="-228600" algn="ctr"/>
            <a:r>
              <a:rPr lang="en-US" dirty="0"/>
              <a:t>Drag &amp; drop your photo here </a:t>
            </a:r>
            <a:br>
              <a:rPr lang="en-US" dirty="0"/>
            </a:br>
            <a:r>
              <a:rPr lang="en-US" dirty="0"/>
              <a:t>or click or tap icon below </a:t>
            </a:r>
            <a:br>
              <a:rPr lang="en-US" dirty="0"/>
            </a:br>
            <a:r>
              <a:rPr lang="en-US" dirty="0"/>
              <a:t>to insert</a:t>
            </a:r>
          </a:p>
        </p:txBody>
      </p:sp>
      <p:sp>
        <p:nvSpPr>
          <p:cNvPr id="5" name="TextBox 4">
            <a:extLst>
              <a:ext uri="{FF2B5EF4-FFF2-40B4-BE49-F238E27FC236}">
                <a16:creationId xmlns:a16="http://schemas.microsoft.com/office/drawing/2014/main" id="{3A996C37-D0C9-4349-A860-B639C4EB9D5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654328601"/>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585788"/>
            <a:ext cx="11018520" cy="1114996"/>
          </a:xfrm>
        </p:spPr>
        <p:txBody>
          <a:bodyPr anchor="ctr"/>
          <a:lstStyle>
            <a:lvl1pPr algn="ctr">
              <a:defRPr/>
            </a:lvl1pPr>
          </a:lstStyle>
          <a:p>
            <a:r>
              <a:rPr lang="en-US"/>
              <a:t>Click to edit Master title style</a:t>
            </a:r>
            <a:endParaRPr lang="en-US" dirty="0"/>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371600" rIns="0" bIns="0" rtlCol="0" anchor="t" anchorCtr="0">
            <a:noAutofit/>
          </a:bodyPr>
          <a:lstStyle>
            <a:lvl1pPr marL="0" indent="0" algn="ctr">
              <a:buNone/>
              <a:defRPr lang="en-US" sz="1400" b="1" dirty="0">
                <a:solidFill>
                  <a:srgbClr val="000000"/>
                </a:solidFill>
              </a:defRPr>
            </a:lvl1pPr>
          </a:lstStyle>
          <a:p>
            <a:pPr marL="228600" lvl="0" indent="-228600" algn="ctr"/>
            <a:r>
              <a:rPr lang="en-US" dirty="0"/>
              <a:t>Drag &amp; drop your photo here </a:t>
            </a:r>
            <a:br>
              <a:rPr lang="en-US" dirty="0"/>
            </a:br>
            <a:r>
              <a:rPr lang="en-US" dirty="0"/>
              <a:t>or click or tap icon below </a:t>
            </a:r>
            <a:br>
              <a:rPr lang="en-US" dirty="0"/>
            </a:br>
            <a:r>
              <a:rPr lang="en-US" dirty="0"/>
              <a:t>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122900082"/>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0"/>
            <a:ext cx="11018520" cy="983234"/>
          </a:xfrm>
        </p:spPr>
        <p:txBody>
          <a:body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dirty="0"/>
              <a:t>Drag &amp; drop your photo here </a:t>
            </a:r>
            <a:br>
              <a:rPr lang="en-US" dirty="0"/>
            </a:br>
            <a:r>
              <a:rPr lang="en-US" dirty="0"/>
              <a:t>or click or tap icon below </a:t>
            </a:r>
            <a:br>
              <a:rPr lang="en-US" dirty="0"/>
            </a:br>
            <a:r>
              <a:rPr lang="en-US" dirty="0"/>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3"/>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dirty="0"/>
              <a:t>Drag &amp; drop your photo here </a:t>
            </a:r>
            <a:br>
              <a:rPr lang="en-US" dirty="0"/>
            </a:br>
            <a:r>
              <a:rPr lang="en-US" dirty="0"/>
              <a:t>or click or tap icon below </a:t>
            </a:r>
            <a:br>
              <a:rPr lang="en-US" dirty="0"/>
            </a:br>
            <a:r>
              <a:rPr lang="en-US" dirty="0"/>
              <a:t>to insert</a:t>
            </a:r>
          </a:p>
        </p:txBody>
      </p:sp>
      <p:sp>
        <p:nvSpPr>
          <p:cNvPr id="10" name="TextBox 9">
            <a:extLst>
              <a:ext uri="{FF2B5EF4-FFF2-40B4-BE49-F238E27FC236}">
                <a16:creationId xmlns:a16="http://schemas.microsoft.com/office/drawing/2014/main" id="{CAF59E09-7602-42B9-AB0C-9D1365A9EBB2}"/>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856823867"/>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guide id="8" orient="horz" pos="3464">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983234"/>
          </a:xfrm>
        </p:spPr>
        <p:txBody>
          <a:body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0"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3"/>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1"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3" y="2025650"/>
            <a:ext cx="3474720" cy="3474720"/>
          </a:xfrm>
          <a:blipFill>
            <a:blip r:embed="rId4"/>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231357119"/>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guide id="10" orient="horz" pos="3465">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983234"/>
          </a:xfrm>
        </p:spPr>
        <p:txBody>
          <a:body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0"/>
            <a:ext cx="2532888" cy="2532888"/>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4" y="2025650"/>
            <a:ext cx="2532888" cy="2532888"/>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3895" y="2025650"/>
            <a:ext cx="2532888" cy="2532888"/>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Dag &amp; drop your photo here </a:t>
            </a:r>
            <a:br>
              <a:rPr lang="en-US" dirty="0"/>
            </a:br>
            <a:r>
              <a:rPr lang="en-US" dirty="0"/>
              <a:t>or click or tap icon below </a:t>
            </a:r>
            <a:br>
              <a:rPr lang="en-US" dirty="0"/>
            </a:br>
            <a:r>
              <a:rPr lang="en-US" dirty="0"/>
              <a:t>to insert</a:t>
            </a:r>
          </a:p>
        </p:txBody>
      </p:sp>
      <p:sp>
        <p:nvSpPr>
          <p:cNvPr id="16" name="TextBox 15">
            <a:extLst>
              <a:ext uri="{FF2B5EF4-FFF2-40B4-BE49-F238E27FC236}">
                <a16:creationId xmlns:a16="http://schemas.microsoft.com/office/drawing/2014/main" id="{5CF56B00-AAD4-4F4F-8228-B6CF8367DE0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1991869532"/>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2870">
          <p15:clr>
            <a:srgbClr val="5ACBF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Two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5334000"/>
            <a:ext cx="4892040" cy="9350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6062472" cy="2807208"/>
          </a:xfrm>
          <a:blipFill>
            <a:blip r:embed="rId2"/>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6714744" y="5334000"/>
            <a:ext cx="4892040" cy="938212"/>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6129528" y="2286000"/>
            <a:ext cx="6062472" cy="2807208"/>
          </a:xfrm>
          <a:blipFill>
            <a:blip r:embed="rId3"/>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4" name="TextBox 3">
            <a:extLst>
              <a:ext uri="{FF2B5EF4-FFF2-40B4-BE49-F238E27FC236}">
                <a16:creationId xmlns:a16="http://schemas.microsoft.com/office/drawing/2014/main" id="{6AAE597A-BE1E-6B1F-960D-A90DC95443A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4166138305"/>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4" orient="horz" pos="3209">
          <p15:clr>
            <a:srgbClr val="5ACBF0"/>
          </p15:clr>
        </p15:guide>
        <p15:guide id="5" pos="3826">
          <p15:clr>
            <a:srgbClr val="5ACBF0"/>
          </p15:clr>
        </p15:guide>
        <p15:guide id="6" pos="3859">
          <p15:clr>
            <a:srgbClr val="5ACBF0"/>
          </p15:clr>
        </p15:guide>
        <p15:guide id="11" pos="1910">
          <p15:clr>
            <a:srgbClr val="5ACBF0"/>
          </p15:clr>
        </p15:guide>
        <p15:guide id="12" pos="5770">
          <p15:clr>
            <a:srgbClr val="5ACBF0"/>
          </p15:clr>
        </p15:guide>
        <p15:guide id="13" orient="horz" pos="3360">
          <p15:clr>
            <a:srgbClr val="5ACBF0"/>
          </p15:clr>
        </p15:guide>
        <p15:guide id="14" orient="horz">
          <p15:clr>
            <a:srgbClr val="5ACBF0"/>
          </p15:clr>
        </p15:guide>
        <p15:guide id="15" pos="3451">
          <p15:clr>
            <a:srgbClr val="5ACBF0"/>
          </p15:clr>
        </p15:guide>
        <p15:guide id="16" pos="4229">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hre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7"/>
            <a:ext cx="11018520" cy="1115568"/>
          </a:xfrm>
        </p:spPr>
        <p:txBody>
          <a:bodyPr anchor="ctr"/>
          <a:lstStyle>
            <a:lvl1pPr algn="ctr">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285292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4023360"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4669536" y="4799409"/>
            <a:ext cx="285292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4084320" y="2286000"/>
            <a:ext cx="4023360"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8753856" y="4799410"/>
            <a:ext cx="285292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8168640" y="2286000"/>
            <a:ext cx="4023360"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3" name="TextBox 2">
            <a:extLst>
              <a:ext uri="{FF2B5EF4-FFF2-40B4-BE49-F238E27FC236}">
                <a16:creationId xmlns:a16="http://schemas.microsoft.com/office/drawing/2014/main" id="{42B999C7-F5A8-46A6-92C5-AA3BE4E2693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2736824570"/>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2534">
          <p15:clr>
            <a:srgbClr val="5ACBF0"/>
          </p15:clr>
        </p15:guide>
        <p15:guide id="6" pos="2573">
          <p15:clr>
            <a:srgbClr val="5ACBF0"/>
          </p15:clr>
        </p15:guide>
        <p15:guide id="8" pos="5109">
          <p15:clr>
            <a:srgbClr val="5ACBF0"/>
          </p15:clr>
        </p15:guide>
        <p15:guide id="9" pos="5145">
          <p15:clr>
            <a:srgbClr val="5ACBF0"/>
          </p15:clr>
        </p15:guide>
        <p15:guide id="11" pos="1266">
          <p15:clr>
            <a:srgbClr val="5ACBF0"/>
          </p15:clr>
        </p15:guide>
        <p15:guide id="12" pos="3840">
          <p15:clr>
            <a:srgbClr val="5ACBF0"/>
          </p15:clr>
        </p15:guide>
        <p15:guide id="13" pos="6414">
          <p15:clr>
            <a:srgbClr val="5ACBF0"/>
          </p15:clr>
        </p15:guide>
        <p15:guide id="14" orient="horz" pos="1074">
          <p15:clr>
            <a:srgbClr val="5ACBF0"/>
          </p15:clr>
        </p15:guide>
        <p15:guide id="15" pos="2168">
          <p15:clr>
            <a:srgbClr val="5ACBF0"/>
          </p15:clr>
        </p15:guide>
        <p15:guide id="16" pos="2944">
          <p15:clr>
            <a:srgbClr val="5ACBF0"/>
          </p15:clr>
        </p15:guide>
        <p15:guide id="17" pos="4738">
          <p15:clr>
            <a:srgbClr val="5ACBF0"/>
          </p15:clr>
        </p15:guide>
        <p15:guide id="18" pos="5514">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Four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1828800"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999232"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3649472" y="4799409"/>
            <a:ext cx="1828800"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3064256" y="2286000"/>
            <a:ext cx="2999232"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6713728" y="4799410"/>
            <a:ext cx="1828800"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6128512" y="2286000"/>
            <a:ext cx="2999232"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9777984" y="4799409"/>
            <a:ext cx="1828800"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9192768" y="2286000"/>
            <a:ext cx="2999232"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Dag &amp; drop your photo here </a:t>
            </a:r>
            <a:br>
              <a:rPr lang="en-US" dirty="0"/>
            </a:br>
            <a:r>
              <a:rPr lang="en-US" dirty="0"/>
              <a:t>or click or tap icon below </a:t>
            </a:r>
            <a:br>
              <a:rPr lang="en-US" dirty="0"/>
            </a:br>
            <a:r>
              <a:rPr lang="en-US" dirty="0"/>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8010186"/>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1890">
          <p15:clr>
            <a:srgbClr val="5ACBF0"/>
          </p15:clr>
        </p15:guide>
        <p15:guide id="6" pos="1930">
          <p15:clr>
            <a:srgbClr val="5ACBF0"/>
          </p15:clr>
        </p15:guide>
        <p15:guide id="7" pos="5749">
          <p15:clr>
            <a:srgbClr val="5ACBF0"/>
          </p15:clr>
        </p15:guide>
        <p15:guide id="8" pos="3820">
          <p15:clr>
            <a:srgbClr val="5ACBF0"/>
          </p15:clr>
        </p15:guide>
        <p15:guide id="9" pos="3860">
          <p15:clr>
            <a:srgbClr val="5ACBF0"/>
          </p15:clr>
        </p15:guide>
        <p15:guide id="10" pos="5789">
          <p15:clr>
            <a:srgbClr val="5ACBF0"/>
          </p15:clr>
        </p15:guide>
        <p15:guide id="11" pos="944">
          <p15:clr>
            <a:srgbClr val="5ACBF0"/>
          </p15:clr>
        </p15:guide>
        <p15:guide id="12" pos="2876">
          <p15:clr>
            <a:srgbClr val="5ACBF0"/>
          </p15:clr>
        </p15:guide>
        <p15:guide id="13" pos="4807">
          <p15:clr>
            <a:srgbClr val="5ACBF0"/>
          </p15:clr>
        </p15:guide>
        <p15:guide id="14" pos="6736">
          <p15:clr>
            <a:srgbClr val="5ACBF0"/>
          </p15:clr>
        </p15:guide>
        <p15:guide id="15" orient="horz">
          <p15:clr>
            <a:srgbClr val="5ACBF0"/>
          </p15:clr>
        </p15:guide>
        <p15:guide id="16" pos="1524">
          <p15:clr>
            <a:srgbClr val="5ACBF0"/>
          </p15:clr>
        </p15:guide>
        <p15:guide id="17" pos="2298">
          <p15:clr>
            <a:srgbClr val="5ACBF0"/>
          </p15:clr>
        </p15:guide>
        <p15:guide id="18" pos="3450">
          <p15:clr>
            <a:srgbClr val="5ACBF0"/>
          </p15:clr>
        </p15:guide>
        <p15:guide id="19" pos="4230">
          <p15:clr>
            <a:srgbClr val="5ACBF0"/>
          </p15:clr>
        </p15:guide>
        <p15:guide id="20" pos="5380">
          <p15:clr>
            <a:srgbClr val="5ACBF0"/>
          </p15:clr>
        </p15:guide>
        <p15:guide id="21" pos="6156">
          <p15:clr>
            <a:srgbClr val="5ACBF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Fiv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292608" y="4800600"/>
            <a:ext cx="180136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386584"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2743962" y="4799409"/>
            <a:ext cx="180136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2451354" y="2286000"/>
            <a:ext cx="2386584"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5195316" y="4799410"/>
            <a:ext cx="180136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4902708" y="2286000"/>
            <a:ext cx="2386584"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7646670"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7354062" y="2286000"/>
            <a:ext cx="2386584"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Dag &amp; drop your photo here </a:t>
            </a:r>
            <a:br>
              <a:rPr lang="en-US" dirty="0"/>
            </a:br>
            <a:r>
              <a:rPr lang="en-US" dirty="0"/>
              <a:t>or click or tap icon below </a:t>
            </a:r>
            <a:br>
              <a:rPr lang="en-US" dirty="0"/>
            </a:br>
            <a:r>
              <a:rPr lang="en-US" dirty="0"/>
              <a:t>to insert</a:t>
            </a:r>
          </a:p>
        </p:txBody>
      </p:sp>
      <p:sp>
        <p:nvSpPr>
          <p:cNvPr id="21" name="Text Placeholder 3">
            <a:extLst>
              <a:ext uri="{FF2B5EF4-FFF2-40B4-BE49-F238E27FC236}">
                <a16:creationId xmlns:a16="http://schemas.microsoft.com/office/drawing/2014/main" id="{5B1B6F72-F14C-40F1-8B29-8620AA34DC63}"/>
              </a:ext>
            </a:extLst>
          </p:cNvPr>
          <p:cNvSpPr>
            <a:spLocks noGrp="1"/>
          </p:cNvSpPr>
          <p:nvPr>
            <p:ph type="body" sz="quarter" idx="22"/>
          </p:nvPr>
        </p:nvSpPr>
        <p:spPr>
          <a:xfrm>
            <a:off x="10098024"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Picture Placeholder" descr="This photo is a 'placeholder' only. Drag or drop your photo here, or click and tap the center to insert a photo.">
            <a:extLst>
              <a:ext uri="{FF2B5EF4-FFF2-40B4-BE49-F238E27FC236}">
                <a16:creationId xmlns:a16="http://schemas.microsoft.com/office/drawing/2014/main" id="{2AD682C7-20D7-4ED0-99A7-C8530DAC8612}"/>
              </a:ext>
            </a:extLst>
          </p:cNvPr>
          <p:cNvSpPr>
            <a:spLocks noGrp="1"/>
          </p:cNvSpPr>
          <p:nvPr>
            <p:ph type="pic" sz="quarter" idx="21" hasCustomPrompt="1"/>
          </p:nvPr>
        </p:nvSpPr>
        <p:spPr bwMode="ltGray">
          <a:xfrm>
            <a:off x="9805416" y="2286000"/>
            <a:ext cx="2386584" cy="2286000"/>
          </a:xfrm>
          <a:blipFill>
            <a:blip r:embed="rId6"/>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Dag &amp; drop your photo here </a:t>
            </a:r>
            <a:br>
              <a:rPr lang="en-US" dirty="0"/>
            </a:br>
            <a:r>
              <a:rPr lang="en-US" dirty="0"/>
              <a:t>or click or tap icon below </a:t>
            </a:r>
            <a:br>
              <a:rPr lang="en-US" dirty="0"/>
            </a:br>
            <a:r>
              <a:rPr lang="en-US" dirty="0"/>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836742160"/>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8" pos="4631">
          <p15:clr>
            <a:srgbClr val="5ACBF0"/>
          </p15:clr>
        </p15:guide>
        <p15:guide id="9" pos="4593">
          <p15:clr>
            <a:srgbClr val="5ACBF0"/>
          </p15:clr>
        </p15:guide>
        <p15:guide id="10" pos="6134">
          <p15:clr>
            <a:srgbClr val="5ACBF0"/>
          </p15:clr>
        </p15:guide>
        <p15:guide id="11" pos="1323">
          <p15:clr>
            <a:srgbClr val="5ACBF0"/>
          </p15:clr>
        </p15:guide>
        <p15:guide id="12" pos="2865">
          <p15:clr>
            <a:srgbClr val="5ACBF0"/>
          </p15:clr>
        </p15:guide>
        <p15:guide id="13" pos="4815">
          <p15:clr>
            <a:srgbClr val="5ACBF0"/>
          </p15:clr>
        </p15:guide>
        <p15:guide id="14" pos="6361">
          <p15:clr>
            <a:srgbClr val="5ACBF0"/>
          </p15:clr>
        </p15:guide>
        <p15:guide id="15" orient="horz">
          <p15:clr>
            <a:srgbClr val="5ACBF0"/>
          </p15:clr>
        </p15:guide>
        <p15:guide id="16" pos="1727">
          <p15:clr>
            <a:srgbClr val="5ACBF0"/>
          </p15:clr>
        </p15:guide>
        <p15:guide id="17" pos="2294">
          <p15:clr>
            <a:srgbClr val="5ACBF0"/>
          </p15:clr>
        </p15:guide>
        <p15:guide id="18" pos="3273">
          <p15:clr>
            <a:srgbClr val="5ACBF0"/>
          </p15:clr>
        </p15:guide>
        <p15:guide id="19" pos="4411">
          <p15:clr>
            <a:srgbClr val="5ACBF0"/>
          </p15:clr>
        </p15:guide>
        <p15:guide id="21" pos="6179">
          <p15:clr>
            <a:srgbClr val="5ACBF0"/>
          </p15:clr>
        </p15:guide>
        <p15:guide id="22" pos="1501">
          <p15:clr>
            <a:srgbClr val="5ACBF0"/>
          </p15:clr>
        </p15:guide>
        <p15:guide id="23" pos="1543">
          <p15:clr>
            <a:srgbClr val="5ACBF0"/>
          </p15:clr>
        </p15:guide>
        <p15:guide id="24" pos="3049">
          <p15:clr>
            <a:srgbClr val="5ACBF0"/>
          </p15:clr>
        </p15:guide>
        <p15:guide id="25" pos="3088">
          <p15:clr>
            <a:srgbClr val="5ACBF0"/>
          </p15:clr>
        </p15:guide>
        <p15:guide id="26" pos="5954">
          <p15:clr>
            <a:srgbClr val="5ACBF0"/>
          </p15:clr>
        </p15:guide>
        <p15:guide id="27" pos="3840">
          <p15:clr>
            <a:srgbClr val="5ACBF0"/>
          </p15:clr>
        </p15:guide>
        <p15:guide id="28" pos="5386">
          <p15:clr>
            <a:srgbClr val="5ACBF0"/>
          </p15:clr>
        </p15:guide>
        <p15:guide id="29" pos="753">
          <p15:clr>
            <a:srgbClr val="5ACBF0"/>
          </p15:clr>
        </p15:guide>
        <p15:guide id="30" pos="6927">
          <p15:clr>
            <a:srgbClr val="5ACBF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hre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8962"/>
            <a:ext cx="11018520" cy="1115568"/>
          </a:xfrm>
        </p:spPr>
        <p:txBody>
          <a:bodyPr anchor="ctr"/>
          <a:lstStyle>
            <a:lvl1pPr algn="ctr">
              <a:defRPr/>
            </a:lvl1pPr>
          </a:lstStyle>
          <a:p>
            <a:r>
              <a:rPr lang="en-US"/>
              <a:t>Click to edit Master title style</a:t>
            </a:r>
            <a:endParaRPr lang="en-US" dirty="0"/>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2037906"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2037906"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4939284"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4939284"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7840663"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7840663"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TextBox 19">
            <a:extLst>
              <a:ext uri="{FF2B5EF4-FFF2-40B4-BE49-F238E27FC236}">
                <a16:creationId xmlns:a16="http://schemas.microsoft.com/office/drawing/2014/main" id="{0D6AFB7A-35B4-4881-AB50-D112482166B1}"/>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61236213"/>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3840">
          <p15:clr>
            <a:srgbClr val="5ACBF0"/>
          </p15:clr>
        </p15:guide>
        <p15:guide id="4" pos="1283">
          <p15:clr>
            <a:srgbClr val="5ACBF0"/>
          </p15:clr>
        </p15:guide>
        <p15:guide id="5" pos="5666">
          <p15:clr>
            <a:srgbClr val="5ACBF0"/>
          </p15:clr>
        </p15:guide>
        <p15:guide id="6" pos="2741">
          <p15:clr>
            <a:srgbClr val="5ACBF0"/>
          </p15:clr>
        </p15:guide>
        <p15:guide id="7" pos="2012">
          <p15:clr>
            <a:srgbClr val="5ACBF0"/>
          </p15:clr>
        </p15:guide>
        <p15:guide id="8" pos="3109">
          <p15:clr>
            <a:srgbClr val="5ACBF0"/>
          </p15:clr>
        </p15:guide>
        <p15:guide id="9" pos="4570">
          <p15:clr>
            <a:srgbClr val="5ACBF0"/>
          </p15:clr>
        </p15:guide>
        <p15:guide id="11" pos="6397">
          <p15:clr>
            <a:srgbClr val="5ACBF0"/>
          </p15:clr>
        </p15:guide>
        <p15:guide id="12" orient="horz" pos="1440">
          <p15:clr>
            <a:srgbClr val="5ACBF0"/>
          </p15:clr>
        </p15:guide>
        <p15:guide id="13" pos="4938">
          <p15:clr>
            <a:srgbClr val="5ACBF0"/>
          </p15:clr>
        </p15:guide>
        <p15:guide id="14" orient="horz" pos="2894">
          <p15:clr>
            <a:srgbClr val="5ACBF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Four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endParaRPr lang="en-US" dirty="0"/>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3487250"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348725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6390300"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63903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9293351" y="2286000"/>
            <a:ext cx="2313432" cy="2313432"/>
          </a:xfrm>
          <a:prstGeom prst="ellipse">
            <a:avLst/>
          </a:prstGeom>
          <a:blipFill>
            <a:blip r:embed="rId5"/>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9293351"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1783893900"/>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4025">
          <p15:clr>
            <a:srgbClr val="5ACBF0"/>
          </p15:clr>
        </p15:guide>
        <p15:guide id="5" pos="5854">
          <p15:clr>
            <a:srgbClr val="5ACBF0"/>
          </p15:clr>
        </p15:guide>
        <p15:guide id="7" pos="3654">
          <p15:clr>
            <a:srgbClr val="5ACBF0"/>
          </p15:clr>
        </p15:guide>
        <p15:guide id="8" pos="2195">
          <p15:clr>
            <a:srgbClr val="5ACBF0"/>
          </p15:clr>
        </p15:guide>
        <p15:guide id="10" pos="2926">
          <p15:clr>
            <a:srgbClr val="5ACBF0"/>
          </p15:clr>
        </p15:guide>
        <p15:guide id="11" pos="4756">
          <p15:clr>
            <a:srgbClr val="5ACBF0"/>
          </p15:clr>
        </p15:guide>
        <p15:guide id="12" pos="6581">
          <p15:clr>
            <a:srgbClr val="5ACBF0"/>
          </p15:clr>
        </p15:guide>
        <p15:guide id="13" pos="1097">
          <p15:clr>
            <a:srgbClr val="5ACBF0"/>
          </p15:clr>
        </p15:guide>
        <p15:guide id="14" orient="horz" pos="1440">
          <p15:clr>
            <a:srgbClr val="5ACBF0"/>
          </p15:clr>
        </p15:guide>
        <p15:guide id="15" pos="1826">
          <p15:clr>
            <a:srgbClr val="5ACBF0"/>
          </p15:clr>
        </p15:guide>
        <p15:guide id="18" pos="5483">
          <p15:clr>
            <a:srgbClr val="5ACBF0"/>
          </p15:clr>
        </p15:guide>
        <p15:guide id="19" orient="horz" pos="2898">
          <p15:clr>
            <a:srgbClr val="5ACBF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Fiv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endParaRPr lang="en-US" dirty="0"/>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1737360" cy="1737360"/>
          </a:xfrm>
          <a:prstGeom prst="ellipse">
            <a:avLst/>
          </a:prstGeom>
          <a:blipFill>
            <a:blip r:embed="rId2"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2905506" y="2286000"/>
            <a:ext cx="1737360" cy="1737360"/>
          </a:xfrm>
          <a:prstGeom prst="ellipse">
            <a:avLst/>
          </a:prstGeom>
          <a:blipFill>
            <a:blip r:embed="rId3"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2905506"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5227320" y="2286000"/>
            <a:ext cx="1737360" cy="1737360"/>
          </a:xfrm>
          <a:prstGeom prst="ellipse">
            <a:avLst/>
          </a:prstGeom>
          <a:blipFill>
            <a:blip r:embed="rId4"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5227320" y="4235451"/>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7548118" y="2286000"/>
            <a:ext cx="1737360" cy="1737360"/>
          </a:xfrm>
          <a:prstGeom prst="ellipse">
            <a:avLst/>
          </a:prstGeom>
          <a:blipFill>
            <a:blip r:embed="rId5"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insert44</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7548118"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E4DC3400-0B11-4EA0-9B8D-6FADE6964F37}"/>
              </a:ext>
            </a:extLst>
          </p:cNvPr>
          <p:cNvSpPr>
            <a:spLocks noGrp="1" noChangeAspect="1"/>
          </p:cNvSpPr>
          <p:nvPr>
            <p:ph type="pic" sz="quarter" idx="23" hasCustomPrompt="1"/>
          </p:nvPr>
        </p:nvSpPr>
        <p:spPr bwMode="ltGray">
          <a:xfrm>
            <a:off x="9869423" y="2286000"/>
            <a:ext cx="1737360" cy="1737360"/>
          </a:xfrm>
          <a:prstGeom prst="ellipse">
            <a:avLst/>
          </a:prstGeom>
          <a:blipFill>
            <a:blip r:embed="rId6"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20" name="Text Placeholder 3">
            <a:extLst>
              <a:ext uri="{FF2B5EF4-FFF2-40B4-BE49-F238E27FC236}">
                <a16:creationId xmlns:a16="http://schemas.microsoft.com/office/drawing/2014/main" id="{133C357E-ECC0-485F-9033-5D4DEC8774BB}"/>
              </a:ext>
            </a:extLst>
          </p:cNvPr>
          <p:cNvSpPr>
            <a:spLocks noGrp="1"/>
          </p:cNvSpPr>
          <p:nvPr>
            <p:ph type="body" sz="quarter" idx="24"/>
          </p:nvPr>
        </p:nvSpPr>
        <p:spPr>
          <a:xfrm>
            <a:off x="9869423"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657282263"/>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2664">
          <p15:clr>
            <a:srgbClr val="5ACBF0"/>
          </p15:clr>
        </p15:guide>
        <p15:guide id="3" pos="6216">
          <p15:clr>
            <a:srgbClr val="5ACBF0"/>
          </p15:clr>
        </p15:guide>
        <p15:guide id="5" pos="5850">
          <p15:clr>
            <a:srgbClr val="5ACBF0"/>
          </p15:clr>
        </p15:guide>
        <p15:guide id="7" pos="4392">
          <p15:clr>
            <a:srgbClr val="5ACBF0"/>
          </p15:clr>
        </p15:guide>
        <p15:guide id="8" pos="3292">
          <p15:clr>
            <a:srgbClr val="5ACBF0"/>
          </p15:clr>
        </p15:guide>
        <p15:guide id="10" pos="2926">
          <p15:clr>
            <a:srgbClr val="5ACBF0"/>
          </p15:clr>
        </p15:guide>
        <p15:guide id="11" pos="4754">
          <p15:clr>
            <a:srgbClr val="5ACBF0"/>
          </p15:clr>
        </p15:guide>
        <p15:guide id="13" pos="1464">
          <p15:clr>
            <a:srgbClr val="5ACBF0"/>
          </p15:clr>
        </p15:guide>
        <p15:guide id="14" orient="horz" pos="1440">
          <p15:clr>
            <a:srgbClr val="5ACBF0"/>
          </p15:clr>
        </p15:guide>
        <p15:guide id="15" pos="1830">
          <p15:clr>
            <a:srgbClr val="5ACBF0"/>
          </p15:clr>
        </p15:guide>
        <p15:guide id="16" orient="horz" pos="2533">
          <p15:clr>
            <a:srgbClr val="5ACBF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6" y="2309812"/>
            <a:ext cx="3182027" cy="3959225"/>
          </a:xfrm>
        </p:spPr>
        <p:txBody>
          <a:bodyPr anchor="t"/>
          <a:lstStyle>
            <a:lvl1pPr>
              <a:defRPr>
                <a:solidFill>
                  <a:schemeClr val="tx1"/>
                </a:solidFill>
              </a:defRPr>
            </a:lvl1pPr>
          </a:lstStyle>
          <a:p>
            <a:r>
              <a:rPr lang="en-US" dirty="0"/>
              <a:t>Title</a:t>
            </a:r>
          </a:p>
        </p:txBody>
      </p:sp>
      <p:sp>
        <p:nvSpPr>
          <p:cNvPr id="7" name="Text Placeholder 2">
            <a:extLst>
              <a:ext uri="{FF2B5EF4-FFF2-40B4-BE49-F238E27FC236}">
                <a16:creationId xmlns:a16="http://schemas.microsoft.com/office/drawing/2014/main" id="{7E9DBFD9-3E1E-4F19-AF15-56780F9C7927}"/>
              </a:ext>
            </a:extLst>
          </p:cNvPr>
          <p:cNvSpPr>
            <a:spLocks noGrp="1"/>
          </p:cNvSpPr>
          <p:nvPr>
            <p:ph type="body" sz="quarter" idx="11"/>
          </p:nvPr>
        </p:nvSpPr>
        <p:spPr>
          <a:xfrm>
            <a:off x="4356100" y="2309812"/>
            <a:ext cx="7253288" cy="3959223"/>
          </a:xfrm>
        </p:spPr>
        <p:txBody>
          <a:bodyPr anchor="t"/>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p:nvCxnSpPr>
        <p:spPr>
          <a:xfrm>
            <a:off x="4354523"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97217360"/>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lstStyle>
            <a:lvl1pPr>
              <a:defRPr/>
            </a:lvl1pPr>
          </a:lstStyle>
          <a:p>
            <a:r>
              <a:rPr lang="en-US" dirty="0"/>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p:nvCxnSpPr>
        <p:spPr>
          <a:xfrm>
            <a:off x="4356100" y="2578100"/>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2254422840"/>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Developer Code Layout">
    <p:bg>
      <p:bgPr>
        <a:solidFill>
          <a:srgbClr val="E1D3C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636FE-845C-418D-82A1-1DA6DB73D781}"/>
              </a:ext>
            </a:extLst>
          </p:cNvPr>
          <p:cNvSpPr>
            <a:spLocks noGrp="1"/>
          </p:cNvSpPr>
          <p:nvPr>
            <p:ph type="title"/>
          </p:nvPr>
        </p:nvSpPr>
        <p:spPr/>
        <p:txBody>
          <a:bodyPr anchor="ctr"/>
          <a:lstStyle/>
          <a:p>
            <a:r>
              <a:rPr lang="en-US"/>
              <a:t>Click to edit Master title style</a:t>
            </a:r>
            <a:endParaRPr lang="en-US" dirty="0"/>
          </a:p>
        </p:txBody>
      </p:sp>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p:nvSpPr>
        <p:spPr bwMode="auto">
          <a:xfrm>
            <a:off x="0" y="1436688"/>
            <a:ext cx="12192000" cy="542131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143668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dirty="0"/>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2099310"/>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56848616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1322">
          <p15:clr>
            <a:srgbClr val="5ACBF0"/>
          </p15:clr>
        </p15:guide>
        <p15:guide id="2" orient="horz" pos="905">
          <p15:clr>
            <a:srgbClr val="5ACBF0"/>
          </p15:clr>
        </p15:guide>
        <p15:guide id="3" orient="horz" pos="288">
          <p15:clr>
            <a:srgbClr val="5ACBF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de Bottom">
    <p:bg>
      <p:bgPr>
        <a:solidFill>
          <a:schemeClr val="bg2"/>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p:txBody>
          <a:bodyPr/>
          <a:lstStyle>
            <a:lvl1pPr>
              <a:defRPr>
                <a:solidFill>
                  <a:schemeClr val="tx1"/>
                </a:solidFill>
              </a:defRPr>
            </a:lvl1pPr>
          </a:lstStyle>
          <a:p>
            <a:r>
              <a:rPr lang="en-US"/>
              <a:t>Click to edit Master title style</a:t>
            </a:r>
            <a:endParaRPr lang="en-US" dirty="0"/>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86390" y="1230681"/>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dirty="0"/>
              <a:t>Click to edit text</a:t>
            </a:r>
          </a:p>
        </p:txBody>
      </p:sp>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2827138"/>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282713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dirty="0"/>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3491219"/>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Tree>
    <p:extLst>
      <p:ext uri="{BB962C8B-B14F-4D97-AF65-F5344CB8AC3E}">
        <p14:creationId xmlns:p14="http://schemas.microsoft.com/office/powerpoint/2010/main" val="3657639216"/>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1776">
          <p15:clr>
            <a:srgbClr val="5ACBF0"/>
          </p15:clr>
        </p15:guide>
        <p15:guide id="5" orient="horz" pos="2197">
          <p15:clr>
            <a:srgbClr val="5ACBF0"/>
          </p15:clr>
        </p15:guide>
        <p15:guide id="6" orient="horz" pos="773">
          <p15:clr>
            <a:srgbClr val="5ACBF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de Top">
    <p:bg>
      <p:bgPr>
        <a:solidFill>
          <a:schemeClr val="bg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0"/>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a:xfrm>
            <a:off x="588263" y="4224580"/>
            <a:ext cx="11018520" cy="492443"/>
          </a:xfrm>
        </p:spPr>
        <p:txBody>
          <a:bodyPr/>
          <a:lstStyle>
            <a:lvl1pPr>
              <a:defRPr sz="3200">
                <a:solidFill>
                  <a:schemeClr val="tx1"/>
                </a:solidFill>
              </a:defRPr>
            </a:lvl1pPr>
          </a:lstStyle>
          <a:p>
            <a:r>
              <a:rPr lang="en-US"/>
              <a:t>Click to edit Master title style</a:t>
            </a:r>
            <a:endParaRPr lang="en-US" dirty="0"/>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0"/>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dirty="0"/>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660508"/>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91152" y="4996505"/>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dirty="0"/>
              <a:t>Click to edit text</a:t>
            </a:r>
          </a:p>
        </p:txBody>
      </p:sp>
    </p:spTree>
    <p:extLst>
      <p:ext uri="{BB962C8B-B14F-4D97-AF65-F5344CB8AC3E}">
        <p14:creationId xmlns:p14="http://schemas.microsoft.com/office/powerpoint/2010/main" val="692859220"/>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4" orient="horz" pos="2661">
          <p15:clr>
            <a:srgbClr val="5ACBF0"/>
          </p15:clr>
        </p15:guide>
        <p15:guide id="5" orient="horz" pos="3147">
          <p15:clr>
            <a:srgbClr val="5ACBF0"/>
          </p15:clr>
        </p15:guide>
        <p15:guide id="6" orient="horz" pos="419">
          <p15:clr>
            <a:srgbClr val="5ACBF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de Right side">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2BB27-7DA5-4478-8C18-C1FFEE20AAC1}"/>
              </a:ext>
            </a:extLst>
          </p:cNvPr>
          <p:cNvSpPr>
            <a:spLocks noGrp="1"/>
          </p:cNvSpPr>
          <p:nvPr>
            <p:ph type="title" hasCustomPrompt="1"/>
          </p:nvPr>
        </p:nvSpPr>
        <p:spPr>
          <a:xfrm>
            <a:off x="588263" y="457200"/>
            <a:ext cx="4040887" cy="492443"/>
          </a:xfrm>
        </p:spPr>
        <p:txBody>
          <a:bodyPr/>
          <a:lstStyle>
            <a:lvl1pPr>
              <a:defRPr sz="3200">
                <a:solidFill>
                  <a:schemeClr val="tx1"/>
                </a:solidFill>
              </a:defRPr>
            </a:lvl1pPr>
          </a:lstStyle>
          <a:p>
            <a:r>
              <a:rPr lang="en-US" dirty="0"/>
              <a:t>Click to edit title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588965" y="1338139"/>
            <a:ext cx="4040185"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dirty="0"/>
              <a:t>Click to edit text</a:t>
            </a:r>
          </a:p>
        </p:txBody>
      </p:sp>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5211763"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dirty="0"/>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00725" y="709187"/>
            <a:ext cx="5801961" cy="369332"/>
          </a:xfrm>
        </p:spPr>
        <p:txBody>
          <a:bodyPr/>
          <a:lstStyle>
            <a:lvl1pPr marL="0" indent="0">
              <a:buNone/>
              <a:tabLst/>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Tree>
    <p:extLst>
      <p:ext uri="{BB962C8B-B14F-4D97-AF65-F5344CB8AC3E}">
        <p14:creationId xmlns:p14="http://schemas.microsoft.com/office/powerpoint/2010/main" val="1857840245"/>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Code Left sde">
    <p:bg>
      <p:bgPr>
        <a:solidFill>
          <a:schemeClr val="bg2"/>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2"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6BB14A7D-C409-4A7C-9D82-A2E5DBB8AB72}"/>
              </a:ext>
            </a:extLst>
          </p:cNvPr>
          <p:cNvSpPr>
            <a:spLocks noGrp="1"/>
          </p:cNvSpPr>
          <p:nvPr>
            <p:ph type="title" hasCustomPrompt="1"/>
          </p:nvPr>
        </p:nvSpPr>
        <p:spPr>
          <a:xfrm>
            <a:off x="7575549" y="457200"/>
            <a:ext cx="4031233" cy="492443"/>
          </a:xfrm>
        </p:spPr>
        <p:txBody>
          <a:bodyPr/>
          <a:lstStyle>
            <a:lvl1pPr>
              <a:defRPr sz="3200">
                <a:solidFill>
                  <a:schemeClr val="tx1"/>
                </a:solidFill>
              </a:defRPr>
            </a:lvl1pPr>
          </a:lstStyle>
          <a:p>
            <a:r>
              <a:rPr lang="en-US" dirty="0"/>
              <a:t>Click to edit title</a:t>
            </a: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1"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dirty="0"/>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4199" y="706011"/>
            <a:ext cx="5819775" cy="369332"/>
          </a:xfrm>
        </p:spPr>
        <p:txBody>
          <a:bodyPr/>
          <a:lstStyle>
            <a:lvl1pPr marL="0" indent="0">
              <a:buNone/>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7575550" y="1336675"/>
            <a:ext cx="4033838"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dirty="0"/>
              <a:t>Click to edit text</a:t>
            </a:r>
          </a:p>
        </p:txBody>
      </p:sp>
    </p:spTree>
    <p:extLst>
      <p:ext uri="{BB962C8B-B14F-4D97-AF65-F5344CB8AC3E}">
        <p14:creationId xmlns:p14="http://schemas.microsoft.com/office/powerpoint/2010/main" val="3986416915"/>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288">
          <p15:clr>
            <a:srgbClr val="5ACBF0"/>
          </p15:clr>
        </p15:guide>
        <p15:guide id="2" orient="horz" pos="436">
          <p15:clr>
            <a:srgbClr val="5ACBF0"/>
          </p15:clr>
        </p15:guide>
        <p15:guide id="4" orient="horz" pos="839">
          <p15:clr>
            <a:srgbClr val="5ACBF0"/>
          </p15:clr>
        </p15:guide>
        <p15:guide id="6" pos="4402">
          <p15:clr>
            <a:srgbClr val="5ACBF0"/>
          </p15:clr>
        </p15:guide>
        <p15:guide id="7" pos="4034">
          <p15:clr>
            <a:srgbClr val="5ACBF0"/>
          </p15:clr>
        </p15:guide>
        <p15:guide id="8" pos="4772">
          <p15:clr>
            <a:srgbClr val="5ACBF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Demo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77823"/>
            <a:ext cx="64008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accent1"/>
                </a:solidFill>
                <a:effectLst/>
                <a:latin typeface="+mj-lt"/>
                <a:ea typeface="+mn-ea"/>
                <a:cs typeface="Segoe UI" pitchFamily="34" charset="0"/>
              </a:defRPr>
            </a:lvl1pPr>
          </a:lstStyle>
          <a:p>
            <a:r>
              <a:rPr lang="en-US" dirty="0"/>
              <a:t>Demo title</a:t>
            </a:r>
          </a:p>
        </p:txBody>
      </p:sp>
      <p:sp>
        <p:nvSpPr>
          <p:cNvPr id="5" name="Text Placeholder 4"/>
          <p:cNvSpPr>
            <a:spLocks noGrp="1"/>
          </p:cNvSpPr>
          <p:nvPr>
            <p:ph type="body" sz="quarter" idx="12" hasCustomPrompt="1"/>
          </p:nvPr>
        </p:nvSpPr>
        <p:spPr>
          <a:xfrm>
            <a:off x="585216" y="3977319"/>
            <a:ext cx="6400800" cy="246221"/>
          </a:xfrm>
          <a:noFill/>
        </p:spPr>
        <p:txBody>
          <a:bodyPr lIns="0" tIns="0" rIns="0" bIns="0">
            <a:spAutoFit/>
          </a:bodyPr>
          <a:lstStyle>
            <a:lvl1pPr marL="0" indent="0">
              <a:spcBef>
                <a:spcPts val="0"/>
              </a:spcBef>
              <a:spcAft>
                <a:spcPts val="0"/>
              </a:spcAft>
              <a:buFont typeface="Arial" panose="020B0604020202020204" pitchFamily="34" charset="0"/>
              <a:buNone/>
              <a:defRPr sz="1600" spc="0" baseline="0">
                <a:solidFill>
                  <a:schemeClr val="bg1"/>
                </a:solidFill>
                <a:latin typeface="+mn-lt"/>
              </a:defRPr>
            </a:lvl1pPr>
          </a:lstStyle>
          <a:p>
            <a:pPr lvl="0"/>
            <a:r>
              <a:rPr lang="en-US" dirty="0"/>
              <a:t>Speaker name</a:t>
            </a:r>
          </a:p>
        </p:txBody>
      </p:sp>
    </p:spTree>
    <p:extLst>
      <p:ext uri="{BB962C8B-B14F-4D97-AF65-F5344CB8AC3E}">
        <p14:creationId xmlns:p14="http://schemas.microsoft.com/office/powerpoint/2010/main" val="155603180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Demo slide 2">
    <p:bg>
      <p:bgPr>
        <a:solidFill>
          <a:srgbClr val="D7D2CB"/>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77823"/>
            <a:ext cx="91440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dirty="0"/>
              <a:t>Demo title</a:t>
            </a:r>
          </a:p>
        </p:txBody>
      </p:sp>
      <p:sp>
        <p:nvSpPr>
          <p:cNvPr id="5" name="Text Placeholder 4"/>
          <p:cNvSpPr>
            <a:spLocks noGrp="1"/>
          </p:cNvSpPr>
          <p:nvPr>
            <p:ph type="body" sz="quarter" idx="12" hasCustomPrompt="1"/>
          </p:nvPr>
        </p:nvSpPr>
        <p:spPr>
          <a:xfrm>
            <a:off x="585216" y="3977319"/>
            <a:ext cx="9144000" cy="246221"/>
          </a:xfrm>
          <a:noFill/>
        </p:spPr>
        <p:txBody>
          <a:bodyPr lIns="0" tIns="0" rIns="0" bIns="0">
            <a:spAutoFit/>
          </a:bodyPr>
          <a:lstStyle>
            <a:lvl1pPr marL="0" indent="0">
              <a:spcBef>
                <a:spcPts val="0"/>
              </a:spcBef>
              <a:spcAft>
                <a:spcPts val="0"/>
              </a:spcAft>
              <a:buFont typeface="Arial" panose="020B0604020202020204" pitchFamily="34" charset="0"/>
              <a:buNone/>
              <a:defRPr sz="1600" spc="0" baseline="0">
                <a:solidFill>
                  <a:schemeClr val="tx1"/>
                </a:solidFill>
                <a:latin typeface="+mn-lt"/>
              </a:defRPr>
            </a:lvl1pPr>
          </a:lstStyle>
          <a:p>
            <a:pPr lvl="0"/>
            <a:r>
              <a:rPr lang="en-US" dirty="0"/>
              <a:t>Speaker name</a:t>
            </a:r>
          </a:p>
        </p:txBody>
      </p:sp>
    </p:spTree>
    <p:extLst>
      <p:ext uri="{BB962C8B-B14F-4D97-AF65-F5344CB8AC3E}">
        <p14:creationId xmlns:p14="http://schemas.microsoft.com/office/powerpoint/2010/main" val="81276399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Section Title">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667512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accent1"/>
                </a:solidFill>
                <a:effectLst/>
                <a:latin typeface="+mj-lt"/>
                <a:ea typeface="+mn-ea"/>
                <a:cs typeface="Segoe UI" pitchFamily="34" charset="0"/>
              </a:defRPr>
            </a:lvl1pPr>
          </a:lstStyle>
          <a:p>
            <a:r>
              <a:rPr lang="en-US" dirty="0"/>
              <a:t>Section title</a:t>
            </a:r>
          </a:p>
        </p:txBody>
      </p:sp>
      <p:pic>
        <p:nvPicPr>
          <p:cNvPr id="4" name="Picture 3">
            <a:extLst>
              <a:ext uri="{FF2B5EF4-FFF2-40B4-BE49-F238E27FC236}">
                <a16:creationId xmlns:a16="http://schemas.microsoft.com/office/drawing/2014/main" id="{393E71AD-28C0-A891-7383-A422FAE80122}"/>
              </a:ext>
            </a:extLst>
          </p:cNvPr>
          <p:cNvPicPr>
            <a:picLocks noChangeAspect="1"/>
          </p:cNvPicPr>
          <p:nvPr userDrawn="1"/>
        </p:nvPicPr>
        <p:blipFill>
          <a:blip r:embed="rId2"/>
          <a:srcRect l="11008" r="8017" b="55921"/>
          <a:stretch>
            <a:fillRect/>
          </a:stretch>
        </p:blipFill>
        <p:spPr>
          <a:xfrm flipH="1">
            <a:off x="0" y="3744563"/>
            <a:ext cx="12192000" cy="3113437"/>
          </a:xfrm>
          <a:prstGeom prst="rect">
            <a:avLst/>
          </a:prstGeom>
        </p:spPr>
      </p:pic>
    </p:spTree>
    <p:extLst>
      <p:ext uri="{BB962C8B-B14F-4D97-AF65-F5344CB8AC3E}">
        <p14:creationId xmlns:p14="http://schemas.microsoft.com/office/powerpoint/2010/main" val="97555665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Section Title 2">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91440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dirty="0"/>
              <a:t>Section title</a:t>
            </a:r>
          </a:p>
        </p:txBody>
      </p:sp>
    </p:spTree>
    <p:extLst>
      <p:ext uri="{BB962C8B-B14F-4D97-AF65-F5344CB8AC3E}">
        <p14:creationId xmlns:p14="http://schemas.microsoft.com/office/powerpoint/2010/main" val="238462818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86853595"/>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4526021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dirty="0">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3594519733"/>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Black Notes slide Layout">
    <p:bg bwMode="gray">
      <p:bgPr>
        <a:solidFill>
          <a:schemeClr val="bg1"/>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dirty="0"/>
              <a:t>Next:</a:t>
            </a:r>
          </a:p>
        </p:txBody>
      </p:sp>
    </p:spTree>
    <p:extLst>
      <p:ext uri="{BB962C8B-B14F-4D97-AF65-F5344CB8AC3E}">
        <p14:creationId xmlns:p14="http://schemas.microsoft.com/office/powerpoint/2010/main" val="4065474139"/>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est pattern">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E530C24-163F-15BF-3D01-A8CA8BF26885}"/>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1295056137"/>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Walki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MS logo white - EMF" descr="Microsoft logo white text version">
            <a:extLst>
              <a:ext uri="{FF2B5EF4-FFF2-40B4-BE49-F238E27FC236}">
                <a16:creationId xmlns:a16="http://schemas.microsoft.com/office/drawing/2014/main" id="{93A7DCC4-90CB-5487-9CD7-96D3ADB3772C}"/>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pic>
        <p:nvPicPr>
          <p:cNvPr id="5" name="Picture 4">
            <a:extLst>
              <a:ext uri="{FF2B5EF4-FFF2-40B4-BE49-F238E27FC236}">
                <a16:creationId xmlns:a16="http://schemas.microsoft.com/office/drawing/2014/main" id="{F7771300-CAF5-B6B5-CF45-EBEDBBBD5ACF}"/>
              </a:ext>
            </a:extLst>
          </p:cNvPr>
          <p:cNvPicPr>
            <a:picLocks noChangeAspect="1"/>
          </p:cNvPicPr>
          <p:nvPr userDrawn="1"/>
        </p:nvPicPr>
        <p:blipFill>
          <a:blip r:embed="rId4"/>
          <a:srcRect l="2971" t="27592" r="22666" b="8704"/>
          <a:stretch>
            <a:fillRect/>
          </a:stretch>
        </p:blipFill>
        <p:spPr>
          <a:xfrm>
            <a:off x="293688" y="1892300"/>
            <a:ext cx="9066212" cy="4368800"/>
          </a:xfrm>
          <a:prstGeom prst="rect">
            <a:avLst/>
          </a:prstGeom>
        </p:spPr>
      </p:pic>
    </p:spTree>
    <p:extLst>
      <p:ext uri="{BB962C8B-B14F-4D97-AF65-F5344CB8AC3E}">
        <p14:creationId xmlns:p14="http://schemas.microsoft.com/office/powerpoint/2010/main" val="4193230062"/>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Title Slide">
    <p:bg>
      <p:bgPr>
        <a:blipFill dpi="0" rotWithShape="1">
          <a:blip r:embed="rId2"/>
          <a:srcRect/>
          <a:stretch>
            <a:fillRect/>
          </a:stretch>
        </a:blip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bwMode="white">
          <a:xfrm>
            <a:off x="584200" y="2425781"/>
            <a:ext cx="5577840" cy="1107996"/>
          </a:xfrm>
          <a:noFill/>
        </p:spPr>
        <p:txBody>
          <a:bodyPr vert="horz" wrap="square" lIns="0" tIns="0" rIns="0" bIns="0" rtlCol="0" anchor="b" anchorCtr="0">
            <a:spAutoFit/>
          </a:bodyPr>
          <a:lstStyle>
            <a:lvl1pPr>
              <a:defRPr lang="en-US" sz="4000" b="0" kern="1200" cap="none" spc="-50" baseline="0" dirty="0">
                <a:ln w="3175">
                  <a:noFill/>
                </a:ln>
                <a:solidFill>
                  <a:schemeClr val="tx1"/>
                </a:solidFill>
                <a:effectLst/>
                <a:latin typeface="Segoe Sans Display Semibold" pitchFamily="2" charset="0"/>
                <a:ea typeface="+mn-ea"/>
                <a:cs typeface="Segoe Sans Display Semibold" pitchFamily="2" charset="0"/>
              </a:defRPr>
            </a:lvl1pPr>
          </a:lstStyle>
          <a:p>
            <a:pPr marL="0" marR="0" lvl="0" indent="0" algn="l" defTabSz="932742" rtl="0" eaLnBrk="1" fontAlgn="auto" latinLnBrk="0" hangingPunct="1">
              <a:lnSpc>
                <a:spcPct val="90000"/>
              </a:lnSpc>
              <a:spcBef>
                <a:spcPct val="0"/>
              </a:spcBef>
              <a:spcAft>
                <a:spcPts val="0"/>
              </a:spcAft>
              <a:buClrTx/>
              <a:buSzPct val="90000"/>
              <a:buFont typeface="Wingdings" panose="05000000000000000000" pitchFamily="2" charset="2"/>
              <a:buNone/>
              <a:tabLst/>
            </a:pPr>
            <a:r>
              <a:rPr lang="en-US" dirty="0"/>
              <a:t>Event name or presentation title </a:t>
            </a:r>
          </a:p>
        </p:txBody>
      </p:sp>
      <p:sp>
        <p:nvSpPr>
          <p:cNvPr id="5" name="Text Placeholder 4"/>
          <p:cNvSpPr>
            <a:spLocks noGrp="1"/>
          </p:cNvSpPr>
          <p:nvPr>
            <p:ph type="body" sz="quarter" idx="12" hasCustomPrompt="1"/>
          </p:nvPr>
        </p:nvSpPr>
        <p:spPr bwMode="white">
          <a:xfrm>
            <a:off x="584200" y="3962399"/>
            <a:ext cx="5577840" cy="276999"/>
          </a:xfrm>
          <a:noFill/>
        </p:spPr>
        <p:txBody>
          <a:bodyPr wrap="square" lIns="0" tIns="0" rIns="0" bIns="0">
            <a:spAutoFit/>
          </a:bodyPr>
          <a:lstStyle>
            <a:lvl1pPr marL="0" indent="0">
              <a:spcBef>
                <a:spcPts val="0"/>
              </a:spcBef>
              <a:buNone/>
              <a:defRPr lang="en-US" sz="1800" kern="1200" spc="0" baseline="0" dirty="0">
                <a:solidFill>
                  <a:schemeClr val="tx1"/>
                </a:solidFill>
                <a:latin typeface="+mn-lt"/>
                <a:ea typeface="+mn-ea"/>
                <a:cs typeface="Segoe UI" panose="020B0502040204020203" pitchFamily="34" charset="0"/>
              </a:defRPr>
            </a:lvl1pPr>
          </a:lstStyle>
          <a:p>
            <a:pPr marL="0" marR="0" lvl="0" indent="0" algn="l" defTabSz="932742" rtl="0" eaLnBrk="1" fontAlgn="auto" latinLnBrk="0" hangingPunct="1">
              <a:lnSpc>
                <a:spcPct val="100000"/>
              </a:lnSpc>
              <a:spcBef>
                <a:spcPts val="0"/>
              </a:spcBef>
              <a:spcAft>
                <a:spcPts val="0"/>
              </a:spcAft>
              <a:buClrTx/>
              <a:buSzPct val="90000"/>
              <a:buFont typeface="Wingdings" panose="05000000000000000000" pitchFamily="2" charset="2"/>
              <a:buNone/>
              <a:tabLst/>
            </a:pPr>
            <a:r>
              <a:rPr lang="en-US" dirty="0"/>
              <a:t>Speaker name or subtitle text</a:t>
            </a:r>
          </a:p>
        </p:txBody>
      </p:sp>
      <p:pic>
        <p:nvPicPr>
          <p:cNvPr id="2" name="MS logo white - EMF" descr="Microsoft logo white text version">
            <a:extLst>
              <a:ext uri="{FF2B5EF4-FFF2-40B4-BE49-F238E27FC236}">
                <a16:creationId xmlns:a16="http://schemas.microsoft.com/office/drawing/2014/main" id="{8C97F8FC-6154-33A9-9E6C-1A787DA153C8}"/>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2197913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44">
          <p15:clr>
            <a:srgbClr val="5ACBF0"/>
          </p15:clr>
        </p15:guide>
        <p15:guide id="4" orient="horz" pos="216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Title Slide 2">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4200" y="2918223"/>
            <a:ext cx="9144000" cy="615553"/>
          </a:xfrm>
          <a:noFill/>
        </p:spPr>
        <p:txBody>
          <a:bodyPr lIns="0" tIns="0" rIns="0" bIns="0" anchor="b" anchorCtr="0">
            <a:spAutoFit/>
          </a:bodyPr>
          <a:lstStyle>
            <a:lvl1pPr>
              <a:defRPr sz="4000" spc="-50" baseline="0">
                <a:solidFill>
                  <a:schemeClr val="tx1"/>
                </a:solidFill>
                <a:latin typeface="Segoe Sans Display Semibold" pitchFamily="2" charset="0"/>
                <a:cs typeface="Segoe Sans Display Semibold" pitchFamily="2" charset="0"/>
              </a:defRPr>
            </a:lvl1pPr>
          </a:lstStyle>
          <a:p>
            <a:r>
              <a:rPr lang="en-US" dirty="0"/>
              <a:t>Event name or presentation title </a:t>
            </a:r>
          </a:p>
        </p:txBody>
      </p:sp>
      <p:sp>
        <p:nvSpPr>
          <p:cNvPr id="5" name="Text Placeholder 4"/>
          <p:cNvSpPr>
            <a:spLocks noGrp="1"/>
          </p:cNvSpPr>
          <p:nvPr>
            <p:ph type="body" sz="quarter" idx="12" hasCustomPrompt="1"/>
          </p:nvPr>
        </p:nvSpPr>
        <p:spPr>
          <a:xfrm>
            <a:off x="584200" y="3962400"/>
            <a:ext cx="9144000" cy="276999"/>
          </a:xfrm>
          <a:noFill/>
        </p:spPr>
        <p:txBody>
          <a:bodyPr wrap="square" lIns="0" tIns="0" rIns="0" bIns="0">
            <a:spAutoFit/>
          </a:bodyPr>
          <a:lstStyle>
            <a:lvl1pPr marL="0" indent="0">
              <a:spcBef>
                <a:spcPts val="0"/>
              </a:spcBef>
              <a:buNone/>
              <a:defRPr sz="1800" spc="0" baseline="0">
                <a:solidFill>
                  <a:schemeClr val="tx1"/>
                </a:solidFill>
                <a:latin typeface="+mn-lt"/>
                <a:cs typeface="Segoe UI" panose="020B0502040204020203" pitchFamily="34" charset="0"/>
              </a:defRPr>
            </a:lvl1pPr>
          </a:lstStyle>
          <a:p>
            <a:pPr lvl="0"/>
            <a:r>
              <a:rPr lang="en-US" dirty="0"/>
              <a:t>Speaker name or subtitle text</a:t>
            </a:r>
          </a:p>
        </p:txBody>
      </p:sp>
      <p:pic>
        <p:nvPicPr>
          <p:cNvPr id="2" name="MS logo white - EMF" descr="Microsoft logo white text version">
            <a:extLst>
              <a:ext uri="{FF2B5EF4-FFF2-40B4-BE49-F238E27FC236}">
                <a16:creationId xmlns:a16="http://schemas.microsoft.com/office/drawing/2014/main" id="{74FE235F-02A3-CF25-8716-2552AE84423F}"/>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30709715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lvl1pPr>
              <a:defRPr>
                <a:solidFill>
                  <a:schemeClr val="tx1"/>
                </a:solidFill>
              </a:defRPr>
            </a:lvl1pPr>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58A212C2-8B30-4835-8711-AA981B6CFBE1}"/>
              </a:ext>
            </a:extLst>
          </p:cNvPr>
          <p:cNvSpPr>
            <a:spLocks noGrp="1"/>
          </p:cNvSpPr>
          <p:nvPr>
            <p:ph sz="quarter" idx="10"/>
          </p:nvPr>
        </p:nvSpPr>
        <p:spPr>
          <a:xfrm>
            <a:off x="584200" y="1435100"/>
            <a:ext cx="11018838" cy="4833938"/>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Box 5">
            <a:extLst>
              <a:ext uri="{FF2B5EF4-FFF2-40B4-BE49-F238E27FC236}">
                <a16:creationId xmlns:a16="http://schemas.microsoft.com/office/drawing/2014/main" id="{4F9662A5-6E2F-47B0-9B6E-E87983D375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384149223"/>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endParaRPr lang="en-US" dirty="0"/>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264616589"/>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5" name="Content Placeholder 4">
            <a:extLst>
              <a:ext uri="{FF2B5EF4-FFF2-40B4-BE49-F238E27FC236}">
                <a16:creationId xmlns:a16="http://schemas.microsoft.com/office/drawing/2014/main" id="{14B7A288-CDAC-4184-9F73-137C95F5E643}"/>
              </a:ext>
            </a:extLst>
          </p:cNvPr>
          <p:cNvSpPr>
            <a:spLocks noGrp="1"/>
          </p:cNvSpPr>
          <p:nvPr>
            <p:ph sz="quarter" idx="12"/>
          </p:nvPr>
        </p:nvSpPr>
        <p:spPr>
          <a:xfrm>
            <a:off x="584200" y="1435100"/>
            <a:ext cx="5211763"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8">
            <a:extLst>
              <a:ext uri="{FF2B5EF4-FFF2-40B4-BE49-F238E27FC236}">
                <a16:creationId xmlns:a16="http://schemas.microsoft.com/office/drawing/2014/main" id="{CEC22105-78D6-4753-94FA-3DA949361A95}"/>
              </a:ext>
            </a:extLst>
          </p:cNvPr>
          <p:cNvSpPr>
            <a:spLocks noGrp="1"/>
          </p:cNvSpPr>
          <p:nvPr>
            <p:ph sz="quarter" idx="13"/>
          </p:nvPr>
        </p:nvSpPr>
        <p:spPr>
          <a:xfrm>
            <a:off x="6389688" y="1435100"/>
            <a:ext cx="5219700" cy="48339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Box 5">
            <a:extLst>
              <a:ext uri="{FF2B5EF4-FFF2-40B4-BE49-F238E27FC236}">
                <a16:creationId xmlns:a16="http://schemas.microsoft.com/office/drawing/2014/main" id="{5F6A123D-3A27-499F-9210-3E0D7CED39C6}"/>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386043030"/>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guide id="4" pos="3660">
          <p15:clr>
            <a:srgbClr val="5ACBF0"/>
          </p15:clr>
        </p15:guide>
        <p15:guide id="5" pos="4024">
          <p15:clr>
            <a:srgbClr val="5ACBF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panose="020B0502040204020203" pitchFamily="34" charset="0"/>
                <a:cs typeface="Segoe UI" panose="020B05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642820740"/>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guide id="4" pos="3656">
          <p15:clr>
            <a:srgbClr val="5ACBF0"/>
          </p15:clr>
        </p15:guide>
        <p15:guide id="5" pos="4024">
          <p15:clr>
            <a:srgbClr val="5ACBF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Two Column Bulle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endParaRPr lang="en-US" dirty="0"/>
          </a:p>
        </p:txBody>
      </p:sp>
      <p:sp>
        <p:nvSpPr>
          <p:cNvPr id="12" name="Text Placeholder 11">
            <a:extLst>
              <a:ext uri="{FF2B5EF4-FFF2-40B4-BE49-F238E27FC236}">
                <a16:creationId xmlns:a16="http://schemas.microsoft.com/office/drawing/2014/main" id="{DD525736-DEE8-4391-8135-23DE0640053A}"/>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8" name="Text Placeholder 7">
            <a:extLst>
              <a:ext uri="{FF2B5EF4-FFF2-40B4-BE49-F238E27FC236}">
                <a16:creationId xmlns:a16="http://schemas.microsoft.com/office/drawing/2014/main" id="{98E90344-0294-48E2-AAF0-601BB99500E7}"/>
              </a:ext>
            </a:extLst>
          </p:cNvPr>
          <p:cNvSpPr>
            <a:spLocks noGrp="1"/>
          </p:cNvSpPr>
          <p:nvPr>
            <p:ph type="body" sz="quarter" idx="14"/>
          </p:nvPr>
        </p:nvSpPr>
        <p:spPr>
          <a:xfrm>
            <a:off x="584200"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66750" indent="-152400">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11">
            <a:extLst>
              <a:ext uri="{FF2B5EF4-FFF2-40B4-BE49-F238E27FC236}">
                <a16:creationId xmlns:a16="http://schemas.microsoft.com/office/drawing/2014/main" id="{B4F729D4-B1F1-45F2-A06A-40234B19C883}"/>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0" name="Text Placeholder 9">
            <a:extLst>
              <a:ext uri="{FF2B5EF4-FFF2-40B4-BE49-F238E27FC236}">
                <a16:creationId xmlns:a16="http://schemas.microsoft.com/office/drawing/2014/main" id="{D1F896FB-325C-4849-B372-8DF0D6C0562C}"/>
              </a:ext>
            </a:extLst>
          </p:cNvPr>
          <p:cNvSpPr>
            <a:spLocks noGrp="1"/>
          </p:cNvSpPr>
          <p:nvPr>
            <p:ph type="body" sz="quarter" idx="15"/>
          </p:nvPr>
        </p:nvSpPr>
        <p:spPr>
          <a:xfrm>
            <a:off x="6397625" y="2084388"/>
            <a:ext cx="5219700" cy="1612749"/>
          </a:xfrm>
        </p:spPr>
        <p:txBody>
          <a:bodyPr>
            <a:spAutoFit/>
          </a:bodyPr>
          <a:lstStyle>
            <a:lvl1pPr marL="171450" indent="-171450">
              <a:defRPr lang="en-US" sz="2400" dirty="0"/>
            </a:lvl1pPr>
            <a:lvl2pPr marL="342900" indent="-171450">
              <a:defRPr lang="en-US" dirty="0"/>
            </a:lvl2pPr>
            <a:lvl3pPr marL="514350" indent="-171450">
              <a:defRPr lang="en-US" dirty="0"/>
            </a:lvl3pPr>
            <a:lvl4pPr marL="685800" indent="-136525">
              <a:defRPr lang="en-US" dirty="0"/>
            </a:lvl4pPr>
            <a:lvl5pPr marL="793750" indent="-120650">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147939153"/>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Two Column Content with Subhead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a:xfrm>
            <a:off x="588263" y="457200"/>
            <a:ext cx="11018520" cy="553998"/>
          </a:xfrm>
        </p:spPr>
        <p:txBody>
          <a:bodyPr>
            <a:spAutoFit/>
          </a:bodyPr>
          <a:lstStyle>
            <a:lvl1pPr>
              <a:defRPr/>
            </a:lvl1pPr>
          </a:lstStyle>
          <a:p>
            <a:r>
              <a:rPr lang="en-US"/>
              <a:t>Click to edit Master title style</a:t>
            </a:r>
            <a:endParaRPr lang="en-US" dirty="0"/>
          </a:p>
        </p:txBody>
      </p:sp>
      <p:sp>
        <p:nvSpPr>
          <p:cNvPr id="18" name="Text Placeholder 11">
            <a:extLst>
              <a:ext uri="{FF2B5EF4-FFF2-40B4-BE49-F238E27FC236}">
                <a16:creationId xmlns:a16="http://schemas.microsoft.com/office/drawing/2014/main" id="{C2759870-0BEA-44DC-A414-1C70D04E35CC}"/>
              </a:ext>
            </a:extLst>
          </p:cNvPr>
          <p:cNvSpPr>
            <a:spLocks noGrp="1"/>
          </p:cNvSpPr>
          <p:nvPr>
            <p:ph type="body" sz="quarter" idx="16"/>
          </p:nvPr>
        </p:nvSpPr>
        <p:spPr>
          <a:xfrm>
            <a:off x="584200"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5" name="Content Placeholder 14">
            <a:extLst>
              <a:ext uri="{FF2B5EF4-FFF2-40B4-BE49-F238E27FC236}">
                <a16:creationId xmlns:a16="http://schemas.microsoft.com/office/drawing/2014/main" id="{BFEF95FA-F121-4653-B60A-0D068C345462}"/>
              </a:ext>
            </a:extLst>
          </p:cNvPr>
          <p:cNvSpPr>
            <a:spLocks noGrp="1"/>
          </p:cNvSpPr>
          <p:nvPr>
            <p:ph sz="quarter" idx="11"/>
          </p:nvPr>
        </p:nvSpPr>
        <p:spPr>
          <a:xfrm>
            <a:off x="588963"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1">
            <a:extLst>
              <a:ext uri="{FF2B5EF4-FFF2-40B4-BE49-F238E27FC236}">
                <a16:creationId xmlns:a16="http://schemas.microsoft.com/office/drawing/2014/main" id="{C327262A-D327-4189-AD22-BAD67CF4AB79}"/>
              </a:ext>
            </a:extLst>
          </p:cNvPr>
          <p:cNvSpPr>
            <a:spLocks noGrp="1"/>
          </p:cNvSpPr>
          <p:nvPr>
            <p:ph type="body" sz="quarter" idx="17"/>
          </p:nvPr>
        </p:nvSpPr>
        <p:spPr>
          <a:xfrm>
            <a:off x="6397625" y="1436688"/>
            <a:ext cx="5219700" cy="430887"/>
          </a:xfrm>
        </p:spPr>
        <p:txBody>
          <a:bodyPr anchor="t"/>
          <a:lstStyle>
            <a:lvl1pPr marL="0" indent="0">
              <a:spcBef>
                <a:spcPts val="0"/>
              </a:spcBef>
              <a:buNone/>
              <a:defRPr sz="2800">
                <a:solidFill>
                  <a:schemeClr val="tx1"/>
                </a:solidFill>
                <a:latin typeface="+mj-lt"/>
              </a:defRPr>
            </a:lvl1pPr>
          </a:lstStyle>
          <a:p>
            <a:pPr lvl="0"/>
            <a:r>
              <a:rPr lang="en-US"/>
              <a:t>Click to edit Master text styles</a:t>
            </a:r>
          </a:p>
        </p:txBody>
      </p:sp>
      <p:sp>
        <p:nvSpPr>
          <p:cNvPr id="17" name="Content Placeholder 14">
            <a:extLst>
              <a:ext uri="{FF2B5EF4-FFF2-40B4-BE49-F238E27FC236}">
                <a16:creationId xmlns:a16="http://schemas.microsoft.com/office/drawing/2014/main" id="{47F8EAA9-0E64-4589-A234-BC31685BE7D3}"/>
              </a:ext>
            </a:extLst>
          </p:cNvPr>
          <p:cNvSpPr>
            <a:spLocks noGrp="1"/>
          </p:cNvSpPr>
          <p:nvPr>
            <p:ph sz="quarter" idx="13"/>
          </p:nvPr>
        </p:nvSpPr>
        <p:spPr>
          <a:xfrm>
            <a:off x="6394451" y="2081212"/>
            <a:ext cx="5214937" cy="4187825"/>
          </a:xfrm>
        </p:spPr>
        <p:txBody>
          <a:bodyPr/>
          <a:lstStyle>
            <a:lvl1pPr>
              <a:defRPr sz="24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Box 2">
            <a:extLst>
              <a:ext uri="{FF2B5EF4-FFF2-40B4-BE49-F238E27FC236}">
                <a16:creationId xmlns:a16="http://schemas.microsoft.com/office/drawing/2014/main" id="{807CBEB8-AFEF-362F-CB36-DC00FA4C6C8A}"/>
              </a:ext>
              <a:ext uri="{C183D7F6-B498-43B3-948B-1728B52AA6E4}">
                <adec:decorative xmlns:adec="http://schemas.microsoft.com/office/drawing/2017/decorative" val="1"/>
              </a:ext>
            </a:extLst>
          </p:cNvPr>
          <p:cNvSpPr txBox="1"/>
          <p:nvPr userDrawn="1"/>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2014902826"/>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311">
          <p15:clr>
            <a:srgbClr val="5ACBF0"/>
          </p15:clr>
        </p15:guide>
        <p15:guide id="4" pos="3656">
          <p15:clr>
            <a:srgbClr val="5ACBF0"/>
          </p15:clr>
        </p15:guide>
        <p15:guide id="5" pos="4024">
          <p15:clr>
            <a:srgbClr val="5ACBF0"/>
          </p15:clr>
        </p15:guide>
        <p15:guide id="7" orient="horz" pos="905">
          <p15:clr>
            <a:srgbClr val="5ACBF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Thre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553998"/>
          </a:xfrm>
        </p:spPr>
        <p:txBody>
          <a:bodyPr>
            <a:spAutoFit/>
          </a:bodyPr>
          <a:lstStyle/>
          <a:p>
            <a:r>
              <a:rPr lang="en-US"/>
              <a:t>Click to edit Master title style</a:t>
            </a:r>
            <a:endParaRPr lang="en-US" dirty="0"/>
          </a:p>
        </p:txBody>
      </p:sp>
      <p:sp>
        <p:nvSpPr>
          <p:cNvPr id="19" name="Text Placeholder 11">
            <a:extLst>
              <a:ext uri="{FF2B5EF4-FFF2-40B4-BE49-F238E27FC236}">
                <a16:creationId xmlns:a16="http://schemas.microsoft.com/office/drawing/2014/main" id="{CB20F198-3776-433D-85A8-C2B6AC6235FF}"/>
              </a:ext>
            </a:extLst>
          </p:cNvPr>
          <p:cNvSpPr>
            <a:spLocks noGrp="1"/>
          </p:cNvSpPr>
          <p:nvPr>
            <p:ph type="body" sz="quarter" idx="16"/>
          </p:nvPr>
        </p:nvSpPr>
        <p:spPr>
          <a:xfrm>
            <a:off x="585217"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0" name="Text Placeholder 7">
            <a:extLst>
              <a:ext uri="{FF2B5EF4-FFF2-40B4-BE49-F238E27FC236}">
                <a16:creationId xmlns:a16="http://schemas.microsoft.com/office/drawing/2014/main" id="{97BC59AA-6CF8-4091-8008-21AA9AD8E8B5}"/>
              </a:ext>
            </a:extLst>
          </p:cNvPr>
          <p:cNvSpPr>
            <a:spLocks noGrp="1"/>
          </p:cNvSpPr>
          <p:nvPr>
            <p:ph type="body" sz="quarter" idx="14"/>
          </p:nvPr>
        </p:nvSpPr>
        <p:spPr>
          <a:xfrm>
            <a:off x="585217" y="2390775"/>
            <a:ext cx="3264408" cy="1760482"/>
          </a:xfrm>
        </p:spPr>
        <p:txBody>
          <a:bodyPr wrap="square">
            <a:spAutoFit/>
          </a:bodyPr>
          <a:lstStyle>
            <a:lvl1pPr marL="176213" indent="-176213">
              <a:defRPr lang="en-US" sz="2000" dirty="0"/>
            </a:lvl1pPr>
            <a:lvl2pPr marL="322263" indent="-150813">
              <a:defRPr lang="en-US" sz="1800" dirty="0"/>
            </a:lvl2pPr>
            <a:lvl3pPr marL="466725" indent="-138113">
              <a:defRPr lang="en-US" dirty="0"/>
            </a:lvl3pPr>
            <a:lvl4pPr marL="595313" indent="-128588">
              <a:defRPr lang="en-US" dirty="0"/>
            </a:lvl4pPr>
            <a:lvl5pPr marL="731838" indent="-1222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11">
            <a:extLst>
              <a:ext uri="{FF2B5EF4-FFF2-40B4-BE49-F238E27FC236}">
                <a16:creationId xmlns:a16="http://schemas.microsoft.com/office/drawing/2014/main" id="{BECED387-BA3E-49B2-8F1E-0E371E09E0A4}"/>
              </a:ext>
            </a:extLst>
          </p:cNvPr>
          <p:cNvSpPr>
            <a:spLocks noGrp="1"/>
          </p:cNvSpPr>
          <p:nvPr>
            <p:ph type="body" sz="quarter" idx="17"/>
          </p:nvPr>
        </p:nvSpPr>
        <p:spPr>
          <a:xfrm>
            <a:off x="4463796"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2" name="Text Placeholder 9">
            <a:extLst>
              <a:ext uri="{FF2B5EF4-FFF2-40B4-BE49-F238E27FC236}">
                <a16:creationId xmlns:a16="http://schemas.microsoft.com/office/drawing/2014/main" id="{6B26A1CD-81F9-4C2F-896F-E69757C6658C}"/>
              </a:ext>
            </a:extLst>
          </p:cNvPr>
          <p:cNvSpPr>
            <a:spLocks noGrp="1"/>
          </p:cNvSpPr>
          <p:nvPr>
            <p:ph type="body" sz="quarter" idx="15"/>
          </p:nvPr>
        </p:nvSpPr>
        <p:spPr>
          <a:xfrm>
            <a:off x="4463796" y="238413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11">
            <a:extLst>
              <a:ext uri="{FF2B5EF4-FFF2-40B4-BE49-F238E27FC236}">
                <a16:creationId xmlns:a16="http://schemas.microsoft.com/office/drawing/2014/main" id="{79263A4B-A9A8-4CE5-96A8-6F6EC365E512}"/>
              </a:ext>
            </a:extLst>
          </p:cNvPr>
          <p:cNvSpPr>
            <a:spLocks noGrp="1"/>
          </p:cNvSpPr>
          <p:nvPr>
            <p:ph type="body" sz="quarter" idx="18"/>
          </p:nvPr>
        </p:nvSpPr>
        <p:spPr>
          <a:xfrm>
            <a:off x="8342375" y="1438275"/>
            <a:ext cx="3264408" cy="677108"/>
          </a:xfrm>
        </p:spPr>
        <p:txBody>
          <a:bodyPr anchor="t"/>
          <a:lstStyle>
            <a:lvl1pPr marL="0" indent="0">
              <a:spcBef>
                <a:spcPts val="0"/>
              </a:spcBef>
              <a:buNone/>
              <a:defRPr sz="2200">
                <a:solidFill>
                  <a:schemeClr val="tx1"/>
                </a:solidFill>
                <a:latin typeface="+mj-lt"/>
              </a:defRPr>
            </a:lvl1pPr>
          </a:lstStyle>
          <a:p>
            <a:pPr lvl="0"/>
            <a:r>
              <a:rPr lang="en-US"/>
              <a:t>Click to edit Master text styles</a:t>
            </a:r>
          </a:p>
        </p:txBody>
      </p:sp>
      <p:sp>
        <p:nvSpPr>
          <p:cNvPr id="24" name="Text Placeholder 7">
            <a:extLst>
              <a:ext uri="{FF2B5EF4-FFF2-40B4-BE49-F238E27FC236}">
                <a16:creationId xmlns:a16="http://schemas.microsoft.com/office/drawing/2014/main" id="{2205743D-F71A-4647-9BE4-2900BDA2582B}"/>
              </a:ext>
            </a:extLst>
          </p:cNvPr>
          <p:cNvSpPr>
            <a:spLocks noGrp="1"/>
          </p:cNvSpPr>
          <p:nvPr>
            <p:ph type="body" sz="quarter" idx="19"/>
          </p:nvPr>
        </p:nvSpPr>
        <p:spPr>
          <a:xfrm>
            <a:off x="8342375" y="2390775"/>
            <a:ext cx="3264408" cy="1760482"/>
          </a:xfrm>
        </p:spPr>
        <p:txBody>
          <a:bodyPr wrap="square">
            <a:spAutoFit/>
          </a:bodyPr>
          <a:lstStyle>
            <a:lvl1pPr marL="176213" indent="-176213">
              <a:defRPr lang="en-US" sz="2000" dirty="0"/>
            </a:lvl1pPr>
            <a:lvl2pPr marL="398463" indent="-169863">
              <a:defRPr lang="en-US" sz="1800" dirty="0"/>
            </a:lvl2pPr>
            <a:lvl3pPr marL="555625" indent="-157163">
              <a:defRPr lang="en-US" dirty="0"/>
            </a:lvl3pPr>
            <a:lvl4pPr marL="685800" indent="-136525">
              <a:defRPr lang="en-US" dirty="0"/>
            </a:lvl4pPr>
            <a:lvl5pPr marL="800100" indent="-111125">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20440515"/>
      </p:ext>
    </p:extLst>
  </p:cSld>
  <p:clrMapOvr>
    <a:masterClrMapping/>
  </p:clrMapOvr>
  <p:transition>
    <p:fade/>
  </p:transition>
  <p:extLst>
    <p:ext uri="{DCECCB84-F9BA-43D5-87BE-67443E8EF086}">
      <p15:sldGuideLst xmlns:p15="http://schemas.microsoft.com/office/powerpoint/2012/main">
        <p15:guide id="3" orient="horz" pos="1506">
          <p15:clr>
            <a:srgbClr val="5ACBF0"/>
          </p15:clr>
        </p15:guide>
        <p15:guide id="4" orient="horz" pos="906">
          <p15:clr>
            <a:srgbClr val="5ACBF0"/>
          </p15:clr>
        </p15:guide>
        <p15:guide id="5" orient="horz" pos="288">
          <p15:clr>
            <a:srgbClr val="5ACBF0"/>
          </p15:clr>
        </p15:guide>
        <p15:guide id="6" pos="2430">
          <p15:clr>
            <a:srgbClr val="5ACBF0"/>
          </p15:clr>
        </p15:guide>
        <p15:guide id="7" pos="2811">
          <p15:clr>
            <a:srgbClr val="5ACBF0"/>
          </p15:clr>
        </p15:guide>
        <p15:guide id="8" pos="4871">
          <p15:clr>
            <a:srgbClr val="5ACBF0"/>
          </p15:clr>
        </p15:guide>
        <p15:guide id="9" pos="5251">
          <p15:clr>
            <a:srgbClr val="5ACBF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p:cSld name="Four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endParaRPr lang="en-US" dirty="0"/>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p:nvPr>
        </p:nvSpPr>
        <p:spPr>
          <a:xfrm>
            <a:off x="584200"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p:nvPr>
        </p:nvSpPr>
        <p:spPr>
          <a:xfrm>
            <a:off x="3413125"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3413125"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p:nvPr>
        </p:nvSpPr>
        <p:spPr>
          <a:xfrm>
            <a:off x="6244208" y="1438275"/>
            <a:ext cx="2532063"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6244208" y="228311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p:nvPr>
        </p:nvSpPr>
        <p:spPr>
          <a:xfrm>
            <a:off x="9073133" y="1438275"/>
            <a:ext cx="2533650" cy="615553"/>
          </a:xfrm>
        </p:spPr>
        <p:txBody>
          <a:bodyPr anchor="t"/>
          <a:lstStyle>
            <a:lvl1pPr marL="0" indent="0">
              <a:spcBef>
                <a:spcPts val="0"/>
              </a:spcBef>
              <a:buNone/>
              <a:defRPr sz="2000">
                <a:solidFill>
                  <a:schemeClr val="tx1"/>
                </a:solidFill>
                <a:latin typeface="+mj-lt"/>
              </a:defRPr>
            </a:lvl1pPr>
          </a:lstStyle>
          <a:p>
            <a:pPr lvl="0"/>
            <a:r>
              <a:rPr lang="en-US"/>
              <a:t>Click to edit Master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9073133" y="2276475"/>
            <a:ext cx="2532063" cy="1698927"/>
          </a:xfrm>
        </p:spPr>
        <p:txBody>
          <a:bodyPr wrap="square">
            <a:spAutoFit/>
          </a:bodyPr>
          <a:lstStyle>
            <a:lvl1pPr marL="141288" indent="-141288">
              <a:defRPr lang="en-US" sz="1800" dirty="0"/>
            </a:lvl1pPr>
            <a:lvl2pPr marL="285750" indent="-125413">
              <a:defRPr lang="en-US" sz="1600" dirty="0"/>
            </a:lvl2pPr>
            <a:lvl3pPr marL="438150" indent="-133350">
              <a:defRPr lang="en-US" dirty="0"/>
            </a:lvl3pPr>
            <a:lvl4pPr marL="566738" indent="-114300">
              <a:defRPr lang="en-US" dirty="0"/>
            </a:lvl4pPr>
            <a:lvl5pPr marL="685800" indent="-109538">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792566595"/>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1436">
          <p15:clr>
            <a:srgbClr val="5ACBF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Five Column Bullet with Subtitles">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553998"/>
          </a:xfrm>
        </p:spPr>
        <p:txBody>
          <a:bodyPr>
            <a:spAutoFit/>
          </a:bodyPr>
          <a:lstStyle/>
          <a:p>
            <a:r>
              <a:rPr lang="en-US"/>
              <a:t>Click to edit Master title style</a:t>
            </a:r>
            <a:endParaRPr lang="en-US" dirty="0"/>
          </a:p>
        </p:txBody>
      </p:sp>
      <p:sp>
        <p:nvSpPr>
          <p:cNvPr id="22" name="Text Placeholder 11">
            <a:extLst>
              <a:ext uri="{FF2B5EF4-FFF2-40B4-BE49-F238E27FC236}">
                <a16:creationId xmlns:a16="http://schemas.microsoft.com/office/drawing/2014/main" id="{92783506-927E-48F7-8EFC-36257F3E2812}"/>
              </a:ext>
            </a:extLst>
          </p:cNvPr>
          <p:cNvSpPr>
            <a:spLocks noGrp="1"/>
          </p:cNvSpPr>
          <p:nvPr>
            <p:ph type="body" sz="quarter" idx="16" hasCustomPrompt="1"/>
          </p:nvPr>
        </p:nvSpPr>
        <p:spPr>
          <a:xfrm>
            <a:off x="584200"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23" name="Text Placeholder 7">
            <a:extLst>
              <a:ext uri="{FF2B5EF4-FFF2-40B4-BE49-F238E27FC236}">
                <a16:creationId xmlns:a16="http://schemas.microsoft.com/office/drawing/2014/main" id="{FB6093D3-3EDF-4A80-8450-C5EBB1990775}"/>
              </a:ext>
            </a:extLst>
          </p:cNvPr>
          <p:cNvSpPr>
            <a:spLocks noGrp="1"/>
          </p:cNvSpPr>
          <p:nvPr>
            <p:ph type="body" sz="quarter" idx="14"/>
          </p:nvPr>
        </p:nvSpPr>
        <p:spPr>
          <a:xfrm>
            <a:off x="584200"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11">
            <a:extLst>
              <a:ext uri="{FF2B5EF4-FFF2-40B4-BE49-F238E27FC236}">
                <a16:creationId xmlns:a16="http://schemas.microsoft.com/office/drawing/2014/main" id="{438D2C80-6884-451D-8D7D-B69022CCC5C4}"/>
              </a:ext>
            </a:extLst>
          </p:cNvPr>
          <p:cNvSpPr>
            <a:spLocks noGrp="1"/>
          </p:cNvSpPr>
          <p:nvPr>
            <p:ph type="body" sz="quarter" idx="17" hasCustomPrompt="1"/>
          </p:nvPr>
        </p:nvSpPr>
        <p:spPr>
          <a:xfrm>
            <a:off x="2849007"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25" name="Text Placeholder 9">
            <a:extLst>
              <a:ext uri="{FF2B5EF4-FFF2-40B4-BE49-F238E27FC236}">
                <a16:creationId xmlns:a16="http://schemas.microsoft.com/office/drawing/2014/main" id="{7614A884-0AD6-4A85-A432-2B13E7464DA9}"/>
              </a:ext>
            </a:extLst>
          </p:cNvPr>
          <p:cNvSpPr>
            <a:spLocks noGrp="1"/>
          </p:cNvSpPr>
          <p:nvPr>
            <p:ph type="body" sz="quarter" idx="15"/>
          </p:nvPr>
        </p:nvSpPr>
        <p:spPr>
          <a:xfrm>
            <a:off x="2849007"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6" name="Text Placeholder 11">
            <a:extLst>
              <a:ext uri="{FF2B5EF4-FFF2-40B4-BE49-F238E27FC236}">
                <a16:creationId xmlns:a16="http://schemas.microsoft.com/office/drawing/2014/main" id="{7D8FFDED-9FE5-4D94-8EB0-7D645C10FBFF}"/>
              </a:ext>
            </a:extLst>
          </p:cNvPr>
          <p:cNvSpPr>
            <a:spLocks noGrp="1"/>
          </p:cNvSpPr>
          <p:nvPr>
            <p:ph type="body" sz="quarter" idx="18" hasCustomPrompt="1"/>
          </p:nvPr>
        </p:nvSpPr>
        <p:spPr>
          <a:xfrm>
            <a:off x="5113814"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27" name="Text Placeholder 7">
            <a:extLst>
              <a:ext uri="{FF2B5EF4-FFF2-40B4-BE49-F238E27FC236}">
                <a16:creationId xmlns:a16="http://schemas.microsoft.com/office/drawing/2014/main" id="{D429D954-9297-44FA-B7BD-56586012419C}"/>
              </a:ext>
            </a:extLst>
          </p:cNvPr>
          <p:cNvSpPr>
            <a:spLocks noGrp="1"/>
          </p:cNvSpPr>
          <p:nvPr>
            <p:ph type="body" sz="quarter" idx="19"/>
          </p:nvPr>
        </p:nvSpPr>
        <p:spPr>
          <a:xfrm>
            <a:off x="5113814" y="228311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8" name="Text Placeholder 11">
            <a:extLst>
              <a:ext uri="{FF2B5EF4-FFF2-40B4-BE49-F238E27FC236}">
                <a16:creationId xmlns:a16="http://schemas.microsoft.com/office/drawing/2014/main" id="{04D43B0D-50F8-4F63-AFA3-34A46F42E816}"/>
              </a:ext>
            </a:extLst>
          </p:cNvPr>
          <p:cNvSpPr>
            <a:spLocks noGrp="1"/>
          </p:cNvSpPr>
          <p:nvPr>
            <p:ph type="body" sz="quarter" idx="20" hasCustomPrompt="1"/>
          </p:nvPr>
        </p:nvSpPr>
        <p:spPr>
          <a:xfrm>
            <a:off x="7378621"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29" name="Text Placeholder 9">
            <a:extLst>
              <a:ext uri="{FF2B5EF4-FFF2-40B4-BE49-F238E27FC236}">
                <a16:creationId xmlns:a16="http://schemas.microsoft.com/office/drawing/2014/main" id="{804CEFDA-6A6F-42D3-B65C-4BE1054C905E}"/>
              </a:ext>
            </a:extLst>
          </p:cNvPr>
          <p:cNvSpPr>
            <a:spLocks noGrp="1"/>
          </p:cNvSpPr>
          <p:nvPr>
            <p:ph type="body" sz="quarter" idx="21"/>
          </p:nvPr>
        </p:nvSpPr>
        <p:spPr>
          <a:xfrm>
            <a:off x="7378621"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11">
            <a:extLst>
              <a:ext uri="{FF2B5EF4-FFF2-40B4-BE49-F238E27FC236}">
                <a16:creationId xmlns:a16="http://schemas.microsoft.com/office/drawing/2014/main" id="{540485AC-5036-400C-92C3-D3E9EC0252BC}"/>
              </a:ext>
            </a:extLst>
          </p:cNvPr>
          <p:cNvSpPr>
            <a:spLocks noGrp="1"/>
          </p:cNvSpPr>
          <p:nvPr>
            <p:ph type="body" sz="quarter" idx="22" hasCustomPrompt="1"/>
          </p:nvPr>
        </p:nvSpPr>
        <p:spPr>
          <a:xfrm>
            <a:off x="9643428" y="1438275"/>
            <a:ext cx="1965960" cy="492443"/>
          </a:xfrm>
        </p:spPr>
        <p:txBody>
          <a:bodyPr anchor="t"/>
          <a:lstStyle>
            <a:lvl1pPr marL="0" indent="0">
              <a:spcBef>
                <a:spcPts val="0"/>
              </a:spcBef>
              <a:buNone/>
              <a:defRPr sz="1600">
                <a:solidFill>
                  <a:schemeClr val="tx1"/>
                </a:solidFill>
                <a:latin typeface="+mj-lt"/>
              </a:defRPr>
            </a:lvl1pPr>
          </a:lstStyle>
          <a:p>
            <a:pPr lvl="0"/>
            <a:r>
              <a:rPr lang="en-US" dirty="0"/>
              <a:t>Click to edit text styles</a:t>
            </a:r>
          </a:p>
        </p:txBody>
      </p:sp>
      <p:sp>
        <p:nvSpPr>
          <p:cNvPr id="12" name="Text Placeholder 9">
            <a:extLst>
              <a:ext uri="{FF2B5EF4-FFF2-40B4-BE49-F238E27FC236}">
                <a16:creationId xmlns:a16="http://schemas.microsoft.com/office/drawing/2014/main" id="{F90290A2-7689-4DF5-971A-36C2D9173411}"/>
              </a:ext>
            </a:extLst>
          </p:cNvPr>
          <p:cNvSpPr>
            <a:spLocks noGrp="1"/>
          </p:cNvSpPr>
          <p:nvPr>
            <p:ph type="body" sz="quarter" idx="23"/>
          </p:nvPr>
        </p:nvSpPr>
        <p:spPr>
          <a:xfrm>
            <a:off x="9643428" y="2276475"/>
            <a:ext cx="1965960" cy="1452705"/>
          </a:xfrm>
        </p:spPr>
        <p:txBody>
          <a:bodyPr wrap="square">
            <a:spAutoFit/>
          </a:bodyPr>
          <a:lstStyle>
            <a:lvl1pPr marL="141288" indent="-141288">
              <a:defRPr lang="en-US" sz="1500" dirty="0"/>
            </a:lvl1pPr>
            <a:lvl2pPr marL="285750" indent="-125413">
              <a:defRPr lang="en-US" sz="1400" dirty="0"/>
            </a:lvl2pPr>
            <a:lvl3pPr marL="438150" indent="-133350">
              <a:defRPr lang="en-US" sz="1400" dirty="0"/>
            </a:lvl3pPr>
            <a:lvl4pPr marL="566738" indent="-114300">
              <a:defRPr lang="en-US" sz="1200" dirty="0"/>
            </a:lvl4pPr>
            <a:lvl5pPr marL="685800" indent="-109538">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364864217"/>
      </p:ext>
    </p:extLst>
  </p:cSld>
  <p:clrMapOvr>
    <a:masterClrMapping/>
  </p:clrMapOvr>
  <p:transition>
    <p:fade/>
  </p:transition>
  <p:extLst>
    <p:ext uri="{DCECCB84-F9BA-43D5-87BE-67443E8EF086}">
      <p15:sldGuideLst xmlns:p15="http://schemas.microsoft.com/office/powerpoint/2012/main">
        <p15:guide id="4" orient="horz" pos="906">
          <p15:clr>
            <a:srgbClr val="5ACBF0"/>
          </p15:clr>
        </p15:guide>
        <p15:guide id="5" orient="horz" pos="288">
          <p15:clr>
            <a:srgbClr val="5ACBF0"/>
          </p15:clr>
        </p15:guide>
        <p15:guide id="6" pos="1610">
          <p15:clr>
            <a:srgbClr val="5ACBF0"/>
          </p15:clr>
        </p15:guide>
        <p15:guide id="7" pos="1795">
          <p15:clr>
            <a:srgbClr val="5ACBF0"/>
          </p15:clr>
        </p15:guide>
        <p15:guide id="8" pos="3035">
          <p15:clr>
            <a:srgbClr val="5ACBF0"/>
          </p15:clr>
        </p15:guide>
        <p15:guide id="9" pos="3221">
          <p15:clr>
            <a:srgbClr val="5ACBF0"/>
          </p15:clr>
        </p15:guide>
        <p15:guide id="10" pos="4461">
          <p15:clr>
            <a:srgbClr val="5ACBF0"/>
          </p15:clr>
        </p15:guide>
        <p15:guide id="11" pos="5890">
          <p15:clr>
            <a:srgbClr val="5ACBF0"/>
          </p15:clr>
        </p15:guide>
        <p15:guide id="12" orient="horz" pos="1436">
          <p15:clr>
            <a:srgbClr val="5ACBF0"/>
          </p15:clr>
        </p15:guide>
        <p15:guide id="13" pos="4646">
          <p15:clr>
            <a:srgbClr val="5ACBF0"/>
          </p15:clr>
        </p15:guide>
        <p15:guide id="14" pos="6072">
          <p15:clr>
            <a:srgbClr val="5ACBF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329592201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Title Only - left side ">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AD849-7CFE-4AF7-A7C5-6BBD50C88C1A}"/>
              </a:ext>
            </a:extLst>
          </p:cNvPr>
          <p:cNvSpPr>
            <a:spLocks noGrp="1"/>
          </p:cNvSpPr>
          <p:nvPr>
            <p:ph type="title"/>
          </p:nvPr>
        </p:nvSpPr>
        <p:spPr>
          <a:xfrm>
            <a:off x="588264" y="2875002"/>
            <a:ext cx="4127692" cy="1107996"/>
          </a:xfrm>
        </p:spPr>
        <p:txBody>
          <a:bodyPr wrap="square" anchor="ctr">
            <a:spAutoFit/>
          </a:bodyPr>
          <a:lstStyle/>
          <a:p>
            <a:r>
              <a:rPr lang="en-US"/>
              <a:t>Click to edit Master title style</a:t>
            </a:r>
            <a:endParaRPr lang="en-US" dirty="0"/>
          </a:p>
        </p:txBody>
      </p:sp>
    </p:spTree>
    <p:extLst>
      <p:ext uri="{BB962C8B-B14F-4D97-AF65-F5344CB8AC3E}">
        <p14:creationId xmlns:p14="http://schemas.microsoft.com/office/powerpoint/2010/main" val="1630936537"/>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30" orient="horz" pos="288">
          <p15:clr>
            <a:srgbClr val="5ACBF0"/>
          </p15:clr>
        </p15:guide>
        <p15:guide id="32" orient="horz" pos="2160">
          <p15:clr>
            <a:srgbClr val="5ACBF0"/>
          </p15:clr>
        </p15:guide>
        <p15:guide id="33" pos="2976">
          <p15:clr>
            <a:srgbClr val="5ACBF0"/>
          </p15:clr>
        </p15:guide>
        <p15:guide id="34" pos="3336">
          <p15:clr>
            <a:srgbClr val="5ACBF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endParaRPr lang="en-US" dirty="0"/>
          </a:p>
        </p:txBody>
      </p:sp>
    </p:spTree>
    <p:extLst>
      <p:ext uri="{BB962C8B-B14F-4D97-AF65-F5344CB8AC3E}">
        <p14:creationId xmlns:p14="http://schemas.microsoft.com/office/powerpoint/2010/main" val="373122349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52">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guide id="31" pos="3840">
          <p15:clr>
            <a:srgbClr val="5ACBF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Title - 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35C9167-B5C7-4834-AC78-240C8C3EF11E}"/>
              </a:ext>
            </a:extLst>
          </p:cNvPr>
          <p:cNvSpPr>
            <a:spLocks noGrp="1"/>
          </p:cNvSpPr>
          <p:nvPr>
            <p:ph type="title" hasCustomPrompt="1"/>
          </p:nvPr>
        </p:nvSpPr>
        <p:spPr>
          <a:xfrm>
            <a:off x="588263" y="588963"/>
            <a:ext cx="4158362" cy="2535236"/>
          </a:xfrm>
        </p:spPr>
        <p:txBody>
          <a:bodyPr anchor="b"/>
          <a:lstStyle>
            <a:lvl1pPr>
              <a:defRPr/>
            </a:lvl1pPr>
          </a:lstStyle>
          <a:p>
            <a:r>
              <a:rPr lang="en-US" dirty="0"/>
              <a:t>Title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0"/>
            <a:ext cx="4162425" cy="2733497"/>
          </a:xfrm>
        </p:spPr>
        <p:txBody>
          <a:bodyPr/>
          <a:lstStyle>
            <a:lvl1pPr marL="0" indent="0">
              <a:buNone/>
              <a:defRPr sz="22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descr="This photo is a 'placeholder' only. Drag or drop your photo here, or click and tap the center to insert a photo.">
            <a:extLst>
              <a:ext uri="{FF2B5EF4-FFF2-40B4-BE49-F238E27FC236}">
                <a16:creationId xmlns:a16="http://schemas.microsoft.com/office/drawing/2014/main" id="{2E18FD0C-FA99-4937-92CD-5CF7F279CD8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6" name="TextBox 5">
            <a:extLst>
              <a:ext uri="{FF2B5EF4-FFF2-40B4-BE49-F238E27FC236}">
                <a16:creationId xmlns:a16="http://schemas.microsoft.com/office/drawing/2014/main" id="{16BDF4B0-32EF-4DA8-9A83-B73DD831057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2517723168"/>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7" orient="horz" pos="1968">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Square Photo ">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92DE97-5F35-4963-AC7A-96FEB98062FF}"/>
              </a:ext>
            </a:extLst>
          </p:cNvPr>
          <p:cNvSpPr>
            <a:spLocks noGrp="1"/>
          </p:cNvSpPr>
          <p:nvPr>
            <p:ph type="title"/>
          </p:nvPr>
        </p:nvSpPr>
        <p:spPr>
          <a:xfrm>
            <a:off x="588263" y="585788"/>
            <a:ext cx="4159950" cy="5683249"/>
          </a:xfrm>
        </p:spPr>
        <p:txBody>
          <a:bodyPr anchor="ctr"/>
          <a:lstStyle/>
          <a:p>
            <a:r>
              <a:rPr lang="en-US"/>
              <a:t>Click to edit Master title style</a:t>
            </a:r>
            <a:endParaRPr lang="en-US" dirty="0"/>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5" name="TextBox 4">
            <a:extLst>
              <a:ext uri="{FF2B5EF4-FFF2-40B4-BE49-F238E27FC236}">
                <a16:creationId xmlns:a16="http://schemas.microsoft.com/office/drawing/2014/main" id="{8A09A47B-FEF5-47F3-B2DD-A73E7C3234AF}"/>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2642262945"/>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5" orient="horz" pos="2160">
          <p15:clr>
            <a:srgbClr val="5ACBF0"/>
          </p15:clr>
        </p15:guide>
        <p15:guide id="6" pos="2991">
          <p15:clr>
            <a:srgbClr val="5ACBF0"/>
          </p15:clr>
        </p15:guide>
        <p15:guide id="7" pos="3728">
          <p15:clr>
            <a:srgbClr val="C35EA4"/>
          </p15:clr>
        </p15:guide>
        <p15:guide id="8" pos="3544">
          <p15:clr>
            <a:srgbClr val="A4A3A4"/>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Square Photo 2">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4E2C6C6-B442-4DE7-9C6C-405B9005314D}"/>
              </a:ext>
            </a:extLst>
          </p:cNvPr>
          <p:cNvSpPr>
            <a:spLocks noGrp="1"/>
          </p:cNvSpPr>
          <p:nvPr>
            <p:ph type="title" hasCustomPrompt="1"/>
          </p:nvPr>
        </p:nvSpPr>
        <p:spPr>
          <a:xfrm>
            <a:off x="588263" y="2979738"/>
            <a:ext cx="4163125" cy="3289300"/>
          </a:xfrm>
        </p:spPr>
        <p:txBody>
          <a:bodyPr anchor="t"/>
          <a:lstStyle>
            <a:lvl1pPr>
              <a:defRPr sz="2800"/>
            </a:lvl1pPr>
          </a:lstStyle>
          <a:p>
            <a:r>
              <a:rPr lang="en-US" dirty="0"/>
              <a:t>Square photo layout with smaller text</a:t>
            </a:r>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3EBEAA94-C151-43DE-8A5A-09E8A930427E}"/>
              </a:ext>
            </a:extLst>
          </p:cNvPr>
          <p:cNvSpPr>
            <a:spLocks noGrp="1"/>
          </p:cNvSpPr>
          <p:nvPr>
            <p:ph type="pic" sz="quarter" idx="11" hasCustomPrompt="1"/>
          </p:nvPr>
        </p:nvSpPr>
        <p:spPr bwMode="ltGray">
          <a:xfrm>
            <a:off x="5334000" y="0"/>
            <a:ext cx="6858000" cy="6858000"/>
          </a:xfrm>
          <a:blipFill>
            <a:blip r:embed="rId2"/>
            <a:stretch>
              <a:fillRect/>
            </a:stretch>
          </a:blipFill>
        </p:spPr>
        <p:txBody>
          <a:bodyPr lIns="0" tIns="2377440" rIns="0" anchor="t" anchorCtr="0">
            <a:noAutofit/>
          </a:bodyPr>
          <a:lstStyle>
            <a:lvl1pPr marL="0" indent="0" algn="ctr">
              <a:lnSpc>
                <a:spcPct val="100000"/>
              </a:lnSpc>
              <a:buNone/>
              <a:defRPr sz="14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5" name="TextBox 4">
            <a:extLst>
              <a:ext uri="{FF2B5EF4-FFF2-40B4-BE49-F238E27FC236}">
                <a16:creationId xmlns:a16="http://schemas.microsoft.com/office/drawing/2014/main" id="{6C2F1290-9237-4BEE-AAAC-6708F286265B}"/>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1652648237"/>
      </p:ext>
    </p:extLst>
  </p:cSld>
  <p:clrMapOvr>
    <a:masterClrMapping/>
  </p:clrMapOvr>
  <p:transition>
    <p:fade/>
  </p:transition>
  <p:extLst>
    <p:ext uri="{DCECCB84-F9BA-43D5-87BE-67443E8EF086}">
      <p15:sldGuideLst xmlns:p15="http://schemas.microsoft.com/office/powerpoint/2012/main">
        <p15:guide id="2" pos="3360">
          <p15:clr>
            <a:srgbClr val="5ACBF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p:cSld name="Photo full bleed lower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p:nvPr>
        </p:nvSpPr>
        <p:spPr bwMode="ltGray">
          <a:xfrm>
            <a:off x="0" y="3657600"/>
            <a:ext cx="12192000" cy="3200400"/>
          </a:xfrm>
          <a:gradFill flip="none" rotWithShape="1">
            <a:gsLst>
              <a:gs pos="40000">
                <a:srgbClr val="000000">
                  <a:alpha val="70000"/>
                </a:srgbClr>
              </a:gs>
              <a:gs pos="100000">
                <a:srgbClr val="000000">
                  <a:alpha val="0"/>
                </a:srgbClr>
              </a:gs>
            </a:gsLst>
            <a:lin ang="16200000" scaled="1"/>
            <a:tileRect/>
          </a:gradFill>
        </p:spPr>
        <p:txBody>
          <a:bodyPr lIns="585216" tIns="585216" rIns="585216" bIns="585216" anchor="b" anchorCtr="0">
            <a:noAutofit/>
          </a:bodyPr>
          <a:lstStyle>
            <a:lvl1pPr>
              <a:defRPr sz="3600" spc="0">
                <a:solidFill>
                  <a:srgbClr val="FFFFFF"/>
                </a:solidFill>
              </a:defRPr>
            </a:lvl1pPr>
          </a:lstStyle>
          <a:p>
            <a:r>
              <a:rPr lang="en-US"/>
              <a:t>Click to edit Master title style</a:t>
            </a:r>
            <a:endParaRPr lang="en-US" dirty="0"/>
          </a:p>
        </p:txBody>
      </p:sp>
      <p:sp>
        <p:nvSpPr>
          <p:cNvPr id="6" name="TextBox 5">
            <a:extLst>
              <a:ext uri="{FF2B5EF4-FFF2-40B4-BE49-F238E27FC236}">
                <a16:creationId xmlns:a16="http://schemas.microsoft.com/office/drawing/2014/main" id="{03F619C2-B134-493A-AB9F-5DE39C929931}"/>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1343531980"/>
      </p:ext>
    </p:extLst>
  </p:cSld>
  <p:clrMapOvr>
    <a:masterClrMapping/>
  </p:clrMapOvr>
  <p:transition>
    <p:fade/>
  </p:transition>
  <p:extLst>
    <p:ext uri="{DCECCB84-F9BA-43D5-87BE-67443E8EF086}">
      <p15:sldGuideLst xmlns:p15="http://schemas.microsoft.com/office/powerpoint/2012/main">
        <p15:guide id="1" orient="horz" pos="2304">
          <p15:clr>
            <a:srgbClr val="5ACBF0"/>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Photo full bleed lef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3" y="0"/>
            <a:ext cx="5669280" cy="6858000"/>
          </a:xfrm>
          <a:gradFill flip="none" rotWithShape="1">
            <a:gsLst>
              <a:gs pos="50000">
                <a:srgbClr val="000000">
                  <a:alpha val="70000"/>
                </a:srgbClr>
              </a:gs>
              <a:gs pos="100000">
                <a:srgbClr val="000000">
                  <a:alpha val="0"/>
                </a:srgbClr>
              </a:gs>
            </a:gsLst>
            <a:lin ang="0" scaled="1"/>
            <a:tileRect/>
          </a:gradFill>
        </p:spPr>
        <p:txBody>
          <a:bodyPr lIns="585216" tIns="585216" rIns="585216" bIns="585216" anchor="ctr">
            <a:noAutofit/>
          </a:bodyPr>
          <a:lstStyle>
            <a:lvl1pPr>
              <a:defRPr sz="3600" spc="0">
                <a:solidFill>
                  <a:srgbClr val="FFFFFF"/>
                </a:solidFill>
              </a:defRPr>
            </a:lvl1pPr>
          </a:lstStyle>
          <a:p>
            <a:r>
              <a:rPr lang="en-US" dirty="0"/>
              <a:t>Click to edit </a:t>
            </a:r>
            <a:br>
              <a:rPr lang="en-US" dirty="0"/>
            </a:br>
            <a:r>
              <a:rPr lang="en-US" dirty="0"/>
              <a:t>Master title style</a:t>
            </a:r>
          </a:p>
        </p:txBody>
      </p:sp>
      <p:sp>
        <p:nvSpPr>
          <p:cNvPr id="6" name="TextBox 5">
            <a:extLst>
              <a:ext uri="{FF2B5EF4-FFF2-40B4-BE49-F238E27FC236}">
                <a16:creationId xmlns:a16="http://schemas.microsoft.com/office/drawing/2014/main" id="{1D4894F6-B50F-43E1-83FC-4F2200B2FA65}"/>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765256976"/>
      </p:ext>
    </p:extLst>
  </p:cSld>
  <p:clrMapOvr>
    <a:masterClrMapping/>
  </p:clrMapOvr>
  <p:transition>
    <p:fade/>
  </p:transition>
  <p:extLst>
    <p:ext uri="{DCECCB84-F9BA-43D5-87BE-67443E8EF086}">
      <p15:sldGuideLst xmlns:p15="http://schemas.microsoft.com/office/powerpoint/2012/main">
        <p15:guide id="7" pos="3576">
          <p15:clr>
            <a:srgbClr val="5ACBF0"/>
          </p15:clr>
        </p15:guide>
        <p15:guide id="8" orient="horz" pos="2160">
          <p15:clr>
            <a:srgbClr val="5ACBF0"/>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Photo full bleed right title">
    <p:spTree>
      <p:nvGrpSpPr>
        <p:cNvPr id="1" name=""/>
        <p:cNvGrpSpPr/>
        <p:nvPr/>
      </p:nvGrpSpPr>
      <p:grpSpPr>
        <a:xfrm>
          <a:off x="0" y="0"/>
          <a:ext cx="0" cy="0"/>
          <a:chOff x="0" y="0"/>
          <a:chExt cx="0" cy="0"/>
        </a:xfrm>
      </p:grpSpPr>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FA608AEF-BE66-4029-BA63-DA15E89C3291}"/>
              </a:ext>
            </a:extLst>
          </p:cNvPr>
          <p:cNvSpPr>
            <a:spLocks noGrp="1"/>
          </p:cNvSpPr>
          <p:nvPr>
            <p:ph type="pic" sz="quarter" idx="10" hasCustomPrompt="1"/>
          </p:nvPr>
        </p:nvSpPr>
        <p:spPr bwMode="ltGray">
          <a:xfrm>
            <a:off x="0" y="0"/>
            <a:ext cx="12192000" cy="6858000"/>
          </a:xfrm>
          <a:blipFill>
            <a:blip r:embed="rId2"/>
            <a:stretch>
              <a:fillRect/>
            </a:stretch>
          </a:blipFill>
        </p:spPr>
        <p:txBody>
          <a:bodyPr wrap="none" bIns="1554480" anchor="ctr">
            <a:noAutofit/>
          </a:bodyPr>
          <a:lstStyle>
            <a:lvl1pPr marL="0" indent="0" algn="ctr">
              <a:buNone/>
              <a:defRPr sz="1400" b="1">
                <a:solidFill>
                  <a:srgbClr val="000000"/>
                </a:solidFill>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3" name="Title 2">
            <a:extLst>
              <a:ext uri="{FF2B5EF4-FFF2-40B4-BE49-F238E27FC236}">
                <a16:creationId xmlns:a16="http://schemas.microsoft.com/office/drawing/2014/main" id="{E033AC47-6988-4AF2-AB7A-F400B9B8392F}"/>
              </a:ext>
            </a:extLst>
          </p:cNvPr>
          <p:cNvSpPr>
            <a:spLocks noGrp="1"/>
          </p:cNvSpPr>
          <p:nvPr>
            <p:ph type="title" hasCustomPrompt="1"/>
          </p:nvPr>
        </p:nvSpPr>
        <p:spPr bwMode="ltGray">
          <a:xfrm>
            <a:off x="6522720" y="0"/>
            <a:ext cx="5669280" cy="6858000"/>
          </a:xfrm>
          <a:gradFill flip="none" rotWithShape="1">
            <a:gsLst>
              <a:gs pos="50000">
                <a:srgbClr val="000000">
                  <a:alpha val="70000"/>
                </a:srgbClr>
              </a:gs>
              <a:gs pos="100000">
                <a:srgbClr val="000000">
                  <a:alpha val="0"/>
                </a:srgbClr>
              </a:gs>
            </a:gsLst>
            <a:lin ang="10800000" scaled="1"/>
            <a:tileRect/>
          </a:gradFill>
          <a:ln>
            <a:noFill/>
          </a:ln>
        </p:spPr>
        <p:txBody>
          <a:bodyPr lIns="585216" tIns="585216" rIns="585216" bIns="585216" anchor="ctr">
            <a:noAutofit/>
          </a:bodyPr>
          <a:lstStyle>
            <a:lvl1pPr algn="r">
              <a:defRPr sz="3600" spc="0">
                <a:solidFill>
                  <a:srgbClr val="FFFFFF"/>
                </a:solidFill>
              </a:defRPr>
            </a:lvl1pPr>
          </a:lstStyle>
          <a:p>
            <a:r>
              <a:rPr lang="en-US" dirty="0"/>
              <a:t>Click to edit </a:t>
            </a:r>
            <a:br>
              <a:rPr lang="en-US" dirty="0"/>
            </a:br>
            <a:r>
              <a:rPr lang="en-US" dirty="0"/>
              <a:t>Master title style</a:t>
            </a:r>
          </a:p>
        </p:txBody>
      </p:sp>
      <p:sp>
        <p:nvSpPr>
          <p:cNvPr id="6" name="TextBox 5">
            <a:extLst>
              <a:ext uri="{FF2B5EF4-FFF2-40B4-BE49-F238E27FC236}">
                <a16:creationId xmlns:a16="http://schemas.microsoft.com/office/drawing/2014/main" id="{A629011D-E3B4-416F-9D7F-7A99AE49F65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1730844171"/>
      </p:ext>
    </p:extLst>
  </p:cSld>
  <p:clrMapOvr>
    <a:masterClrMapping/>
  </p:clrMapOvr>
  <p:transition>
    <p:fade/>
  </p:transition>
  <p:extLst>
    <p:ext uri="{DCECCB84-F9BA-43D5-87BE-67443E8EF086}">
      <p15:sldGuideLst xmlns:p15="http://schemas.microsoft.com/office/powerpoint/2012/main">
        <p15:guide id="7" pos="4105">
          <p15:clr>
            <a:srgbClr val="5ACBF0"/>
          </p15:clr>
        </p15:guide>
        <p15:guide id="8" orient="horz" pos="2160">
          <p15:clr>
            <a:srgbClr val="5ACBF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Top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E01E45-D858-46CB-8C37-2ADA7A8B4F38}"/>
              </a:ext>
            </a:extLst>
          </p:cNvPr>
          <p:cNvSpPr>
            <a:spLocks noGrp="1"/>
          </p:cNvSpPr>
          <p:nvPr>
            <p:ph type="title"/>
          </p:nvPr>
        </p:nvSpPr>
        <p:spPr>
          <a:xfrm>
            <a:off x="588263" y="5157216"/>
            <a:ext cx="11018520" cy="1111822"/>
          </a:xfrm>
        </p:spPr>
        <p:txBody>
          <a:bodyPr anchor="ctr"/>
          <a:lstStyle>
            <a:lvl1pPr algn="ctr">
              <a:defRPr/>
            </a:lvl1pPr>
          </a:lstStyle>
          <a:p>
            <a:r>
              <a:rPr lang="en-US"/>
              <a:t>Click to edit Master title style</a:t>
            </a:r>
            <a:endParaRPr lang="en-US" dirty="0"/>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0" y="0"/>
            <a:ext cx="12192000" cy="4572000"/>
          </a:xfrm>
          <a:blipFill>
            <a:blip r:embed="rId2"/>
            <a:stretch>
              <a:fillRect/>
            </a:stretch>
          </a:blipFill>
        </p:spPr>
        <p:txBody>
          <a:bodyPr vert="horz" wrap="square" lIns="0" tIns="1280160" rIns="0" bIns="0" rtlCol="0" anchor="t" anchorCtr="0">
            <a:noAutofit/>
          </a:bodyPr>
          <a:lstStyle>
            <a:lvl1pPr marL="0" indent="0" algn="ctr">
              <a:buNone/>
              <a:defRPr lang="en-US" sz="1400" b="1" dirty="0">
                <a:solidFill>
                  <a:srgbClr val="000000"/>
                </a:solidFill>
              </a:defRPr>
            </a:lvl1pPr>
          </a:lstStyle>
          <a:p>
            <a:pPr marL="228600" lvl="0" indent="-228600" algn="ctr"/>
            <a:r>
              <a:rPr lang="en-US" dirty="0"/>
              <a:t>Drag &amp; drop your photo here </a:t>
            </a:r>
            <a:br>
              <a:rPr lang="en-US" dirty="0"/>
            </a:br>
            <a:r>
              <a:rPr lang="en-US" dirty="0"/>
              <a:t>or click or tap icon below </a:t>
            </a:r>
            <a:br>
              <a:rPr lang="en-US" dirty="0"/>
            </a:br>
            <a:r>
              <a:rPr lang="en-US" dirty="0"/>
              <a:t>to insert</a:t>
            </a:r>
          </a:p>
        </p:txBody>
      </p:sp>
      <p:sp>
        <p:nvSpPr>
          <p:cNvPr id="5" name="TextBox 4">
            <a:extLst>
              <a:ext uri="{FF2B5EF4-FFF2-40B4-BE49-F238E27FC236}">
                <a16:creationId xmlns:a16="http://schemas.microsoft.com/office/drawing/2014/main" id="{3A996C37-D0C9-4349-A860-B639C4EB9D5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679576568"/>
      </p:ext>
    </p:extLst>
  </p:cSld>
  <p:clrMapOvr>
    <a:masterClrMapping/>
  </p:clrMapOvr>
  <p:transition>
    <p:fade/>
  </p:transition>
  <p:extLst>
    <p:ext uri="{DCECCB84-F9BA-43D5-87BE-67443E8EF086}">
      <p15:sldGuideLst xmlns:p15="http://schemas.microsoft.com/office/powerpoint/2012/main">
        <p15:guide id="5" orient="horz" pos="2880">
          <p15:clr>
            <a:srgbClr val="5ACBF0"/>
          </p15:clr>
        </p15:guide>
        <p15:guide id="6" orient="horz" pos="3600">
          <p15:clr>
            <a:srgbClr val="5ACBF0"/>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Bottom horizontal photo and 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5563AC-3A0B-4839-A9DC-F00E8E5411A6}"/>
              </a:ext>
            </a:extLst>
          </p:cNvPr>
          <p:cNvSpPr>
            <a:spLocks noGrp="1"/>
          </p:cNvSpPr>
          <p:nvPr>
            <p:ph type="title"/>
          </p:nvPr>
        </p:nvSpPr>
        <p:spPr>
          <a:xfrm>
            <a:off x="588263" y="585788"/>
            <a:ext cx="11018520" cy="1114996"/>
          </a:xfrm>
        </p:spPr>
        <p:txBody>
          <a:bodyPr anchor="ctr"/>
          <a:lstStyle>
            <a:lvl1pPr algn="ctr">
              <a:defRPr/>
            </a:lvl1pPr>
          </a:lstStyle>
          <a:p>
            <a:r>
              <a:rPr lang="en-US"/>
              <a:t>Click to edit Master title style</a:t>
            </a:r>
            <a:endParaRPr lang="en-US" dirty="0"/>
          </a:p>
        </p:txBody>
      </p:sp>
      <p:sp>
        <p:nvSpPr>
          <p:cNvPr id="4" name="Picture Placeholder" descr="This photo is a 'placeholder' only. Drag or drop your photo here, or click and tap the center to insert a photo.">
            <a:extLst>
              <a:ext uri="{FF2B5EF4-FFF2-40B4-BE49-F238E27FC236}">
                <a16:creationId xmlns:a16="http://schemas.microsoft.com/office/drawing/2014/main" id="{FEB5B31F-7AD9-4BC6-8D61-62AD8011666E}"/>
              </a:ext>
            </a:extLst>
          </p:cNvPr>
          <p:cNvSpPr>
            <a:spLocks noGrp="1"/>
          </p:cNvSpPr>
          <p:nvPr>
            <p:ph type="pic" sz="quarter" idx="11" hasCustomPrompt="1"/>
          </p:nvPr>
        </p:nvSpPr>
        <p:spPr bwMode="ltGray">
          <a:xfrm>
            <a:off x="-2381" y="2286000"/>
            <a:ext cx="12192000" cy="4572000"/>
          </a:xfrm>
          <a:blipFill>
            <a:blip r:embed="rId2"/>
            <a:stretch>
              <a:fillRect/>
            </a:stretch>
          </a:blipFill>
        </p:spPr>
        <p:txBody>
          <a:bodyPr vert="horz" wrap="square" lIns="0" tIns="1371600" rIns="0" bIns="0" rtlCol="0" anchor="t" anchorCtr="0">
            <a:noAutofit/>
          </a:bodyPr>
          <a:lstStyle>
            <a:lvl1pPr marL="0" indent="0" algn="ctr">
              <a:buNone/>
              <a:defRPr lang="en-US" sz="1400" b="1" dirty="0">
                <a:solidFill>
                  <a:srgbClr val="000000"/>
                </a:solidFill>
              </a:defRPr>
            </a:lvl1pPr>
          </a:lstStyle>
          <a:p>
            <a:pPr marL="228600" lvl="0" indent="-228600" algn="ctr"/>
            <a:r>
              <a:rPr lang="en-US" dirty="0"/>
              <a:t>Drag &amp; drop your photo here </a:t>
            </a:r>
            <a:br>
              <a:rPr lang="en-US" dirty="0"/>
            </a:br>
            <a:r>
              <a:rPr lang="en-US" dirty="0"/>
              <a:t>or click or tap icon below </a:t>
            </a:r>
            <a:br>
              <a:rPr lang="en-US" dirty="0"/>
            </a:br>
            <a:r>
              <a:rPr lang="en-US" dirty="0"/>
              <a:t>to insert</a:t>
            </a:r>
          </a:p>
        </p:txBody>
      </p:sp>
      <p:sp>
        <p:nvSpPr>
          <p:cNvPr id="5" name="TextBox 4">
            <a:extLst>
              <a:ext uri="{FF2B5EF4-FFF2-40B4-BE49-F238E27FC236}">
                <a16:creationId xmlns:a16="http://schemas.microsoft.com/office/drawing/2014/main" id="{3D6FDE6F-0F4B-446A-A51F-494FB0996655}"/>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014317633"/>
      </p:ext>
    </p:extLst>
  </p:cSld>
  <p:clrMapOvr>
    <a:masterClrMapping/>
  </p:clrMapOvr>
  <p:transition>
    <p:fade/>
  </p:transition>
  <p:extLst>
    <p:ext uri="{DCECCB84-F9BA-43D5-87BE-67443E8EF086}">
      <p15:sldGuideLst xmlns:p15="http://schemas.microsoft.com/office/powerpoint/2012/main">
        <p15:guide id="5" orient="horz" pos="1440">
          <p15:clr>
            <a:srgbClr val="5ACBF0"/>
          </p15:clr>
        </p15:guide>
        <p15:guide id="6" orient="horz" pos="720">
          <p15:clr>
            <a:srgbClr val="5ACBF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Two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27DCA08-1117-4B11-AEFD-AAB2B33543F9}"/>
              </a:ext>
            </a:extLst>
          </p:cNvPr>
          <p:cNvSpPr>
            <a:spLocks noGrp="1"/>
          </p:cNvSpPr>
          <p:nvPr>
            <p:ph type="title"/>
          </p:nvPr>
        </p:nvSpPr>
        <p:spPr>
          <a:xfrm>
            <a:off x="588263" y="457200"/>
            <a:ext cx="11018520" cy="983234"/>
          </a:xfrm>
        </p:spPr>
        <p:txBody>
          <a:body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4199"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5367528" cy="3474720"/>
          </a:xfrm>
          <a:blipFill>
            <a:blip r:embed="rId2"/>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dirty="0"/>
              <a:t>Drag &amp; drop your photo here </a:t>
            </a:r>
            <a:br>
              <a:rPr lang="en-US" dirty="0"/>
            </a:br>
            <a:r>
              <a:rPr lang="en-US" dirty="0"/>
              <a:t>or click or tap icon below </a:t>
            </a:r>
            <a:br>
              <a:rPr lang="en-US" dirty="0"/>
            </a:br>
            <a:r>
              <a:rPr lang="en-US" dirty="0"/>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1860" y="5689600"/>
            <a:ext cx="5367528"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39255" y="2025650"/>
            <a:ext cx="5367528" cy="3474720"/>
          </a:xfrm>
          <a:blipFill>
            <a:blip r:embed="rId3"/>
            <a:stretch>
              <a:fillRect/>
            </a:stretch>
          </a:blipFill>
        </p:spPr>
        <p:txBody>
          <a:bodyPr vert="horz" wrap="square" lIns="0" tIns="0" rIns="0" bIns="1005840" rtlCol="0" anchor="ctr" anchorCtr="0">
            <a:noAutofit/>
          </a:bodyPr>
          <a:lstStyle>
            <a:lvl1pPr marL="0" indent="0" algn="ctr">
              <a:buNone/>
              <a:defRPr lang="en-US" sz="1000" b="1" dirty="0">
                <a:solidFill>
                  <a:srgbClr val="000000"/>
                </a:solidFill>
              </a:defRPr>
            </a:lvl1pPr>
          </a:lstStyle>
          <a:p>
            <a:pPr marL="228600" lvl="0" indent="-228600" algn="ctr"/>
            <a:r>
              <a:rPr lang="en-US" dirty="0"/>
              <a:t>Drag &amp; drop your photo here </a:t>
            </a:r>
            <a:br>
              <a:rPr lang="en-US" dirty="0"/>
            </a:br>
            <a:r>
              <a:rPr lang="en-US" dirty="0"/>
              <a:t>or click or tap icon below </a:t>
            </a:r>
            <a:br>
              <a:rPr lang="en-US" dirty="0"/>
            </a:br>
            <a:r>
              <a:rPr lang="en-US" dirty="0"/>
              <a:t>to insert</a:t>
            </a:r>
          </a:p>
        </p:txBody>
      </p:sp>
      <p:sp>
        <p:nvSpPr>
          <p:cNvPr id="10" name="TextBox 9">
            <a:extLst>
              <a:ext uri="{FF2B5EF4-FFF2-40B4-BE49-F238E27FC236}">
                <a16:creationId xmlns:a16="http://schemas.microsoft.com/office/drawing/2014/main" id="{CAF59E09-7602-42B9-AB0C-9D1365A9EBB2}"/>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927545422"/>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3749">
          <p15:clr>
            <a:srgbClr val="5ACBF0"/>
          </p15:clr>
        </p15:guide>
        <p15:guide id="7" pos="3931">
          <p15:clr>
            <a:srgbClr val="5ACBF0"/>
          </p15:clr>
        </p15:guide>
        <p15:guide id="8" orient="horz" pos="3464">
          <p15:clr>
            <a:srgbClr val="5ACBF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Three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260F77E-464D-46F7-A8F8-6F281DAB0C7A}"/>
              </a:ext>
            </a:extLst>
          </p:cNvPr>
          <p:cNvSpPr>
            <a:spLocks noGrp="1"/>
          </p:cNvSpPr>
          <p:nvPr>
            <p:ph type="title"/>
          </p:nvPr>
        </p:nvSpPr>
        <p:spPr>
          <a:xfrm>
            <a:off x="588263" y="457200"/>
            <a:ext cx="11018520" cy="983234"/>
          </a:xfrm>
        </p:spPr>
        <p:txBody>
          <a:body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3474720" cy="3474720"/>
          </a:xfrm>
          <a:blipFill>
            <a:blip r:embed="rId2"/>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4358640"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4358640" y="2025650"/>
            <a:ext cx="3474720" cy="3474720"/>
          </a:xfrm>
          <a:blipFill>
            <a:blip r:embed="rId3"/>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8134351" y="5689600"/>
            <a:ext cx="3475037" cy="579438"/>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8132063" y="2025650"/>
            <a:ext cx="3474720" cy="3474720"/>
          </a:xfrm>
          <a:blipFill>
            <a:blip r:embed="rId4"/>
            <a:stretch>
              <a:fillRect/>
            </a:stretch>
          </a:blipFill>
        </p:spPr>
        <p:txBody>
          <a:bodyPr lIns="0" tIns="0" rIns="0" bIns="100584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4" name="TextBox 13">
            <a:extLst>
              <a:ext uri="{FF2B5EF4-FFF2-40B4-BE49-F238E27FC236}">
                <a16:creationId xmlns:a16="http://schemas.microsoft.com/office/drawing/2014/main" id="{52B36921-D927-4BA6-8891-8AEE9784923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53393662"/>
      </p:ext>
    </p:extLst>
  </p:cSld>
  <p:clrMapOvr>
    <a:masterClrMapping/>
  </p:clrMapOvr>
  <p:transition>
    <p:fade/>
  </p:transition>
  <p:extLst>
    <p:ext uri="{DCECCB84-F9BA-43D5-87BE-67443E8EF086}">
      <p15:sldGuideLst xmlns:p15="http://schemas.microsoft.com/office/powerpoint/2012/main">
        <p15:guide id="3" orient="horz" pos="3584">
          <p15:clr>
            <a:srgbClr val="5ACBF0"/>
          </p15:clr>
        </p15:guide>
        <p15:guide id="4" orient="horz" pos="1276">
          <p15:clr>
            <a:srgbClr val="5ACBF0"/>
          </p15:clr>
        </p15:guide>
        <p15:guide id="5" orient="horz" pos="288">
          <p15:clr>
            <a:srgbClr val="5ACBF0"/>
          </p15:clr>
        </p15:guide>
        <p15:guide id="6" pos="2557">
          <p15:clr>
            <a:srgbClr val="5ACBF0"/>
          </p15:clr>
        </p15:guide>
        <p15:guide id="7" pos="2744">
          <p15:clr>
            <a:srgbClr val="5ACBF0"/>
          </p15:clr>
        </p15:guide>
        <p15:guide id="8" pos="4936">
          <p15:clr>
            <a:srgbClr val="5ACBF0"/>
          </p15:clr>
        </p15:guide>
        <p15:guide id="9" pos="5123">
          <p15:clr>
            <a:srgbClr val="5ACBF0"/>
          </p15:clr>
        </p15:guide>
        <p15:guide id="10" orient="horz" pos="3465">
          <p15:clr>
            <a:srgbClr val="5ACBF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Four picture conten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7A434B7-D4B9-4D45-A31C-F0CC4D227945}"/>
              </a:ext>
            </a:extLst>
          </p:cNvPr>
          <p:cNvSpPr>
            <a:spLocks noGrp="1"/>
          </p:cNvSpPr>
          <p:nvPr>
            <p:ph type="title"/>
          </p:nvPr>
        </p:nvSpPr>
        <p:spPr>
          <a:xfrm>
            <a:off x="588263" y="457200"/>
            <a:ext cx="11018520" cy="983234"/>
          </a:xfrm>
        </p:spPr>
        <p:txBody>
          <a:body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AE833B58-0629-4A46-8711-902C16A99314}"/>
              </a:ext>
            </a:extLst>
          </p:cNvPr>
          <p:cNvSpPr>
            <a:spLocks noGrp="1"/>
          </p:cNvSpPr>
          <p:nvPr>
            <p:ph type="body" sz="quarter" idx="16"/>
          </p:nvPr>
        </p:nvSpPr>
        <p:spPr>
          <a:xfrm>
            <a:off x="582613"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9" name="Picture Placeholder" descr="This photo is a 'placeholder' only. Drag or drop your photo here, or click and tap the center to insert a photo.">
            <a:extLst>
              <a:ext uri="{FF2B5EF4-FFF2-40B4-BE49-F238E27FC236}">
                <a16:creationId xmlns:a16="http://schemas.microsoft.com/office/drawing/2014/main" id="{1231301F-62BD-4CF6-8990-CDF00AFC8CCF}"/>
              </a:ext>
            </a:extLst>
          </p:cNvPr>
          <p:cNvSpPr>
            <a:spLocks noGrp="1"/>
          </p:cNvSpPr>
          <p:nvPr>
            <p:ph type="pic" sz="quarter" idx="13" hasCustomPrompt="1"/>
          </p:nvPr>
        </p:nvSpPr>
        <p:spPr bwMode="ltGray">
          <a:xfrm>
            <a:off x="582612" y="2025650"/>
            <a:ext cx="2532888" cy="2532888"/>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2" name="Text Placeholder 3">
            <a:extLst>
              <a:ext uri="{FF2B5EF4-FFF2-40B4-BE49-F238E27FC236}">
                <a16:creationId xmlns:a16="http://schemas.microsoft.com/office/drawing/2014/main" id="{7E8A9C08-F392-459F-B90B-EDBF4A830C55}"/>
              </a:ext>
            </a:extLst>
          </p:cNvPr>
          <p:cNvSpPr>
            <a:spLocks noGrp="1"/>
          </p:cNvSpPr>
          <p:nvPr>
            <p:ph type="body" sz="quarter" idx="17"/>
          </p:nvPr>
        </p:nvSpPr>
        <p:spPr>
          <a:xfrm>
            <a:off x="3413908"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0" name="Picture Placeholder" descr="This photo is a 'placeholder' only. Drag or drop your photo here, or click and tap the center to insert a photo.">
            <a:extLst>
              <a:ext uri="{FF2B5EF4-FFF2-40B4-BE49-F238E27FC236}">
                <a16:creationId xmlns:a16="http://schemas.microsoft.com/office/drawing/2014/main" id="{7E401A97-B3D4-43E4-9B09-8AD4B6B26068}"/>
              </a:ext>
            </a:extLst>
          </p:cNvPr>
          <p:cNvSpPr>
            <a:spLocks noGrp="1"/>
          </p:cNvSpPr>
          <p:nvPr>
            <p:ph type="pic" sz="quarter" idx="14" hasCustomPrompt="1"/>
          </p:nvPr>
        </p:nvSpPr>
        <p:spPr bwMode="ltGray">
          <a:xfrm>
            <a:off x="3413908" y="2025650"/>
            <a:ext cx="2532888" cy="2532888"/>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3" name="Text Placeholder 3">
            <a:extLst>
              <a:ext uri="{FF2B5EF4-FFF2-40B4-BE49-F238E27FC236}">
                <a16:creationId xmlns:a16="http://schemas.microsoft.com/office/drawing/2014/main" id="{05B401B2-8D93-427E-90A4-52337B3965E8}"/>
              </a:ext>
            </a:extLst>
          </p:cNvPr>
          <p:cNvSpPr>
            <a:spLocks noGrp="1"/>
          </p:cNvSpPr>
          <p:nvPr>
            <p:ph type="body" sz="quarter" idx="18"/>
          </p:nvPr>
        </p:nvSpPr>
        <p:spPr>
          <a:xfrm>
            <a:off x="6245204"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7223C820-5673-4288-A9D6-185A95066B1E}"/>
              </a:ext>
            </a:extLst>
          </p:cNvPr>
          <p:cNvSpPr>
            <a:spLocks noGrp="1"/>
          </p:cNvSpPr>
          <p:nvPr>
            <p:ph type="pic" sz="quarter" idx="15" hasCustomPrompt="1"/>
          </p:nvPr>
        </p:nvSpPr>
        <p:spPr bwMode="ltGray">
          <a:xfrm>
            <a:off x="6245204" y="2025650"/>
            <a:ext cx="2532888" cy="2532888"/>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5" name="Text Placeholder 3">
            <a:extLst>
              <a:ext uri="{FF2B5EF4-FFF2-40B4-BE49-F238E27FC236}">
                <a16:creationId xmlns:a16="http://schemas.microsoft.com/office/drawing/2014/main" id="{38E883C1-8203-4549-AF30-B96AEC45AC68}"/>
              </a:ext>
            </a:extLst>
          </p:cNvPr>
          <p:cNvSpPr>
            <a:spLocks noGrp="1"/>
          </p:cNvSpPr>
          <p:nvPr>
            <p:ph type="body" sz="quarter" idx="20"/>
          </p:nvPr>
        </p:nvSpPr>
        <p:spPr>
          <a:xfrm>
            <a:off x="9076500" y="4753938"/>
            <a:ext cx="2532888" cy="1515100"/>
          </a:xfrm>
        </p:spPr>
        <p:txBody>
          <a:bodyPr/>
          <a:lstStyle>
            <a:lvl1pPr marL="0" indent="0" algn="l">
              <a:spcBef>
                <a:spcPts val="0"/>
              </a:spcBef>
              <a:buNone/>
              <a:defRPr sz="1800">
                <a:latin typeface="+mj-lt"/>
              </a:defRPr>
            </a:lvl1pPr>
          </a:lstStyle>
          <a:p>
            <a:pPr lvl="0"/>
            <a:r>
              <a:rPr lang="en-US"/>
              <a:t>Click to edit Master text styles</a:t>
            </a:r>
          </a:p>
        </p:txBody>
      </p:sp>
      <p:sp>
        <p:nvSpPr>
          <p:cNvPr id="14" name="Picture Placeholder" descr="This photo is a 'placeholder' only. Drag or drop your photo here, or click and tap the center to insert a photo.">
            <a:extLst>
              <a:ext uri="{FF2B5EF4-FFF2-40B4-BE49-F238E27FC236}">
                <a16:creationId xmlns:a16="http://schemas.microsoft.com/office/drawing/2014/main" id="{BBD58C33-921C-42F1-9803-1C798DB548C2}"/>
              </a:ext>
            </a:extLst>
          </p:cNvPr>
          <p:cNvSpPr>
            <a:spLocks noGrp="1"/>
          </p:cNvSpPr>
          <p:nvPr>
            <p:ph type="pic" sz="quarter" idx="19" hasCustomPrompt="1"/>
          </p:nvPr>
        </p:nvSpPr>
        <p:spPr bwMode="ltGray">
          <a:xfrm>
            <a:off x="9073895" y="2025650"/>
            <a:ext cx="2532888" cy="2532888"/>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Dag &amp; drop your photo here </a:t>
            </a:r>
            <a:br>
              <a:rPr lang="en-US" dirty="0"/>
            </a:br>
            <a:r>
              <a:rPr lang="en-US" dirty="0"/>
              <a:t>or click or tap icon below </a:t>
            </a:r>
            <a:br>
              <a:rPr lang="en-US" dirty="0"/>
            </a:br>
            <a:r>
              <a:rPr lang="en-US" dirty="0"/>
              <a:t>to insert</a:t>
            </a:r>
          </a:p>
        </p:txBody>
      </p:sp>
      <p:sp>
        <p:nvSpPr>
          <p:cNvPr id="16" name="TextBox 15">
            <a:extLst>
              <a:ext uri="{FF2B5EF4-FFF2-40B4-BE49-F238E27FC236}">
                <a16:creationId xmlns:a16="http://schemas.microsoft.com/office/drawing/2014/main" id="{5CF56B00-AAD4-4F4F-8228-B6CF8367DE0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1159409043"/>
      </p:ext>
    </p:extLst>
  </p:cSld>
  <p:clrMapOvr>
    <a:masterClrMapping/>
  </p:clrMapOvr>
  <p:transition>
    <p:fade/>
  </p:transition>
  <p:extLst>
    <p:ext uri="{DCECCB84-F9BA-43D5-87BE-67443E8EF086}">
      <p15:sldGuideLst xmlns:p15="http://schemas.microsoft.com/office/powerpoint/2012/main">
        <p15:guide id="3" orient="horz" pos="2993">
          <p15:clr>
            <a:srgbClr val="5ACBF0"/>
          </p15:clr>
        </p15:guide>
        <p15:guide id="4" orient="horz" pos="1276">
          <p15:clr>
            <a:srgbClr val="5ACBF0"/>
          </p15:clr>
        </p15:guide>
        <p15:guide id="5" orient="horz" pos="288">
          <p15:clr>
            <a:srgbClr val="5ACBF0"/>
          </p15:clr>
        </p15:guide>
        <p15:guide id="6" pos="1963">
          <p15:clr>
            <a:srgbClr val="5ACBF0"/>
          </p15:clr>
        </p15:guide>
        <p15:guide id="7" pos="2150">
          <p15:clr>
            <a:srgbClr val="5ACBF0"/>
          </p15:clr>
        </p15:guide>
        <p15:guide id="8" pos="3746">
          <p15:clr>
            <a:srgbClr val="5ACBF0"/>
          </p15:clr>
        </p15:guide>
        <p15:guide id="9" pos="3934">
          <p15:clr>
            <a:srgbClr val="5ACBF0"/>
          </p15:clr>
        </p15:guide>
        <p15:guide id="10" pos="5530">
          <p15:clr>
            <a:srgbClr val="5ACBF0"/>
          </p15:clr>
        </p15:guide>
        <p15:guide id="11" pos="5716">
          <p15:clr>
            <a:srgbClr val="5ACBF0"/>
          </p15:clr>
        </p15:guide>
        <p15:guide id="12" orient="horz" pos="2870">
          <p15:clr>
            <a:srgbClr val="5ACBF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Two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5334000"/>
            <a:ext cx="4892040" cy="9350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6062472" cy="2807208"/>
          </a:xfrm>
          <a:blipFill>
            <a:blip r:embed="rId2"/>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6714744" y="5334000"/>
            <a:ext cx="4892040" cy="938212"/>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6129528" y="2286000"/>
            <a:ext cx="6062472" cy="2807208"/>
          </a:xfrm>
          <a:blipFill>
            <a:blip r:embed="rId3"/>
            <a:stretch>
              <a:fillRect/>
            </a:stretch>
          </a:blipFill>
        </p:spPr>
        <p:txBody>
          <a:bodyPr lIns="0" tIns="0" rIns="0" bIns="731520" anchor="ctr" anchorCtr="0">
            <a:noAutofit/>
          </a:bodyPr>
          <a:lstStyle>
            <a:lvl1pPr marL="0" indent="0" algn="ctr">
              <a:lnSpc>
                <a:spcPct val="100000"/>
              </a:lnSpc>
              <a:buNone/>
              <a:defRPr sz="8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4" name="TextBox 3">
            <a:extLst>
              <a:ext uri="{FF2B5EF4-FFF2-40B4-BE49-F238E27FC236}">
                <a16:creationId xmlns:a16="http://schemas.microsoft.com/office/drawing/2014/main" id="{6AAE597A-BE1E-6B1F-960D-A90DC95443AC}"/>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64359835"/>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4" orient="horz" pos="3209">
          <p15:clr>
            <a:srgbClr val="5ACBF0"/>
          </p15:clr>
        </p15:guide>
        <p15:guide id="5" pos="3826">
          <p15:clr>
            <a:srgbClr val="5ACBF0"/>
          </p15:clr>
        </p15:guide>
        <p15:guide id="6" pos="3859">
          <p15:clr>
            <a:srgbClr val="5ACBF0"/>
          </p15:clr>
        </p15:guide>
        <p15:guide id="11" pos="1910">
          <p15:clr>
            <a:srgbClr val="5ACBF0"/>
          </p15:clr>
        </p15:guide>
        <p15:guide id="12" pos="5770">
          <p15:clr>
            <a:srgbClr val="5ACBF0"/>
          </p15:clr>
        </p15:guide>
        <p15:guide id="13" orient="horz" pos="3360">
          <p15:clr>
            <a:srgbClr val="5ACBF0"/>
          </p15:clr>
        </p15:guide>
        <p15:guide id="14" orient="horz">
          <p15:clr>
            <a:srgbClr val="5ACBF0"/>
          </p15:clr>
        </p15:guide>
        <p15:guide id="15" pos="3451">
          <p15:clr>
            <a:srgbClr val="5ACBF0"/>
          </p15:clr>
        </p15:guide>
        <p15:guide id="16" pos="4229">
          <p15:clr>
            <a:srgbClr val="5ACBF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p:cSld name="Thre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7"/>
            <a:ext cx="11018520" cy="1115568"/>
          </a:xfrm>
        </p:spPr>
        <p:txBody>
          <a:bodyPr anchor="ctr"/>
          <a:lstStyle>
            <a:lvl1pPr algn="ctr">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285292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4023360"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4669536" y="4799409"/>
            <a:ext cx="285292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4084320" y="2286000"/>
            <a:ext cx="4023360"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8753856" y="4799410"/>
            <a:ext cx="285292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8168640" y="2286000"/>
            <a:ext cx="4023360"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3" name="TextBox 2">
            <a:extLst>
              <a:ext uri="{FF2B5EF4-FFF2-40B4-BE49-F238E27FC236}">
                <a16:creationId xmlns:a16="http://schemas.microsoft.com/office/drawing/2014/main" id="{42B999C7-F5A8-46A6-92C5-AA3BE4E2693D}"/>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1102478781"/>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2534">
          <p15:clr>
            <a:srgbClr val="5ACBF0"/>
          </p15:clr>
        </p15:guide>
        <p15:guide id="6" pos="2573">
          <p15:clr>
            <a:srgbClr val="5ACBF0"/>
          </p15:clr>
        </p15:guide>
        <p15:guide id="8" pos="5109">
          <p15:clr>
            <a:srgbClr val="5ACBF0"/>
          </p15:clr>
        </p15:guide>
        <p15:guide id="9" pos="5145">
          <p15:clr>
            <a:srgbClr val="5ACBF0"/>
          </p15:clr>
        </p15:guide>
        <p15:guide id="11" pos="1266">
          <p15:clr>
            <a:srgbClr val="5ACBF0"/>
          </p15:clr>
        </p15:guide>
        <p15:guide id="12" pos="3840">
          <p15:clr>
            <a:srgbClr val="5ACBF0"/>
          </p15:clr>
        </p15:guide>
        <p15:guide id="13" pos="6414">
          <p15:clr>
            <a:srgbClr val="5ACBF0"/>
          </p15:clr>
        </p15:guide>
        <p15:guide id="14" orient="horz" pos="1074">
          <p15:clr>
            <a:srgbClr val="5ACBF0"/>
          </p15:clr>
        </p15:guide>
        <p15:guide id="15" pos="2168">
          <p15:clr>
            <a:srgbClr val="5ACBF0"/>
          </p15:clr>
        </p15:guide>
        <p15:guide id="16" pos="2944">
          <p15:clr>
            <a:srgbClr val="5ACBF0"/>
          </p15:clr>
        </p15:guide>
        <p15:guide id="17" pos="4738">
          <p15:clr>
            <a:srgbClr val="5ACBF0"/>
          </p15:clr>
        </p15:guide>
        <p15:guide id="18" pos="5514">
          <p15:clr>
            <a:srgbClr val="5ACBF0"/>
          </p15:clr>
        </p15:guide>
      </p15:sldGuideLst>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p:cSld name="Four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585216" y="4800600"/>
            <a:ext cx="1828800"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999232"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3649472" y="4799409"/>
            <a:ext cx="1828800"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3064256" y="2286000"/>
            <a:ext cx="2999232"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6713728" y="4799410"/>
            <a:ext cx="1828800"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6128512" y="2286000"/>
            <a:ext cx="2999232"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9777984" y="4799409"/>
            <a:ext cx="1828800"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9192768" y="2286000"/>
            <a:ext cx="2999232"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Dag &amp; drop your photo here </a:t>
            </a:r>
            <a:br>
              <a:rPr lang="en-US" dirty="0"/>
            </a:br>
            <a:r>
              <a:rPr lang="en-US" dirty="0"/>
              <a:t>or click or tap icon below </a:t>
            </a:r>
            <a:br>
              <a:rPr lang="en-US" dirty="0"/>
            </a:br>
            <a:r>
              <a:rPr lang="en-US" dirty="0"/>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2228863187"/>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5" pos="1890">
          <p15:clr>
            <a:srgbClr val="5ACBF0"/>
          </p15:clr>
        </p15:guide>
        <p15:guide id="6" pos="1930">
          <p15:clr>
            <a:srgbClr val="5ACBF0"/>
          </p15:clr>
        </p15:guide>
        <p15:guide id="7" pos="5749">
          <p15:clr>
            <a:srgbClr val="5ACBF0"/>
          </p15:clr>
        </p15:guide>
        <p15:guide id="8" pos="3820">
          <p15:clr>
            <a:srgbClr val="5ACBF0"/>
          </p15:clr>
        </p15:guide>
        <p15:guide id="9" pos="3860">
          <p15:clr>
            <a:srgbClr val="5ACBF0"/>
          </p15:clr>
        </p15:guide>
        <p15:guide id="10" pos="5789">
          <p15:clr>
            <a:srgbClr val="5ACBF0"/>
          </p15:clr>
        </p15:guide>
        <p15:guide id="11" pos="944">
          <p15:clr>
            <a:srgbClr val="5ACBF0"/>
          </p15:clr>
        </p15:guide>
        <p15:guide id="12" pos="2876">
          <p15:clr>
            <a:srgbClr val="5ACBF0"/>
          </p15:clr>
        </p15:guide>
        <p15:guide id="13" pos="4807">
          <p15:clr>
            <a:srgbClr val="5ACBF0"/>
          </p15:clr>
        </p15:guide>
        <p15:guide id="14" pos="6736">
          <p15:clr>
            <a:srgbClr val="5ACBF0"/>
          </p15:clr>
        </p15:guide>
        <p15:guide id="15" orient="horz">
          <p15:clr>
            <a:srgbClr val="5ACBF0"/>
          </p15:clr>
        </p15:guide>
        <p15:guide id="16" pos="1524">
          <p15:clr>
            <a:srgbClr val="5ACBF0"/>
          </p15:clr>
        </p15:guide>
        <p15:guide id="17" pos="2298">
          <p15:clr>
            <a:srgbClr val="5ACBF0"/>
          </p15:clr>
        </p15:guide>
        <p15:guide id="18" pos="3450">
          <p15:clr>
            <a:srgbClr val="5ACBF0"/>
          </p15:clr>
        </p15:guide>
        <p15:guide id="19" pos="4230">
          <p15:clr>
            <a:srgbClr val="5ACBF0"/>
          </p15:clr>
        </p15:guide>
        <p15:guide id="20" pos="5380">
          <p15:clr>
            <a:srgbClr val="5ACBF0"/>
          </p15:clr>
        </p15:guide>
        <p15:guide id="21" pos="6156">
          <p15:clr>
            <a:srgbClr val="5ACBF0"/>
          </p15:clr>
        </p15:guide>
      </p15:sldGuideLst>
    </p:ext>
  </p:extLst>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p:cSld name="Five filmstrip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C46CB2-4FDC-43D5-B122-6F27B3C827ED}"/>
              </a:ext>
            </a:extLst>
          </p:cNvPr>
          <p:cNvSpPr>
            <a:spLocks noGrp="1"/>
          </p:cNvSpPr>
          <p:nvPr>
            <p:ph type="title"/>
          </p:nvPr>
        </p:nvSpPr>
        <p:spPr>
          <a:xfrm>
            <a:off x="588263" y="585788"/>
            <a:ext cx="11018520" cy="1115568"/>
          </a:xfrm>
        </p:spPr>
        <p:txBody>
          <a:bodyPr anchor="ctr"/>
          <a:lstStyle>
            <a:lvl1pPr algn="ctr">
              <a:defRPr/>
            </a:lvl1pPr>
          </a:lstStyle>
          <a:p>
            <a:r>
              <a:rPr lang="en-US"/>
              <a:t>Click to edit Master title style</a:t>
            </a:r>
            <a:endParaRPr lang="en-US" dirty="0"/>
          </a:p>
        </p:txBody>
      </p:sp>
      <p:sp>
        <p:nvSpPr>
          <p:cNvPr id="12" name="Text Placeholder 3">
            <a:extLst>
              <a:ext uri="{FF2B5EF4-FFF2-40B4-BE49-F238E27FC236}">
                <a16:creationId xmlns:a16="http://schemas.microsoft.com/office/drawing/2014/main" id="{9244E618-D996-41A6-8C9D-0C3519EA7A6F}"/>
              </a:ext>
            </a:extLst>
          </p:cNvPr>
          <p:cNvSpPr>
            <a:spLocks noGrp="1"/>
          </p:cNvSpPr>
          <p:nvPr>
            <p:ph type="body" sz="quarter" idx="16"/>
          </p:nvPr>
        </p:nvSpPr>
        <p:spPr>
          <a:xfrm>
            <a:off x="292608" y="4800600"/>
            <a:ext cx="1801368" cy="1468437"/>
          </a:xfrm>
        </p:spPr>
        <p:txBody>
          <a:bodyPr/>
          <a:lstStyle>
            <a:lvl1pPr marL="0" indent="0" algn="ctr">
              <a:spcBef>
                <a:spcPts val="0"/>
              </a:spcBef>
              <a:buNone/>
              <a:defRPr sz="1800">
                <a:latin typeface="+mj-lt"/>
              </a:defRPr>
            </a:lvl1pPr>
          </a:lstStyle>
          <a:p>
            <a:pPr lvl="0"/>
            <a:r>
              <a:rPr lang="en-US"/>
              <a:t>Click to edit Master text styles</a:t>
            </a:r>
          </a:p>
        </p:txBody>
      </p:sp>
      <p:sp>
        <p:nvSpPr>
          <p:cNvPr id="13" name="Picture Placeholder" descr="This photo is a 'placeholder' only. Drag or drop your photo here, or click and tap the center to insert a photo.">
            <a:extLst>
              <a:ext uri="{FF2B5EF4-FFF2-40B4-BE49-F238E27FC236}">
                <a16:creationId xmlns:a16="http://schemas.microsoft.com/office/drawing/2014/main" id="{8B32544F-F93C-4713-86AD-641424F4A7B9}"/>
              </a:ext>
            </a:extLst>
          </p:cNvPr>
          <p:cNvSpPr>
            <a:spLocks noGrp="1"/>
          </p:cNvSpPr>
          <p:nvPr>
            <p:ph type="pic" sz="quarter" idx="13" hasCustomPrompt="1"/>
          </p:nvPr>
        </p:nvSpPr>
        <p:spPr bwMode="ltGray">
          <a:xfrm>
            <a:off x="0" y="2286000"/>
            <a:ext cx="2386584" cy="2286000"/>
          </a:xfrm>
          <a:blipFill>
            <a:blip r:embed="rId2"/>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4" name="Text Placeholder 3">
            <a:extLst>
              <a:ext uri="{FF2B5EF4-FFF2-40B4-BE49-F238E27FC236}">
                <a16:creationId xmlns:a16="http://schemas.microsoft.com/office/drawing/2014/main" id="{9E4C32BD-CEF7-42AC-94D8-052EF30E2361}"/>
              </a:ext>
            </a:extLst>
          </p:cNvPr>
          <p:cNvSpPr>
            <a:spLocks noGrp="1"/>
          </p:cNvSpPr>
          <p:nvPr>
            <p:ph type="body" sz="quarter" idx="17"/>
          </p:nvPr>
        </p:nvSpPr>
        <p:spPr>
          <a:xfrm>
            <a:off x="2743962" y="4799409"/>
            <a:ext cx="1801368" cy="1472803"/>
          </a:xfrm>
        </p:spPr>
        <p:txBody>
          <a:bodyPr/>
          <a:lstStyle>
            <a:lvl1pPr marL="0" indent="0" algn="ctr">
              <a:spcBef>
                <a:spcPts val="0"/>
              </a:spcBef>
              <a:buNone/>
              <a:defRPr sz="1800">
                <a:latin typeface="+mj-lt"/>
              </a:defRPr>
            </a:lvl1pPr>
          </a:lstStyle>
          <a:p>
            <a:pPr lvl="0"/>
            <a:r>
              <a:rPr lang="en-US"/>
              <a:t>Click to edit Master text styles</a:t>
            </a:r>
          </a:p>
        </p:txBody>
      </p:sp>
      <p:sp>
        <p:nvSpPr>
          <p:cNvPr id="15" name="Picture Placeholder" descr="This photo is a 'placeholder' only. Drag or drop your photo here, or click and tap the center to insert a photo.">
            <a:extLst>
              <a:ext uri="{FF2B5EF4-FFF2-40B4-BE49-F238E27FC236}">
                <a16:creationId xmlns:a16="http://schemas.microsoft.com/office/drawing/2014/main" id="{E25EC377-3BC6-40D8-AECB-4FEB302014CD}"/>
              </a:ext>
            </a:extLst>
          </p:cNvPr>
          <p:cNvSpPr>
            <a:spLocks noGrp="1"/>
          </p:cNvSpPr>
          <p:nvPr>
            <p:ph type="pic" sz="quarter" idx="14" hasCustomPrompt="1"/>
          </p:nvPr>
        </p:nvSpPr>
        <p:spPr bwMode="ltGray">
          <a:xfrm>
            <a:off x="2451354" y="2286000"/>
            <a:ext cx="2386584" cy="2286000"/>
          </a:xfrm>
          <a:blipFill>
            <a:blip r:embed="rId3"/>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6" name="Text Placeholder 3">
            <a:extLst>
              <a:ext uri="{FF2B5EF4-FFF2-40B4-BE49-F238E27FC236}">
                <a16:creationId xmlns:a16="http://schemas.microsoft.com/office/drawing/2014/main" id="{D682B8EC-8F33-4730-BBE6-E8B7234C9C62}"/>
              </a:ext>
            </a:extLst>
          </p:cNvPr>
          <p:cNvSpPr>
            <a:spLocks noGrp="1"/>
          </p:cNvSpPr>
          <p:nvPr>
            <p:ph type="body" sz="quarter" idx="18"/>
          </p:nvPr>
        </p:nvSpPr>
        <p:spPr>
          <a:xfrm>
            <a:off x="5195316" y="4799410"/>
            <a:ext cx="1801368" cy="146962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7DB5F15A-5980-40FF-9D54-3FDE41D604AE}"/>
              </a:ext>
            </a:extLst>
          </p:cNvPr>
          <p:cNvSpPr>
            <a:spLocks noGrp="1"/>
          </p:cNvSpPr>
          <p:nvPr>
            <p:ph type="pic" sz="quarter" idx="15" hasCustomPrompt="1"/>
          </p:nvPr>
        </p:nvSpPr>
        <p:spPr bwMode="ltGray">
          <a:xfrm>
            <a:off x="4902708" y="2286000"/>
            <a:ext cx="2386584" cy="2286000"/>
          </a:xfrm>
          <a:blipFill>
            <a:blip r:embed="rId4"/>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here </a:t>
            </a:r>
            <a:br>
              <a:rPr lang="en-US" dirty="0"/>
            </a:br>
            <a:r>
              <a:rPr lang="en-US" dirty="0"/>
              <a:t>or click or tap icon below </a:t>
            </a:r>
            <a:br>
              <a:rPr lang="en-US" dirty="0"/>
            </a:br>
            <a:r>
              <a:rPr lang="en-US" dirty="0"/>
              <a:t>to insert</a:t>
            </a:r>
          </a:p>
        </p:txBody>
      </p:sp>
      <p:sp>
        <p:nvSpPr>
          <p:cNvPr id="18" name="Text Placeholder 3">
            <a:extLst>
              <a:ext uri="{FF2B5EF4-FFF2-40B4-BE49-F238E27FC236}">
                <a16:creationId xmlns:a16="http://schemas.microsoft.com/office/drawing/2014/main" id="{83564109-638C-44E2-AE84-46B44C29FD6C}"/>
              </a:ext>
            </a:extLst>
          </p:cNvPr>
          <p:cNvSpPr>
            <a:spLocks noGrp="1"/>
          </p:cNvSpPr>
          <p:nvPr>
            <p:ph type="body" sz="quarter" idx="20"/>
          </p:nvPr>
        </p:nvSpPr>
        <p:spPr>
          <a:xfrm>
            <a:off x="7646670"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713AAE36-2045-4D14-87DC-59D4EFCC1500}"/>
              </a:ext>
            </a:extLst>
          </p:cNvPr>
          <p:cNvSpPr>
            <a:spLocks noGrp="1"/>
          </p:cNvSpPr>
          <p:nvPr>
            <p:ph type="pic" sz="quarter" idx="19" hasCustomPrompt="1"/>
          </p:nvPr>
        </p:nvSpPr>
        <p:spPr bwMode="ltGray">
          <a:xfrm>
            <a:off x="7354062" y="2286000"/>
            <a:ext cx="2386584" cy="2286000"/>
          </a:xfrm>
          <a:blipFill>
            <a:blip r:embed="rId5"/>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Dag &amp; drop your photo here </a:t>
            </a:r>
            <a:br>
              <a:rPr lang="en-US" dirty="0"/>
            </a:br>
            <a:r>
              <a:rPr lang="en-US" dirty="0"/>
              <a:t>or click or tap icon below </a:t>
            </a:r>
            <a:br>
              <a:rPr lang="en-US" dirty="0"/>
            </a:br>
            <a:r>
              <a:rPr lang="en-US" dirty="0"/>
              <a:t>to insert</a:t>
            </a:r>
          </a:p>
        </p:txBody>
      </p:sp>
      <p:sp>
        <p:nvSpPr>
          <p:cNvPr id="21" name="Text Placeholder 3">
            <a:extLst>
              <a:ext uri="{FF2B5EF4-FFF2-40B4-BE49-F238E27FC236}">
                <a16:creationId xmlns:a16="http://schemas.microsoft.com/office/drawing/2014/main" id="{5B1B6F72-F14C-40F1-8B29-8620AA34DC63}"/>
              </a:ext>
            </a:extLst>
          </p:cNvPr>
          <p:cNvSpPr>
            <a:spLocks noGrp="1"/>
          </p:cNvSpPr>
          <p:nvPr>
            <p:ph type="body" sz="quarter" idx="22"/>
          </p:nvPr>
        </p:nvSpPr>
        <p:spPr>
          <a:xfrm>
            <a:off x="10098024" y="4799409"/>
            <a:ext cx="1801368" cy="1469629"/>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Picture Placeholder" descr="This photo is a 'placeholder' only. Drag or drop your photo here, or click and tap the center to insert a photo.">
            <a:extLst>
              <a:ext uri="{FF2B5EF4-FFF2-40B4-BE49-F238E27FC236}">
                <a16:creationId xmlns:a16="http://schemas.microsoft.com/office/drawing/2014/main" id="{2AD682C7-20D7-4ED0-99A7-C8530DAC8612}"/>
              </a:ext>
            </a:extLst>
          </p:cNvPr>
          <p:cNvSpPr>
            <a:spLocks noGrp="1"/>
          </p:cNvSpPr>
          <p:nvPr>
            <p:ph type="pic" sz="quarter" idx="21" hasCustomPrompt="1"/>
          </p:nvPr>
        </p:nvSpPr>
        <p:spPr bwMode="ltGray">
          <a:xfrm>
            <a:off x="9805416" y="2286000"/>
            <a:ext cx="2386584" cy="2286000"/>
          </a:xfrm>
          <a:blipFill>
            <a:blip r:embed="rId6"/>
            <a:stretch>
              <a:fillRect/>
            </a:stretch>
          </a:blipFill>
        </p:spPr>
        <p:txBody>
          <a:bodyPr lIns="0" tIns="0" rIns="0" bIns="73152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Dag &amp; drop your photo here </a:t>
            </a:r>
            <a:br>
              <a:rPr lang="en-US" dirty="0"/>
            </a:br>
            <a:r>
              <a:rPr lang="en-US" dirty="0"/>
              <a:t>or click or tap icon below </a:t>
            </a:r>
            <a:br>
              <a:rPr lang="en-US" dirty="0"/>
            </a:br>
            <a:r>
              <a:rPr lang="en-US" dirty="0"/>
              <a:t>to insert</a:t>
            </a:r>
          </a:p>
        </p:txBody>
      </p:sp>
      <p:sp>
        <p:nvSpPr>
          <p:cNvPr id="3" name="TextBox 2">
            <a:extLst>
              <a:ext uri="{FF2B5EF4-FFF2-40B4-BE49-F238E27FC236}">
                <a16:creationId xmlns:a16="http://schemas.microsoft.com/office/drawing/2014/main" id="{B2FE569B-F817-467C-8BAC-558CE9824DBA}"/>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580374138"/>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1440">
          <p15:clr>
            <a:srgbClr val="5ACBF0"/>
          </p15:clr>
        </p15:guide>
        <p15:guide id="3" orient="horz" pos="2880">
          <p15:clr>
            <a:srgbClr val="5ACBF0"/>
          </p15:clr>
        </p15:guide>
        <p15:guide id="4" orient="horz" pos="3024">
          <p15:clr>
            <a:srgbClr val="5ACBF0"/>
          </p15:clr>
        </p15:guide>
        <p15:guide id="8" pos="4631">
          <p15:clr>
            <a:srgbClr val="5ACBF0"/>
          </p15:clr>
        </p15:guide>
        <p15:guide id="9" pos="4593">
          <p15:clr>
            <a:srgbClr val="5ACBF0"/>
          </p15:clr>
        </p15:guide>
        <p15:guide id="10" pos="6134">
          <p15:clr>
            <a:srgbClr val="5ACBF0"/>
          </p15:clr>
        </p15:guide>
        <p15:guide id="11" pos="1323">
          <p15:clr>
            <a:srgbClr val="5ACBF0"/>
          </p15:clr>
        </p15:guide>
        <p15:guide id="12" pos="2865">
          <p15:clr>
            <a:srgbClr val="5ACBF0"/>
          </p15:clr>
        </p15:guide>
        <p15:guide id="13" pos="4815">
          <p15:clr>
            <a:srgbClr val="5ACBF0"/>
          </p15:clr>
        </p15:guide>
        <p15:guide id="14" pos="6361">
          <p15:clr>
            <a:srgbClr val="5ACBF0"/>
          </p15:clr>
        </p15:guide>
        <p15:guide id="15" orient="horz">
          <p15:clr>
            <a:srgbClr val="5ACBF0"/>
          </p15:clr>
        </p15:guide>
        <p15:guide id="16" pos="1727">
          <p15:clr>
            <a:srgbClr val="5ACBF0"/>
          </p15:clr>
        </p15:guide>
        <p15:guide id="17" pos="2294">
          <p15:clr>
            <a:srgbClr val="5ACBF0"/>
          </p15:clr>
        </p15:guide>
        <p15:guide id="18" pos="3273">
          <p15:clr>
            <a:srgbClr val="5ACBF0"/>
          </p15:clr>
        </p15:guide>
        <p15:guide id="19" pos="4411">
          <p15:clr>
            <a:srgbClr val="5ACBF0"/>
          </p15:clr>
        </p15:guide>
        <p15:guide id="21" pos="6179">
          <p15:clr>
            <a:srgbClr val="5ACBF0"/>
          </p15:clr>
        </p15:guide>
        <p15:guide id="22" pos="1501">
          <p15:clr>
            <a:srgbClr val="5ACBF0"/>
          </p15:clr>
        </p15:guide>
        <p15:guide id="23" pos="1543">
          <p15:clr>
            <a:srgbClr val="5ACBF0"/>
          </p15:clr>
        </p15:guide>
        <p15:guide id="24" pos="3049">
          <p15:clr>
            <a:srgbClr val="5ACBF0"/>
          </p15:clr>
        </p15:guide>
        <p15:guide id="25" pos="3088">
          <p15:clr>
            <a:srgbClr val="5ACBF0"/>
          </p15:clr>
        </p15:guide>
        <p15:guide id="26" pos="5954">
          <p15:clr>
            <a:srgbClr val="5ACBF0"/>
          </p15:clr>
        </p15:guide>
        <p15:guide id="27" pos="3840">
          <p15:clr>
            <a:srgbClr val="5ACBF0"/>
          </p15:clr>
        </p15:guide>
        <p15:guide id="28" pos="5386">
          <p15:clr>
            <a:srgbClr val="5ACBF0"/>
          </p15:clr>
        </p15:guide>
        <p15:guide id="29" pos="753">
          <p15:clr>
            <a:srgbClr val="5ACBF0"/>
          </p15:clr>
        </p15:guide>
        <p15:guide id="30" pos="6927">
          <p15:clr>
            <a:srgbClr val="5ACBF0"/>
          </p15:clr>
        </p15:guide>
      </p15:sldGuideLst>
    </p:ext>
  </p:extLst>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Thre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8962"/>
            <a:ext cx="11018520" cy="1115568"/>
          </a:xfrm>
        </p:spPr>
        <p:txBody>
          <a:bodyPr anchor="ctr"/>
          <a:lstStyle>
            <a:lvl1pPr algn="ctr">
              <a:defRPr/>
            </a:lvl1pPr>
          </a:lstStyle>
          <a:p>
            <a:r>
              <a:rPr lang="en-US"/>
              <a:t>Click to edit Master title style</a:t>
            </a:r>
            <a:endParaRPr lang="en-US" dirty="0"/>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2037906"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2037906"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4939284"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4939284"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7840663"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7840663"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20" name="TextBox 19">
            <a:extLst>
              <a:ext uri="{FF2B5EF4-FFF2-40B4-BE49-F238E27FC236}">
                <a16:creationId xmlns:a16="http://schemas.microsoft.com/office/drawing/2014/main" id="{0D6AFB7A-35B4-4881-AB50-D112482166B1}"/>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974617677"/>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3840">
          <p15:clr>
            <a:srgbClr val="5ACBF0"/>
          </p15:clr>
        </p15:guide>
        <p15:guide id="4" pos="1283">
          <p15:clr>
            <a:srgbClr val="5ACBF0"/>
          </p15:clr>
        </p15:guide>
        <p15:guide id="5" pos="5666">
          <p15:clr>
            <a:srgbClr val="5ACBF0"/>
          </p15:clr>
        </p15:guide>
        <p15:guide id="6" pos="2741">
          <p15:clr>
            <a:srgbClr val="5ACBF0"/>
          </p15:clr>
        </p15:guide>
        <p15:guide id="7" pos="2012">
          <p15:clr>
            <a:srgbClr val="5ACBF0"/>
          </p15:clr>
        </p15:guide>
        <p15:guide id="8" pos="3109">
          <p15:clr>
            <a:srgbClr val="5ACBF0"/>
          </p15:clr>
        </p15:guide>
        <p15:guide id="9" pos="4570">
          <p15:clr>
            <a:srgbClr val="5ACBF0"/>
          </p15:clr>
        </p15:guide>
        <p15:guide id="11" pos="6397">
          <p15:clr>
            <a:srgbClr val="5ACBF0"/>
          </p15:clr>
        </p15:guide>
        <p15:guide id="12" orient="horz" pos="1440">
          <p15:clr>
            <a:srgbClr val="5ACBF0"/>
          </p15:clr>
        </p15:guide>
        <p15:guide id="13" pos="4938">
          <p15:clr>
            <a:srgbClr val="5ACBF0"/>
          </p15:clr>
        </p15:guide>
        <p15:guide id="14" orient="horz" pos="2894">
          <p15:clr>
            <a:srgbClr val="5ACBF0"/>
          </p15:clr>
        </p15:guide>
      </p15:sldGuideLst>
    </p:ext>
  </p:extLst>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Four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endParaRPr lang="en-US" dirty="0"/>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2313432" cy="2313432"/>
          </a:xfrm>
          <a:prstGeom prst="ellipse">
            <a:avLst/>
          </a:prstGeom>
          <a:blipFill>
            <a:blip r:embed="rId2"/>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3487250" y="2286000"/>
            <a:ext cx="2313432" cy="2313432"/>
          </a:xfrm>
          <a:prstGeom prst="ellipse">
            <a:avLst/>
          </a:prstGeom>
          <a:blipFill>
            <a:blip r:embed="rId3"/>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348725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6390300" y="2286000"/>
            <a:ext cx="2313432" cy="2313432"/>
          </a:xfrm>
          <a:prstGeom prst="ellipse">
            <a:avLst/>
          </a:prstGeom>
          <a:blipFill>
            <a:blip r:embed="rId4"/>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6390300"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9293351" y="2286000"/>
            <a:ext cx="2313432" cy="2313432"/>
          </a:xfrm>
          <a:prstGeom prst="ellipse">
            <a:avLst/>
          </a:prstGeom>
          <a:blipFill>
            <a:blip r:embed="rId5"/>
            <a:stretch>
              <a:fillRect/>
            </a:stretch>
          </a:blipFill>
        </p:spPr>
        <p:txBody>
          <a:bodyPr lIns="0" tIns="0" rIns="0" bIns="594360" anchor="ctr" anchorCtr="0">
            <a:noAutofit/>
          </a:bodyPr>
          <a:lstStyle>
            <a:lvl1pPr marL="0" indent="0" algn="ctr">
              <a:lnSpc>
                <a:spcPct val="100000"/>
              </a:lnSpc>
              <a:buNone/>
              <a:defRPr sz="6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9293351" y="4800600"/>
            <a:ext cx="2313432" cy="146843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4193360559"/>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3024">
          <p15:clr>
            <a:srgbClr val="5ACBF0"/>
          </p15:clr>
        </p15:guide>
        <p15:guide id="3" pos="4025">
          <p15:clr>
            <a:srgbClr val="5ACBF0"/>
          </p15:clr>
        </p15:guide>
        <p15:guide id="5" pos="5854">
          <p15:clr>
            <a:srgbClr val="5ACBF0"/>
          </p15:clr>
        </p15:guide>
        <p15:guide id="7" pos="3654">
          <p15:clr>
            <a:srgbClr val="5ACBF0"/>
          </p15:clr>
        </p15:guide>
        <p15:guide id="8" pos="2195">
          <p15:clr>
            <a:srgbClr val="5ACBF0"/>
          </p15:clr>
        </p15:guide>
        <p15:guide id="10" pos="2926">
          <p15:clr>
            <a:srgbClr val="5ACBF0"/>
          </p15:clr>
        </p15:guide>
        <p15:guide id="11" pos="4756">
          <p15:clr>
            <a:srgbClr val="5ACBF0"/>
          </p15:clr>
        </p15:guide>
        <p15:guide id="12" pos="6581">
          <p15:clr>
            <a:srgbClr val="5ACBF0"/>
          </p15:clr>
        </p15:guide>
        <p15:guide id="13" pos="1097">
          <p15:clr>
            <a:srgbClr val="5ACBF0"/>
          </p15:clr>
        </p15:guide>
        <p15:guide id="14" orient="horz" pos="1440">
          <p15:clr>
            <a:srgbClr val="5ACBF0"/>
          </p15:clr>
        </p15:guide>
        <p15:guide id="15" pos="1826">
          <p15:clr>
            <a:srgbClr val="5ACBF0"/>
          </p15:clr>
        </p15:guide>
        <p15:guide id="18" pos="5483">
          <p15:clr>
            <a:srgbClr val="5ACBF0"/>
          </p15:clr>
        </p15:guide>
        <p15:guide id="19" orient="horz" pos="2898">
          <p15:clr>
            <a:srgbClr val="5ACBF0"/>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Five round photo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3D211-079C-4884-AB74-BFA812A63FE8}"/>
              </a:ext>
            </a:extLst>
          </p:cNvPr>
          <p:cNvSpPr>
            <a:spLocks noGrp="1"/>
          </p:cNvSpPr>
          <p:nvPr>
            <p:ph type="title"/>
          </p:nvPr>
        </p:nvSpPr>
        <p:spPr>
          <a:xfrm>
            <a:off x="588263" y="583007"/>
            <a:ext cx="11018520" cy="1115568"/>
          </a:xfrm>
        </p:spPr>
        <p:txBody>
          <a:bodyPr anchor="ctr"/>
          <a:lstStyle>
            <a:lvl1pPr algn="ctr">
              <a:defRPr/>
            </a:lvl1pPr>
          </a:lstStyle>
          <a:p>
            <a:r>
              <a:rPr lang="en-US"/>
              <a:t>Click to edit Master title style</a:t>
            </a:r>
            <a:endParaRPr lang="en-US" dirty="0"/>
          </a:p>
        </p:txBody>
      </p:sp>
      <p:sp>
        <p:nvSpPr>
          <p:cNvPr id="16" name="Picture Placeholder" descr="This photo is a 'placeholder' only. Drag or drop your photo here, or click and tap the center to insert a photo.">
            <a:extLst>
              <a:ext uri="{FF2B5EF4-FFF2-40B4-BE49-F238E27FC236}">
                <a16:creationId xmlns:a16="http://schemas.microsoft.com/office/drawing/2014/main" id="{5757E314-6417-4051-A2CD-D3614CAA6A78}"/>
              </a:ext>
            </a:extLst>
          </p:cNvPr>
          <p:cNvSpPr>
            <a:spLocks noGrp="1" noChangeAspect="1"/>
          </p:cNvSpPr>
          <p:nvPr>
            <p:ph type="pic" sz="quarter" idx="13" hasCustomPrompt="1"/>
          </p:nvPr>
        </p:nvSpPr>
        <p:spPr bwMode="ltGray">
          <a:xfrm>
            <a:off x="584200" y="2286000"/>
            <a:ext cx="1737360" cy="1737360"/>
          </a:xfrm>
          <a:prstGeom prst="ellipse">
            <a:avLst/>
          </a:prstGeom>
          <a:blipFill>
            <a:blip r:embed="rId2"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3" name="Text Placeholder 3">
            <a:extLst>
              <a:ext uri="{FF2B5EF4-FFF2-40B4-BE49-F238E27FC236}">
                <a16:creationId xmlns:a16="http://schemas.microsoft.com/office/drawing/2014/main" id="{5BBECFAF-80A0-4620-8865-87562DFB497B}"/>
              </a:ext>
            </a:extLst>
          </p:cNvPr>
          <p:cNvSpPr>
            <a:spLocks noGrp="1"/>
          </p:cNvSpPr>
          <p:nvPr>
            <p:ph type="body" sz="quarter" idx="16"/>
          </p:nvPr>
        </p:nvSpPr>
        <p:spPr>
          <a:xfrm>
            <a:off x="584200"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7" name="Picture Placeholder" descr="This photo is a 'placeholder' only. Drag or drop your photo here, or click and tap the center to insert a photo.">
            <a:extLst>
              <a:ext uri="{FF2B5EF4-FFF2-40B4-BE49-F238E27FC236}">
                <a16:creationId xmlns:a16="http://schemas.microsoft.com/office/drawing/2014/main" id="{E5577FC3-49F5-4B04-AFD3-AA0A57BA8355}"/>
              </a:ext>
            </a:extLst>
          </p:cNvPr>
          <p:cNvSpPr>
            <a:spLocks noGrp="1" noChangeAspect="1"/>
          </p:cNvSpPr>
          <p:nvPr>
            <p:ph type="pic" sz="quarter" idx="19" hasCustomPrompt="1"/>
          </p:nvPr>
        </p:nvSpPr>
        <p:spPr bwMode="ltGray">
          <a:xfrm>
            <a:off x="2905506" y="2286000"/>
            <a:ext cx="1737360" cy="1737360"/>
          </a:xfrm>
          <a:prstGeom prst="ellipse">
            <a:avLst/>
          </a:prstGeom>
          <a:blipFill>
            <a:blip r:embed="rId3"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4" name="Text Placeholder 3">
            <a:extLst>
              <a:ext uri="{FF2B5EF4-FFF2-40B4-BE49-F238E27FC236}">
                <a16:creationId xmlns:a16="http://schemas.microsoft.com/office/drawing/2014/main" id="{8AD287B4-D736-4707-854D-BEA62EF2BBCF}"/>
              </a:ext>
            </a:extLst>
          </p:cNvPr>
          <p:cNvSpPr>
            <a:spLocks noGrp="1"/>
          </p:cNvSpPr>
          <p:nvPr>
            <p:ph type="body" sz="quarter" idx="17"/>
          </p:nvPr>
        </p:nvSpPr>
        <p:spPr>
          <a:xfrm>
            <a:off x="2905506"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8" name="Picture Placeholder" descr="This photo is a 'placeholder' only. Drag or drop your photo here, or click and tap the center to insert a photo.">
            <a:extLst>
              <a:ext uri="{FF2B5EF4-FFF2-40B4-BE49-F238E27FC236}">
                <a16:creationId xmlns:a16="http://schemas.microsoft.com/office/drawing/2014/main" id="{9B56ECFD-6AA2-4EC5-A445-D1E0952199EC}"/>
              </a:ext>
            </a:extLst>
          </p:cNvPr>
          <p:cNvSpPr>
            <a:spLocks noGrp="1" noChangeAspect="1"/>
          </p:cNvSpPr>
          <p:nvPr>
            <p:ph type="pic" sz="quarter" idx="20" hasCustomPrompt="1"/>
          </p:nvPr>
        </p:nvSpPr>
        <p:spPr bwMode="ltGray">
          <a:xfrm>
            <a:off x="5227320" y="2286000"/>
            <a:ext cx="1737360" cy="1737360"/>
          </a:xfrm>
          <a:prstGeom prst="ellipse">
            <a:avLst/>
          </a:prstGeom>
          <a:blipFill>
            <a:blip r:embed="rId4"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15" name="Text Placeholder 3">
            <a:extLst>
              <a:ext uri="{FF2B5EF4-FFF2-40B4-BE49-F238E27FC236}">
                <a16:creationId xmlns:a16="http://schemas.microsoft.com/office/drawing/2014/main" id="{9ED5A27F-D9D2-4DCB-8422-4694477ECA88}"/>
              </a:ext>
            </a:extLst>
          </p:cNvPr>
          <p:cNvSpPr>
            <a:spLocks noGrp="1"/>
          </p:cNvSpPr>
          <p:nvPr>
            <p:ph type="body" sz="quarter" idx="18"/>
          </p:nvPr>
        </p:nvSpPr>
        <p:spPr>
          <a:xfrm>
            <a:off x="5227320" y="4235451"/>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1" name="Picture Placeholder" descr="This photo is a 'placeholder' only. Drag or drop your photo here, or click and tap the center to insert a photo.">
            <a:extLst>
              <a:ext uri="{FF2B5EF4-FFF2-40B4-BE49-F238E27FC236}">
                <a16:creationId xmlns:a16="http://schemas.microsoft.com/office/drawing/2014/main" id="{F78E1D3B-7D6F-4EFD-9EB2-E1A27309D6AF}"/>
              </a:ext>
            </a:extLst>
          </p:cNvPr>
          <p:cNvSpPr>
            <a:spLocks noGrp="1" noChangeAspect="1"/>
          </p:cNvSpPr>
          <p:nvPr>
            <p:ph type="pic" sz="quarter" idx="21" hasCustomPrompt="1"/>
          </p:nvPr>
        </p:nvSpPr>
        <p:spPr bwMode="ltGray">
          <a:xfrm>
            <a:off x="7548118" y="2286000"/>
            <a:ext cx="1737360" cy="1737360"/>
          </a:xfrm>
          <a:prstGeom prst="ellipse">
            <a:avLst/>
          </a:prstGeom>
          <a:blipFill>
            <a:blip r:embed="rId5"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insert44</a:t>
            </a:r>
          </a:p>
        </p:txBody>
      </p:sp>
      <p:sp>
        <p:nvSpPr>
          <p:cNvPr id="12" name="Text Placeholder 3">
            <a:extLst>
              <a:ext uri="{FF2B5EF4-FFF2-40B4-BE49-F238E27FC236}">
                <a16:creationId xmlns:a16="http://schemas.microsoft.com/office/drawing/2014/main" id="{3BB2FF62-05DC-462E-808C-4DDE1C65392C}"/>
              </a:ext>
            </a:extLst>
          </p:cNvPr>
          <p:cNvSpPr>
            <a:spLocks noGrp="1"/>
          </p:cNvSpPr>
          <p:nvPr>
            <p:ph type="body" sz="quarter" idx="22"/>
          </p:nvPr>
        </p:nvSpPr>
        <p:spPr>
          <a:xfrm>
            <a:off x="7548118"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19" name="Picture Placeholder" descr="This photo is a 'placeholder' only. Drag or drop your photo here, or click and tap the center to insert a photo.">
            <a:extLst>
              <a:ext uri="{FF2B5EF4-FFF2-40B4-BE49-F238E27FC236}">
                <a16:creationId xmlns:a16="http://schemas.microsoft.com/office/drawing/2014/main" id="{E4DC3400-0B11-4EA0-9B8D-6FADE6964F37}"/>
              </a:ext>
            </a:extLst>
          </p:cNvPr>
          <p:cNvSpPr>
            <a:spLocks noGrp="1" noChangeAspect="1"/>
          </p:cNvSpPr>
          <p:nvPr>
            <p:ph type="pic" sz="quarter" idx="23" hasCustomPrompt="1"/>
          </p:nvPr>
        </p:nvSpPr>
        <p:spPr bwMode="ltGray">
          <a:xfrm>
            <a:off x="9869423" y="2286000"/>
            <a:ext cx="1737360" cy="1737360"/>
          </a:xfrm>
          <a:prstGeom prst="ellipse">
            <a:avLst/>
          </a:prstGeom>
          <a:blipFill>
            <a:blip r:embed="rId6" cstate="print">
              <a:extLst>
                <a:ext uri="{28A0092B-C50C-407E-A947-70E740481C1C}">
                  <a14:useLocalDpi xmlns:a14="http://schemas.microsoft.com/office/drawing/2010/main"/>
                </a:ext>
              </a:extLst>
            </a:blip>
            <a:stretch>
              <a:fillRect/>
            </a:stretch>
          </a:blipFill>
        </p:spPr>
        <p:txBody>
          <a:bodyPr lIns="0" tIns="0" rIns="0" bIns="594360" anchor="ctr" anchorCtr="0">
            <a:noAutofit/>
          </a:bodyPr>
          <a:lstStyle>
            <a:lvl1pPr marL="0" indent="0" algn="ctr">
              <a:lnSpc>
                <a:spcPct val="100000"/>
              </a:lnSpc>
              <a:buNone/>
              <a:defRPr sz="500" b="1">
                <a:solidFill>
                  <a:srgbClr val="000000"/>
                </a:solidFill>
                <a:latin typeface="+mn-lt"/>
                <a:cs typeface="Segoe UI" panose="020B0502040204020203" pitchFamily="34" charset="0"/>
              </a:defRPr>
            </a:lvl1pPr>
          </a:lstStyle>
          <a:p>
            <a:r>
              <a:rPr lang="en-US" dirty="0"/>
              <a:t>Drag &amp; drop your photo </a:t>
            </a:r>
            <a:br>
              <a:rPr lang="en-US" dirty="0"/>
            </a:br>
            <a:r>
              <a:rPr lang="en-US" dirty="0"/>
              <a:t>here or click or tap icon </a:t>
            </a:r>
            <a:br>
              <a:rPr lang="en-US" dirty="0"/>
            </a:br>
            <a:r>
              <a:rPr lang="en-US" dirty="0"/>
              <a:t>below to insert</a:t>
            </a:r>
          </a:p>
        </p:txBody>
      </p:sp>
      <p:sp>
        <p:nvSpPr>
          <p:cNvPr id="20" name="Text Placeholder 3">
            <a:extLst>
              <a:ext uri="{FF2B5EF4-FFF2-40B4-BE49-F238E27FC236}">
                <a16:creationId xmlns:a16="http://schemas.microsoft.com/office/drawing/2014/main" id="{133C357E-ECC0-485F-9033-5D4DEC8774BB}"/>
              </a:ext>
            </a:extLst>
          </p:cNvPr>
          <p:cNvSpPr>
            <a:spLocks noGrp="1"/>
          </p:cNvSpPr>
          <p:nvPr>
            <p:ph type="body" sz="quarter" idx="24"/>
          </p:nvPr>
        </p:nvSpPr>
        <p:spPr>
          <a:xfrm>
            <a:off x="9869423" y="4235450"/>
            <a:ext cx="1737360" cy="2033588"/>
          </a:xfrm>
        </p:spPr>
        <p:txBody>
          <a:bodyPr/>
          <a:lstStyle>
            <a:lvl1pPr marL="0" indent="0" algn="ctr">
              <a:spcBef>
                <a:spcPts val="0"/>
              </a:spcBef>
              <a:buNone/>
              <a:defRPr sz="1800">
                <a:latin typeface="+mj-lt"/>
              </a:defRPr>
            </a:lvl1pPr>
          </a:lstStyle>
          <a:p>
            <a:pPr lvl="0"/>
            <a:r>
              <a:rPr lang="en-US"/>
              <a:t>Click to edit Master text styles</a:t>
            </a:r>
          </a:p>
        </p:txBody>
      </p:sp>
      <p:sp>
        <p:nvSpPr>
          <p:cNvPr id="3" name="TextBox 2">
            <a:extLst>
              <a:ext uri="{FF2B5EF4-FFF2-40B4-BE49-F238E27FC236}">
                <a16:creationId xmlns:a16="http://schemas.microsoft.com/office/drawing/2014/main" id="{67A72D6D-004C-4F57-AD34-F1019A756073}"/>
              </a:ext>
              <a:ext uri="{C183D7F6-B498-43B3-948B-1728B52AA6E4}">
                <adec:decorative xmlns:adec="http://schemas.microsoft.com/office/drawing/2017/decorative" val="1"/>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363131278"/>
      </p:ext>
    </p:extLst>
  </p:cSld>
  <p:clrMapOvr>
    <a:masterClrMapping/>
  </p:clrMapOvr>
  <p:transition>
    <p:fade/>
  </p:transition>
  <p:extLst>
    <p:ext uri="{DCECCB84-F9BA-43D5-87BE-67443E8EF086}">
      <p15:sldGuideLst xmlns:p15="http://schemas.microsoft.com/office/powerpoint/2012/main">
        <p15:guide id="1" orient="horz" pos="720">
          <p15:clr>
            <a:srgbClr val="5ACBF0"/>
          </p15:clr>
        </p15:guide>
        <p15:guide id="2" orient="horz" pos="2664">
          <p15:clr>
            <a:srgbClr val="5ACBF0"/>
          </p15:clr>
        </p15:guide>
        <p15:guide id="3" pos="6216">
          <p15:clr>
            <a:srgbClr val="5ACBF0"/>
          </p15:clr>
        </p15:guide>
        <p15:guide id="5" pos="5850">
          <p15:clr>
            <a:srgbClr val="5ACBF0"/>
          </p15:clr>
        </p15:guide>
        <p15:guide id="7" pos="4392">
          <p15:clr>
            <a:srgbClr val="5ACBF0"/>
          </p15:clr>
        </p15:guide>
        <p15:guide id="8" pos="3292">
          <p15:clr>
            <a:srgbClr val="5ACBF0"/>
          </p15:clr>
        </p15:guide>
        <p15:guide id="10" pos="2926">
          <p15:clr>
            <a:srgbClr val="5ACBF0"/>
          </p15:clr>
        </p15:guide>
        <p15:guide id="11" pos="4754">
          <p15:clr>
            <a:srgbClr val="5ACBF0"/>
          </p15:clr>
        </p15:guide>
        <p15:guide id="13" pos="1464">
          <p15:clr>
            <a:srgbClr val="5ACBF0"/>
          </p15:clr>
        </p15:guide>
        <p15:guide id="14" orient="horz" pos="1440">
          <p15:clr>
            <a:srgbClr val="5ACBF0"/>
          </p15:clr>
        </p15:guide>
        <p15:guide id="15" pos="1830">
          <p15:clr>
            <a:srgbClr val="5ACBF0"/>
          </p15:clr>
        </p15:guide>
        <p15:guide id="16" orient="horz" pos="2533">
          <p15:clr>
            <a:srgbClr val="5ACBF0"/>
          </p15:clr>
        </p15:guide>
      </p15:sldGuideLst>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Title and text side by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5216" y="2309812"/>
            <a:ext cx="3182027" cy="3959225"/>
          </a:xfrm>
        </p:spPr>
        <p:txBody>
          <a:bodyPr anchor="t"/>
          <a:lstStyle>
            <a:lvl1pPr>
              <a:defRPr>
                <a:solidFill>
                  <a:schemeClr val="tx1"/>
                </a:solidFill>
              </a:defRPr>
            </a:lvl1pPr>
          </a:lstStyle>
          <a:p>
            <a:r>
              <a:rPr lang="en-US" dirty="0"/>
              <a:t>Title</a:t>
            </a:r>
          </a:p>
        </p:txBody>
      </p:sp>
      <p:sp>
        <p:nvSpPr>
          <p:cNvPr id="7" name="Text Placeholder 2">
            <a:extLst>
              <a:ext uri="{FF2B5EF4-FFF2-40B4-BE49-F238E27FC236}">
                <a16:creationId xmlns:a16="http://schemas.microsoft.com/office/drawing/2014/main" id="{7E9DBFD9-3E1E-4F19-AF15-56780F9C7927}"/>
              </a:ext>
            </a:extLst>
          </p:cNvPr>
          <p:cNvSpPr>
            <a:spLocks noGrp="1"/>
          </p:cNvSpPr>
          <p:nvPr>
            <p:ph type="body" sz="quarter" idx="11"/>
          </p:nvPr>
        </p:nvSpPr>
        <p:spPr>
          <a:xfrm>
            <a:off x="4356100" y="2309812"/>
            <a:ext cx="7253288" cy="3959223"/>
          </a:xfrm>
        </p:spPr>
        <p:txBody>
          <a:bodyPr anchor="t"/>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a:cxnSpLocks/>
          </p:cNvCxnSpPr>
          <p:nvPr/>
        </p:nvCxnSpPr>
        <p:spPr>
          <a:xfrm>
            <a:off x="585216" y="2019300"/>
            <a:ext cx="3182112" cy="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49D8AF80-CAD5-4055-80AD-0B31EBCB52A9}"/>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cxnSp>
        <p:nvCxnSpPr>
          <p:cNvPr id="8" name="Straight Connector 7">
            <a:extLst>
              <a:ext uri="{FF2B5EF4-FFF2-40B4-BE49-F238E27FC236}">
                <a16:creationId xmlns:a16="http://schemas.microsoft.com/office/drawing/2014/main" id="{DF1A9F7D-F14E-4BCE-9EB4-D9EF47B67809}"/>
              </a:ext>
              <a:ext uri="{C183D7F6-B498-43B3-948B-1728B52AA6E4}">
                <adec:decorative xmlns:adec="http://schemas.microsoft.com/office/drawing/2017/decorative" val="1"/>
              </a:ext>
            </a:extLst>
          </p:cNvPr>
          <p:cNvCxnSpPr>
            <a:cxnSpLocks/>
          </p:cNvCxnSpPr>
          <p:nvPr/>
        </p:nvCxnSpPr>
        <p:spPr>
          <a:xfrm>
            <a:off x="4354523" y="2019300"/>
            <a:ext cx="7254865" cy="0"/>
          </a:xfrm>
          <a:prstGeom prst="line">
            <a:avLst/>
          </a:prstGeom>
          <a:ln w="19050">
            <a:solidFill>
              <a:schemeClr val="tx1">
                <a:alpha val="30000"/>
              </a:schemeClr>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7473033"/>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1272">
          <p15:clr>
            <a:srgbClr val="5ACBF0"/>
          </p15:clr>
        </p15:guide>
        <p15:guide id="30" pos="2376">
          <p15:clr>
            <a:srgbClr val="5ACBF0"/>
          </p15:clr>
        </p15:guide>
        <p15:guide id="32" orient="horz" pos="1455">
          <p15:clr>
            <a:srgbClr val="5ACBF0"/>
          </p15:clr>
        </p15:guide>
      </p15:sldGuideLst>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Title and text side by sid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5C076-3B78-4451-8068-576892A08E9C}"/>
              </a:ext>
            </a:extLst>
          </p:cNvPr>
          <p:cNvSpPr>
            <a:spLocks noGrp="1"/>
          </p:cNvSpPr>
          <p:nvPr>
            <p:ph type="title" hasCustomPrompt="1"/>
          </p:nvPr>
        </p:nvSpPr>
        <p:spPr>
          <a:xfrm>
            <a:off x="588263" y="585788"/>
            <a:ext cx="3182027" cy="5683250"/>
          </a:xfrm>
        </p:spPr>
        <p:txBody>
          <a:bodyPr anchor="ctr"/>
          <a:lstStyle>
            <a:lvl1pPr>
              <a:defRPr/>
            </a:lvl1pPr>
          </a:lstStyle>
          <a:p>
            <a:r>
              <a:rPr lang="en-US" dirty="0"/>
              <a:t>Title</a:t>
            </a:r>
          </a:p>
        </p:txBody>
      </p:sp>
      <p:sp>
        <p:nvSpPr>
          <p:cNvPr id="3" name="Text Placeholder 2">
            <a:extLst>
              <a:ext uri="{FF2B5EF4-FFF2-40B4-BE49-F238E27FC236}">
                <a16:creationId xmlns:a16="http://schemas.microsoft.com/office/drawing/2014/main" id="{A4015781-2431-48C9-AEF1-52FBD41AF3FC}"/>
              </a:ext>
            </a:extLst>
          </p:cNvPr>
          <p:cNvSpPr>
            <a:spLocks noGrp="1"/>
          </p:cNvSpPr>
          <p:nvPr>
            <p:ph type="body" sz="quarter" idx="11"/>
          </p:nvPr>
        </p:nvSpPr>
        <p:spPr>
          <a:xfrm>
            <a:off x="4941888" y="585788"/>
            <a:ext cx="6667500" cy="5683249"/>
          </a:xfrm>
        </p:spPr>
        <p:txBody>
          <a:bodyPr anchor="ctr"/>
          <a:lstStyle>
            <a:lvl1pPr marL="231775" indent="-231775">
              <a:spcAft>
                <a:spcPts val="600"/>
              </a:spcAft>
              <a:buFont typeface="Wingdings" panose="05000000000000000000" pitchFamily="2" charset="2"/>
              <a:buChar char=""/>
              <a:defRPr/>
            </a:lvl1pPr>
          </a:lstStyle>
          <a:p>
            <a:pPr lvl="0"/>
            <a:r>
              <a:rPr lang="en-US"/>
              <a:t>Click to edit Master text styles</a:t>
            </a:r>
          </a:p>
        </p:txBody>
      </p:sp>
      <p:cxnSp>
        <p:nvCxnSpPr>
          <p:cNvPr id="5" name="Straight Connector 4">
            <a:extLst>
              <a:ext uri="{FF2B5EF4-FFF2-40B4-BE49-F238E27FC236}">
                <a16:creationId xmlns:a16="http://schemas.microsoft.com/office/drawing/2014/main" id="{C35867F2-3994-4092-B53B-5792FEE69887}"/>
              </a:ext>
              <a:ext uri="{C183D7F6-B498-43B3-948B-1728B52AA6E4}">
                <adec:decorative xmlns:adec="http://schemas.microsoft.com/office/drawing/2017/decorative" val="1"/>
              </a:ext>
            </a:extLst>
          </p:cNvPr>
          <p:cNvCxnSpPr/>
          <p:nvPr/>
        </p:nvCxnSpPr>
        <p:spPr>
          <a:xfrm>
            <a:off x="4356100" y="2578100"/>
            <a:ext cx="0" cy="1701800"/>
          </a:xfrm>
          <a:prstGeom prst="line">
            <a:avLst/>
          </a:prstGeom>
          <a:ln w="28575">
            <a:solidFill>
              <a:schemeClr val="accent1"/>
            </a:solidFill>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A1DC2181-37AB-40A3-B61C-1DE7DBB57D63}"/>
              </a:ext>
            </a:extLst>
          </p:cNvPr>
          <p:cNvSpPr txBox="1"/>
          <p:nvPr/>
        </p:nvSpPr>
        <p:spPr>
          <a:xfrm>
            <a:off x="12355721" y="-203944"/>
            <a:ext cx="577081" cy="153888"/>
          </a:xfrm>
          <a:prstGeom prst="rect">
            <a:avLst/>
          </a:prstGeom>
          <a:noFill/>
        </p:spPr>
        <p:txBody>
          <a:bodyPr wrap="none" lIns="0" tIns="0" rIns="0" bIns="0" rtlCol="0">
            <a:spAutoFit/>
          </a:bodyPr>
          <a:lstStyle/>
          <a:p>
            <a:pPr algn="l"/>
            <a:r>
              <a:rPr lang="en-US" sz="1000" dirty="0">
                <a:solidFill>
                  <a:srgbClr val="A3A3A3"/>
                </a:solidFill>
              </a:rPr>
              <a:t>ELT layout</a:t>
            </a:r>
          </a:p>
        </p:txBody>
      </p:sp>
    </p:spTree>
    <p:extLst>
      <p:ext uri="{BB962C8B-B14F-4D97-AF65-F5344CB8AC3E}">
        <p14:creationId xmlns:p14="http://schemas.microsoft.com/office/powerpoint/2010/main" val="3662311423"/>
      </p:ext>
    </p:extLst>
  </p:cSld>
  <p:clrMapOvr>
    <a:masterClrMapping/>
  </p:clrMapOvr>
  <p:transition>
    <p:fade/>
  </p:transition>
  <p:extLst>
    <p:ext uri="{DCECCB84-F9BA-43D5-87BE-67443E8EF086}">
      <p15:sldGuideLst xmlns:p15="http://schemas.microsoft.com/office/powerpoint/2012/main">
        <p15:guide id="13" pos="2744">
          <p15:clr>
            <a:srgbClr val="5ACBF0"/>
          </p15:clr>
        </p15:guide>
        <p15:guide id="29" orient="horz" pos="2160">
          <p15:clr>
            <a:srgbClr val="5ACBF0"/>
          </p15:clr>
        </p15:guide>
        <p15:guide id="30" pos="2376">
          <p15:clr>
            <a:srgbClr val="5ACBF0"/>
          </p15:clr>
        </p15:guide>
        <p15:guide id="31" pos="3113">
          <p15:clr>
            <a:srgbClr val="5ACBF0"/>
          </p15:clr>
        </p15:guide>
      </p15:sldGuideLst>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Developer Code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636FE-845C-418D-82A1-1DA6DB73D781}"/>
              </a:ext>
            </a:extLst>
          </p:cNvPr>
          <p:cNvSpPr>
            <a:spLocks noGrp="1"/>
          </p:cNvSpPr>
          <p:nvPr>
            <p:ph type="title"/>
          </p:nvPr>
        </p:nvSpPr>
        <p:spPr/>
        <p:txBody>
          <a:bodyPr anchor="ctr"/>
          <a:lstStyle/>
          <a:p>
            <a:r>
              <a:rPr lang="en-US" dirty="0"/>
              <a:t>Click to edit Master title style</a:t>
            </a:r>
          </a:p>
        </p:txBody>
      </p:sp>
      <p:sp>
        <p:nvSpPr>
          <p:cNvPr id="6" name="Rectangle 5">
            <a:extLst>
              <a:ext uri="{FF2B5EF4-FFF2-40B4-BE49-F238E27FC236}">
                <a16:creationId xmlns:a16="http://schemas.microsoft.com/office/drawing/2014/main" id="{182D46E0-16CE-40B0-8623-F82D5D410958}"/>
              </a:ext>
              <a:ext uri="{C183D7F6-B498-43B3-948B-1728B52AA6E4}">
                <adec:decorative xmlns:adec="http://schemas.microsoft.com/office/drawing/2017/decorative" val="1"/>
              </a:ext>
            </a:extLst>
          </p:cNvPr>
          <p:cNvSpPr/>
          <p:nvPr/>
        </p:nvSpPr>
        <p:spPr bwMode="auto">
          <a:xfrm>
            <a:off x="0" y="1436688"/>
            <a:ext cx="12192000" cy="542131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8" name="Text Placeholder 14">
            <a:extLst>
              <a:ext uri="{FF2B5EF4-FFF2-40B4-BE49-F238E27FC236}">
                <a16:creationId xmlns:a16="http://schemas.microsoft.com/office/drawing/2014/main" id="{44977AB6-1D7E-4858-A2EA-BF86577C3990}"/>
              </a:ext>
            </a:extLst>
          </p:cNvPr>
          <p:cNvSpPr>
            <a:spLocks noGrp="1"/>
          </p:cNvSpPr>
          <p:nvPr>
            <p:ph type="body" sz="quarter" idx="13" hasCustomPrompt="1"/>
          </p:nvPr>
        </p:nvSpPr>
        <p:spPr>
          <a:xfrm>
            <a:off x="0" y="143668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dirty="0"/>
              <a:t>Click to enter title</a:t>
            </a:r>
          </a:p>
        </p:txBody>
      </p:sp>
      <p:sp>
        <p:nvSpPr>
          <p:cNvPr id="5" name="Text Placeholder 4" descr="This layout should only be used for developer code. The font used is a monospace font which is ideal for showing code.">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2099310"/>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553" indent="0">
              <a:buNone/>
              <a:tabLst>
                <a:tab pos="344488" algn="l"/>
              </a:tabLst>
              <a:defRPr sz="2400">
                <a:solidFill>
                  <a:schemeClr val="tx1"/>
                </a:solidFill>
                <a:latin typeface="Consolas" panose="020B0609020204030204" pitchFamily="49" charset="0"/>
                <a:cs typeface="Consolas" panose="020B0609020204030204" pitchFamily="49" charset="0"/>
              </a:defRPr>
            </a:lvl2pPr>
            <a:lvl3pPr marL="584607" indent="0">
              <a:buNone/>
              <a:tabLst>
                <a:tab pos="569913" algn="l"/>
              </a:tabLst>
              <a:defRPr sz="2400">
                <a:solidFill>
                  <a:schemeClr val="tx1"/>
                </a:solidFill>
                <a:latin typeface="Consolas" panose="020B0609020204030204" pitchFamily="49" charset="0"/>
                <a:cs typeface="Consolas" panose="020B0609020204030204" pitchFamily="49" charset="0"/>
              </a:defRPr>
            </a:lvl3pPr>
            <a:lvl4pPr marL="814563" indent="0">
              <a:buNone/>
              <a:tabLst>
                <a:tab pos="800100" algn="l"/>
              </a:tabLst>
              <a:defRPr sz="2400">
                <a:solidFill>
                  <a:schemeClr val="tx1"/>
                </a:solidFill>
                <a:latin typeface="Consolas" panose="020B0609020204030204" pitchFamily="49" charset="0"/>
                <a:cs typeface="Consolas" panose="020B0609020204030204" pitchFamily="49" charset="0"/>
              </a:defRPr>
            </a:lvl4pPr>
            <a:lvl5pPr marL="1050997" indent="0">
              <a:buNone/>
              <a:tabLst>
                <a:tab pos="1028700" algn="l"/>
              </a:tabLst>
              <a:defRPr sz="2400">
                <a:solidFill>
                  <a:schemeClr val="tx1"/>
                </a:solidFill>
                <a:latin typeface="Consolas" panose="020B0609020204030204" pitchFamily="49" charset="0"/>
                <a:cs typeface="Consolas" panose="020B0609020204030204" pitchFamily="49" charset="0"/>
              </a:defRPr>
            </a:lvl5pPr>
          </a:lstStyle>
          <a:p>
            <a:pPr lvl="0"/>
            <a:r>
              <a:rPr lang="en-US"/>
              <a:t>Click to edit Master text styles</a:t>
            </a:r>
          </a:p>
        </p:txBody>
      </p:sp>
    </p:spTree>
    <p:extLst>
      <p:ext uri="{BB962C8B-B14F-4D97-AF65-F5344CB8AC3E}">
        <p14:creationId xmlns:p14="http://schemas.microsoft.com/office/powerpoint/2010/main" val="576101998"/>
      </p:ext>
    </p:extLst>
  </p:cSld>
  <p:clrMapOvr>
    <a:masterClrMapping/>
  </p:clrMapOvr>
  <p:transition>
    <p:fade/>
  </p:transition>
  <p:extLst>
    <p:ext uri="{DCECCB84-F9BA-43D5-87BE-67443E8EF086}">
      <p15:sldGuideLst xmlns:p15="http://schemas.microsoft.com/office/powerpoint/2012/main">
        <p15:guide id="1" orient="horz" pos="1322">
          <p15:clr>
            <a:srgbClr val="5ACBF0"/>
          </p15:clr>
        </p15:guide>
        <p15:guide id="2" orient="horz" pos="905">
          <p15:clr>
            <a:srgbClr val="5ACBF0"/>
          </p15:clr>
        </p15:guide>
        <p15:guide id="3" orient="horz" pos="288">
          <p15:clr>
            <a:srgbClr val="5ACBF0"/>
          </p15:clr>
        </p15:guide>
      </p15:sldGuideLst>
    </p:ext>
  </p:extLst>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Code Bottom">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p:txBody>
          <a:bodyPr/>
          <a:lstStyle>
            <a:lvl1pPr>
              <a:defRPr>
                <a:solidFill>
                  <a:schemeClr val="tx1"/>
                </a:solidFill>
              </a:defRPr>
            </a:lvl1pPr>
          </a:lstStyle>
          <a:p>
            <a:r>
              <a:rPr lang="en-US"/>
              <a:t>Click to edit Master title style</a:t>
            </a:r>
            <a:endParaRPr lang="en-US" dirty="0"/>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86390" y="1230681"/>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dirty="0"/>
              <a:t>Click to edit text</a:t>
            </a:r>
          </a:p>
        </p:txBody>
      </p:sp>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2827138"/>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2827138"/>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dirty="0"/>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3491219"/>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Tree>
    <p:extLst>
      <p:ext uri="{BB962C8B-B14F-4D97-AF65-F5344CB8AC3E}">
        <p14:creationId xmlns:p14="http://schemas.microsoft.com/office/powerpoint/2010/main" val="376948269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4" orient="horz" pos="1776">
          <p15:clr>
            <a:srgbClr val="5ACBF0"/>
          </p15:clr>
        </p15:guide>
        <p15:guide id="5" orient="horz" pos="2197">
          <p15:clr>
            <a:srgbClr val="5ACBF0"/>
          </p15:clr>
        </p15:guide>
        <p15:guide id="6" orient="horz" pos="773">
          <p15:clr>
            <a:srgbClr val="5ACBF0"/>
          </p15:clr>
        </p15:guide>
      </p15:sldGuideLst>
    </p:ext>
  </p:extLst>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Code Top">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EBE70E-6A93-4EB4-A189-6F9DE42CEE12}"/>
              </a:ext>
              <a:ext uri="{C183D7F6-B498-43B3-948B-1728B52AA6E4}">
                <adec:decorative xmlns:adec="http://schemas.microsoft.com/office/drawing/2017/decorative" val="1"/>
              </a:ext>
            </a:extLst>
          </p:cNvPr>
          <p:cNvSpPr/>
          <p:nvPr/>
        </p:nvSpPr>
        <p:spPr bwMode="auto">
          <a:xfrm>
            <a:off x="0" y="0"/>
            <a:ext cx="12192000" cy="4030862"/>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3" name="Title 2">
            <a:extLst>
              <a:ext uri="{FF2B5EF4-FFF2-40B4-BE49-F238E27FC236}">
                <a16:creationId xmlns:a16="http://schemas.microsoft.com/office/drawing/2014/main" id="{71845FFD-6B9A-4013-932A-5E4D7E849D10}"/>
              </a:ext>
            </a:extLst>
          </p:cNvPr>
          <p:cNvSpPr>
            <a:spLocks noGrp="1"/>
          </p:cNvSpPr>
          <p:nvPr>
            <p:ph type="title"/>
          </p:nvPr>
        </p:nvSpPr>
        <p:spPr>
          <a:xfrm>
            <a:off x="588263" y="4224580"/>
            <a:ext cx="11018520" cy="492443"/>
          </a:xfrm>
        </p:spPr>
        <p:txBody>
          <a:bodyPr/>
          <a:lstStyle>
            <a:lvl1pPr>
              <a:defRPr sz="3200">
                <a:solidFill>
                  <a:schemeClr val="tx1"/>
                </a:solidFill>
              </a:defRPr>
            </a:lvl1pPr>
          </a:lstStyle>
          <a:p>
            <a:r>
              <a:rPr lang="en-US"/>
              <a:t>Click to edit Master title style</a:t>
            </a:r>
            <a:endParaRPr lang="en-US" dirty="0"/>
          </a:p>
        </p:txBody>
      </p:sp>
      <p:sp>
        <p:nvSpPr>
          <p:cNvPr id="17" name="Text Placeholder 14">
            <a:extLst>
              <a:ext uri="{FF2B5EF4-FFF2-40B4-BE49-F238E27FC236}">
                <a16:creationId xmlns:a16="http://schemas.microsoft.com/office/drawing/2014/main" id="{0E9A2E28-037B-FA4D-ADDC-1AFA11D65CB2}"/>
              </a:ext>
            </a:extLst>
          </p:cNvPr>
          <p:cNvSpPr>
            <a:spLocks noGrp="1"/>
          </p:cNvSpPr>
          <p:nvPr>
            <p:ph type="body" sz="quarter" idx="13" hasCustomPrompt="1"/>
          </p:nvPr>
        </p:nvSpPr>
        <p:spPr>
          <a:xfrm>
            <a:off x="0" y="0"/>
            <a:ext cx="3788358" cy="446148"/>
          </a:xfrm>
          <a:gradFill flip="none" rotWithShape="1">
            <a:gsLst>
              <a:gs pos="0">
                <a:srgbClr val="000000"/>
              </a:gs>
              <a:gs pos="92000">
                <a:srgbClr val="000000"/>
              </a:gs>
              <a:gs pos="92000">
                <a:schemeClr val="accent1"/>
              </a:gs>
            </a:gsLst>
            <a:lin ang="16200000" scaled="1"/>
            <a:tileRect/>
          </a:gradFill>
        </p:spPr>
        <p:txBody>
          <a:bodyPr lIns="585216" tIns="91440" bIns="45720"/>
          <a:lstStyle>
            <a:lvl1pPr marL="0" indent="0">
              <a:buNone/>
              <a:defRPr sz="1999">
                <a:solidFill>
                  <a:srgbClr val="FFFFFF"/>
                </a:solidFill>
                <a:latin typeface="+mj-lt"/>
              </a:defRPr>
            </a:lvl1pPr>
          </a:lstStyle>
          <a:p>
            <a:pPr lvl="0"/>
            <a:r>
              <a:rPr lang="en-US" dirty="0"/>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6389" y="660508"/>
            <a:ext cx="11018520" cy="369332"/>
          </a:xfrm>
        </p:spPr>
        <p:txBody>
          <a:bodyPr/>
          <a:lstStyle>
            <a:lvl1pPr marL="0" indent="0">
              <a:buNone/>
              <a:tabLst/>
              <a:defRPr sz="2400">
                <a:solidFill>
                  <a:srgbClr val="000000"/>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
        <p:nvSpPr>
          <p:cNvPr id="19" name="Text Placeholder 3">
            <a:extLst>
              <a:ext uri="{FF2B5EF4-FFF2-40B4-BE49-F238E27FC236}">
                <a16:creationId xmlns:a16="http://schemas.microsoft.com/office/drawing/2014/main" id="{7B17F8BB-3610-1A4F-9E76-B12E706A5517}"/>
              </a:ext>
            </a:extLst>
          </p:cNvPr>
          <p:cNvSpPr>
            <a:spLocks noGrp="1"/>
          </p:cNvSpPr>
          <p:nvPr>
            <p:ph type="body" sz="quarter" idx="10" hasCustomPrompt="1"/>
          </p:nvPr>
        </p:nvSpPr>
        <p:spPr>
          <a:xfrm>
            <a:off x="591152" y="4996505"/>
            <a:ext cx="11018520" cy="369332"/>
          </a:xfrm>
        </p:spPr>
        <p:txBody>
          <a:bodyPr wrap="square">
            <a:spAutoFit/>
          </a:bodyPr>
          <a:lstStyle>
            <a:lvl1pPr marL="0" indent="0">
              <a:spcBef>
                <a:spcPts val="600"/>
              </a:spcBef>
              <a:spcAft>
                <a:spcPts val="0"/>
              </a:spcAft>
              <a:buNone/>
              <a:defRPr sz="2400">
                <a:solidFill>
                  <a:schemeClr val="tx1"/>
                </a:solidFill>
                <a:latin typeface="+mn-lt"/>
                <a:cs typeface="Segoe UI" panose="020B0502040204020203" pitchFamily="34" charset="0"/>
              </a:defRPr>
            </a:lvl1pPr>
            <a:lvl2pPr marL="228531" indent="0">
              <a:buNone/>
              <a:defRPr sz="240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dirty="0"/>
              <a:t>Click to edit text</a:t>
            </a:r>
          </a:p>
        </p:txBody>
      </p:sp>
    </p:spTree>
    <p:extLst>
      <p:ext uri="{BB962C8B-B14F-4D97-AF65-F5344CB8AC3E}">
        <p14:creationId xmlns:p14="http://schemas.microsoft.com/office/powerpoint/2010/main" val="3154804997"/>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4" orient="horz" pos="2661">
          <p15:clr>
            <a:srgbClr val="5ACBF0"/>
          </p15:clr>
        </p15:guide>
        <p15:guide id="5" orient="horz" pos="3147">
          <p15:clr>
            <a:srgbClr val="5ACBF0"/>
          </p15:clr>
        </p15:guide>
        <p15:guide id="6" orient="horz" pos="419">
          <p15:clr>
            <a:srgbClr val="5ACBF0"/>
          </p15:clr>
        </p15:guide>
      </p15:sldGuideLst>
    </p:ext>
  </p:extLs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Code Right s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82BB27-7DA5-4478-8C18-C1FFEE20AAC1}"/>
              </a:ext>
            </a:extLst>
          </p:cNvPr>
          <p:cNvSpPr>
            <a:spLocks noGrp="1"/>
          </p:cNvSpPr>
          <p:nvPr>
            <p:ph type="title" hasCustomPrompt="1"/>
          </p:nvPr>
        </p:nvSpPr>
        <p:spPr>
          <a:xfrm>
            <a:off x="588263" y="457200"/>
            <a:ext cx="4040887" cy="492443"/>
          </a:xfrm>
        </p:spPr>
        <p:txBody>
          <a:bodyPr/>
          <a:lstStyle>
            <a:lvl1pPr>
              <a:defRPr sz="3200">
                <a:solidFill>
                  <a:schemeClr val="tx1"/>
                </a:solidFill>
              </a:defRPr>
            </a:lvl1pPr>
          </a:lstStyle>
          <a:p>
            <a:r>
              <a:rPr lang="en-US" dirty="0"/>
              <a:t>Click to edit title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588965" y="1338139"/>
            <a:ext cx="4040185"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dirty="0"/>
              <a:t>Click to edit text</a:t>
            </a:r>
          </a:p>
        </p:txBody>
      </p:sp>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5205984"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5211763"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dirty="0"/>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00725" y="709187"/>
            <a:ext cx="5801961" cy="369332"/>
          </a:xfrm>
        </p:spPr>
        <p:txBody>
          <a:bodyPr/>
          <a:lstStyle>
            <a:lvl1pPr marL="0" indent="0">
              <a:buNone/>
              <a:tabLst/>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Tree>
    <p:extLst>
      <p:ext uri="{BB962C8B-B14F-4D97-AF65-F5344CB8AC3E}">
        <p14:creationId xmlns:p14="http://schemas.microsoft.com/office/powerpoint/2010/main" val="2843266246"/>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445">
          <p15:clr>
            <a:srgbClr val="5ACBF0"/>
          </p15:clr>
        </p15:guide>
        <p15:guide id="4" orient="horz" pos="843">
          <p15:clr>
            <a:srgbClr val="5ACBF0"/>
          </p15:clr>
        </p15:guide>
        <p15:guide id="7" pos="3283">
          <p15:clr>
            <a:srgbClr val="5ACBF0"/>
          </p15:clr>
        </p15:guide>
        <p15:guide id="8" pos="3654">
          <p15:clr>
            <a:srgbClr val="5ACBF0"/>
          </p15:clr>
        </p15:guide>
        <p15:guide id="9" pos="2916">
          <p15:clr>
            <a:srgbClr val="5ACBF0"/>
          </p15:clr>
        </p15:guide>
      </p15:sldGuideLst>
    </p:ext>
  </p:extLst>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Code Left s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316165A-5926-4F59-B348-996936FBB574}"/>
              </a:ext>
              <a:ext uri="{C183D7F6-B498-43B3-948B-1728B52AA6E4}">
                <adec:decorative xmlns:adec="http://schemas.microsoft.com/office/drawing/2017/decorative" val="1"/>
              </a:ext>
            </a:extLst>
          </p:cNvPr>
          <p:cNvSpPr/>
          <p:nvPr/>
        </p:nvSpPr>
        <p:spPr bwMode="auto">
          <a:xfrm>
            <a:off x="-2" y="0"/>
            <a:ext cx="6986016" cy="6858000"/>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sp>
        <p:nvSpPr>
          <p:cNvPr id="2" name="Title 1">
            <a:extLst>
              <a:ext uri="{FF2B5EF4-FFF2-40B4-BE49-F238E27FC236}">
                <a16:creationId xmlns:a16="http://schemas.microsoft.com/office/drawing/2014/main" id="{6BB14A7D-C409-4A7C-9D82-A2E5DBB8AB72}"/>
              </a:ext>
            </a:extLst>
          </p:cNvPr>
          <p:cNvSpPr>
            <a:spLocks noGrp="1"/>
          </p:cNvSpPr>
          <p:nvPr>
            <p:ph type="title" hasCustomPrompt="1"/>
          </p:nvPr>
        </p:nvSpPr>
        <p:spPr>
          <a:xfrm>
            <a:off x="7575549" y="457200"/>
            <a:ext cx="4031233" cy="492443"/>
          </a:xfrm>
        </p:spPr>
        <p:txBody>
          <a:bodyPr/>
          <a:lstStyle>
            <a:lvl1pPr>
              <a:defRPr sz="3200">
                <a:solidFill>
                  <a:schemeClr val="tx1"/>
                </a:solidFill>
              </a:defRPr>
            </a:lvl1pPr>
          </a:lstStyle>
          <a:p>
            <a:r>
              <a:rPr lang="en-US" dirty="0"/>
              <a:t>Click to edit title</a:t>
            </a:r>
          </a:p>
        </p:txBody>
      </p:sp>
      <p:sp>
        <p:nvSpPr>
          <p:cNvPr id="19" name="Text Placeholder 14">
            <a:extLst>
              <a:ext uri="{FF2B5EF4-FFF2-40B4-BE49-F238E27FC236}">
                <a16:creationId xmlns:a16="http://schemas.microsoft.com/office/drawing/2014/main" id="{0D599919-A8E3-4D2B-86CF-50C6704F17D5}"/>
              </a:ext>
            </a:extLst>
          </p:cNvPr>
          <p:cNvSpPr>
            <a:spLocks noGrp="1"/>
          </p:cNvSpPr>
          <p:nvPr>
            <p:ph type="body" sz="quarter" idx="13" hasCustomPrompt="1"/>
          </p:nvPr>
        </p:nvSpPr>
        <p:spPr>
          <a:xfrm>
            <a:off x="-1" y="0"/>
            <a:ext cx="3788358" cy="492314"/>
          </a:xfrm>
          <a:gradFill flip="none" rotWithShape="1">
            <a:gsLst>
              <a:gs pos="0">
                <a:srgbClr val="000000"/>
              </a:gs>
              <a:gs pos="99000">
                <a:srgbClr val="000000"/>
              </a:gs>
              <a:gs pos="99000">
                <a:schemeClr val="accent1"/>
              </a:gs>
            </a:gsLst>
            <a:lin ang="10800000" scaled="1"/>
            <a:tileRect/>
          </a:gradFill>
        </p:spPr>
        <p:txBody>
          <a:bodyPr lIns="585216" tIns="91440" bIns="91440"/>
          <a:lstStyle>
            <a:lvl1pPr marL="0" indent="0">
              <a:buNone/>
              <a:defRPr sz="1999">
                <a:solidFill>
                  <a:srgbClr val="FFFFFF"/>
                </a:solidFill>
                <a:latin typeface="+mj-lt"/>
              </a:defRPr>
            </a:lvl1pPr>
          </a:lstStyle>
          <a:p>
            <a:pPr lvl="0"/>
            <a:r>
              <a:rPr lang="en-US" dirty="0"/>
              <a:t>Click to enter title</a:t>
            </a:r>
          </a:p>
        </p:txBody>
      </p:sp>
      <p:sp>
        <p:nvSpPr>
          <p:cNvPr id="13" name="Text Placeholder 4" descr="This layout should only be used for developer code. The font used is a monospace font which is ideal for showing code.">
            <a:extLst>
              <a:ext uri="{FF2B5EF4-FFF2-40B4-BE49-F238E27FC236}">
                <a16:creationId xmlns:a16="http://schemas.microsoft.com/office/drawing/2014/main" id="{47501FD0-A948-CC48-8B11-3BD4F2AE4E8F}"/>
              </a:ext>
            </a:extLst>
          </p:cNvPr>
          <p:cNvSpPr>
            <a:spLocks noGrp="1"/>
          </p:cNvSpPr>
          <p:nvPr>
            <p:ph type="body" sz="quarter" idx="11" hasCustomPrompt="1"/>
          </p:nvPr>
        </p:nvSpPr>
        <p:spPr>
          <a:xfrm>
            <a:off x="584199" y="706011"/>
            <a:ext cx="5819775" cy="369332"/>
          </a:xfrm>
        </p:spPr>
        <p:txBody>
          <a:bodyPr/>
          <a:lstStyle>
            <a:lvl1pPr marL="0" indent="0">
              <a:buNone/>
              <a:defRPr sz="2400">
                <a:solidFill>
                  <a:srgbClr val="2F2F2F"/>
                </a:solidFill>
                <a:latin typeface="Consolas" panose="020B0609020204030204" pitchFamily="49" charset="0"/>
                <a:cs typeface="Consolas" panose="020B0609020204030204" pitchFamily="49" charset="0"/>
              </a:defRPr>
            </a:lvl1pPr>
            <a:lvl2pPr marL="346449" indent="0">
              <a:buNone/>
              <a:defRPr sz="23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432" indent="0">
              <a:buNone/>
              <a:defRPr sz="19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319"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682" indent="0">
              <a:buNone/>
              <a:defRPr sz="1799">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dirty="0"/>
              <a:t>Click to edit or paste code</a:t>
            </a:r>
          </a:p>
        </p:txBody>
      </p:sp>
      <p:sp>
        <p:nvSpPr>
          <p:cNvPr id="12" name="Text Placeholder 3">
            <a:extLst>
              <a:ext uri="{FF2B5EF4-FFF2-40B4-BE49-F238E27FC236}">
                <a16:creationId xmlns:a16="http://schemas.microsoft.com/office/drawing/2014/main" id="{2BB818A5-4223-0847-B6E2-655C7DC7B6B4}"/>
              </a:ext>
            </a:extLst>
          </p:cNvPr>
          <p:cNvSpPr>
            <a:spLocks noGrp="1"/>
          </p:cNvSpPr>
          <p:nvPr>
            <p:ph type="body" sz="quarter" idx="10" hasCustomPrompt="1"/>
          </p:nvPr>
        </p:nvSpPr>
        <p:spPr>
          <a:xfrm>
            <a:off x="7575550" y="1336675"/>
            <a:ext cx="4033838" cy="369332"/>
          </a:xfrm>
        </p:spPr>
        <p:txBody>
          <a:bodyPr wrap="square">
            <a:spAutoFit/>
          </a:bodyPr>
          <a:lstStyle>
            <a:lvl1pPr marL="0" indent="0">
              <a:lnSpc>
                <a:spcPct val="100000"/>
              </a:lnSpc>
              <a:spcBef>
                <a:spcPts val="600"/>
              </a:spcBef>
              <a:spcAft>
                <a:spcPts val="0"/>
              </a:spcAft>
              <a:buNone/>
              <a:defRPr sz="2400" b="0" i="0" baseline="0">
                <a:solidFill>
                  <a:schemeClr val="tx1"/>
                </a:solidFill>
                <a:latin typeface="Segoe UI" panose="020B0502040204020203" pitchFamily="34" charset="0"/>
                <a:cs typeface="Segoe UI" panose="020B0502040204020203" pitchFamily="34" charset="0"/>
              </a:defRPr>
            </a:lvl1pPr>
            <a:lvl2pPr marL="0" indent="0">
              <a:lnSpc>
                <a:spcPct val="100000"/>
              </a:lnSpc>
              <a:spcBef>
                <a:spcPts val="60"/>
              </a:spcBef>
              <a:spcAft>
                <a:spcPts val="60"/>
              </a:spcAft>
              <a:buNone/>
              <a:defRPr sz="2400" b="0" i="0">
                <a:solidFill>
                  <a:srgbClr val="2F2F2F"/>
                </a:solidFill>
                <a:latin typeface="Segoe UI" panose="020B0502040204020203" pitchFamily="34" charset="0"/>
                <a:cs typeface="Segoe UI" panose="020B0502040204020203" pitchFamily="34" charset="0"/>
              </a:defRPr>
            </a:lvl2pPr>
            <a:lvl3pPr marL="457063" indent="0">
              <a:buNone/>
              <a:defRPr/>
            </a:lvl3pPr>
            <a:lvl4pPr marL="685594" indent="0">
              <a:buNone/>
              <a:defRPr/>
            </a:lvl4pPr>
            <a:lvl5pPr marL="914126" indent="0">
              <a:buNone/>
              <a:defRPr/>
            </a:lvl5pPr>
          </a:lstStyle>
          <a:p>
            <a:pPr lvl="0"/>
            <a:r>
              <a:rPr lang="en-US" dirty="0"/>
              <a:t>Click to edit text</a:t>
            </a:r>
          </a:p>
        </p:txBody>
      </p:sp>
    </p:spTree>
    <p:extLst>
      <p:ext uri="{BB962C8B-B14F-4D97-AF65-F5344CB8AC3E}">
        <p14:creationId xmlns:p14="http://schemas.microsoft.com/office/powerpoint/2010/main" val="781401084"/>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436">
          <p15:clr>
            <a:srgbClr val="5ACBF0"/>
          </p15:clr>
        </p15:guide>
        <p15:guide id="4" orient="horz" pos="839">
          <p15:clr>
            <a:srgbClr val="5ACBF0"/>
          </p15:clr>
        </p15:guide>
        <p15:guide id="6" pos="4402">
          <p15:clr>
            <a:srgbClr val="5ACBF0"/>
          </p15:clr>
        </p15:guide>
        <p15:guide id="7" pos="4034">
          <p15:clr>
            <a:srgbClr val="5ACBF0"/>
          </p15:clr>
        </p15:guide>
        <p15:guide id="8" pos="4772">
          <p15:clr>
            <a:srgbClr val="5ACBF0"/>
          </p15:clr>
        </p15:guide>
      </p15:sldGuideLst>
    </p:ext>
  </p:extLst>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Demo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77823"/>
            <a:ext cx="64008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rgbClr val="4EFFFE"/>
                </a:solidFill>
                <a:effectLst/>
                <a:latin typeface="Segoe Sans Display Semibold" pitchFamily="2" charset="0"/>
                <a:ea typeface="+mn-ea"/>
                <a:cs typeface="Segoe Sans Display Semibold" pitchFamily="2" charset="0"/>
              </a:defRPr>
            </a:lvl1pPr>
          </a:lstStyle>
          <a:p>
            <a:pPr marL="0" marR="0" lvl="0" indent="0" algn="l" defTabSz="932742" rtl="0" eaLnBrk="1" fontAlgn="auto" latinLnBrk="0" hangingPunct="1">
              <a:lnSpc>
                <a:spcPct val="90000"/>
              </a:lnSpc>
              <a:spcBef>
                <a:spcPct val="0"/>
              </a:spcBef>
              <a:spcAft>
                <a:spcPts val="0"/>
              </a:spcAft>
              <a:buClrTx/>
              <a:buSzPct val="90000"/>
              <a:buFont typeface="Wingdings" panose="05000000000000000000" pitchFamily="2" charset="2"/>
              <a:buNone/>
              <a:tabLst/>
            </a:pPr>
            <a:r>
              <a:rPr lang="en-US" dirty="0"/>
              <a:t>Demo title</a:t>
            </a:r>
          </a:p>
        </p:txBody>
      </p:sp>
      <p:sp>
        <p:nvSpPr>
          <p:cNvPr id="5" name="Text Placeholder 4"/>
          <p:cNvSpPr>
            <a:spLocks noGrp="1"/>
          </p:cNvSpPr>
          <p:nvPr>
            <p:ph type="body" sz="quarter" idx="12" hasCustomPrompt="1"/>
          </p:nvPr>
        </p:nvSpPr>
        <p:spPr>
          <a:xfrm>
            <a:off x="585216" y="3977319"/>
            <a:ext cx="6400800" cy="246221"/>
          </a:xfrm>
          <a:noFill/>
        </p:spPr>
        <p:txBody>
          <a:bodyPr lIns="0" tIns="0" rIns="0" bIns="0">
            <a:spAutoFit/>
          </a:bodyPr>
          <a:lstStyle>
            <a:lvl1pPr marL="0" indent="0">
              <a:spcBef>
                <a:spcPts val="0"/>
              </a:spcBef>
              <a:spcAft>
                <a:spcPts val="0"/>
              </a:spcAft>
              <a:buFont typeface="Arial" panose="020B0604020202020204" pitchFamily="34" charset="0"/>
              <a:buNone/>
              <a:defRPr sz="1600" spc="0" baseline="0">
                <a:solidFill>
                  <a:schemeClr val="tx1"/>
                </a:solidFill>
                <a:latin typeface="+mn-lt"/>
              </a:defRPr>
            </a:lvl1pPr>
          </a:lstStyle>
          <a:p>
            <a:pPr lvl="0"/>
            <a:r>
              <a:rPr lang="en-US" dirty="0"/>
              <a:t>Speaker name</a:t>
            </a:r>
          </a:p>
        </p:txBody>
      </p:sp>
    </p:spTree>
    <p:extLst>
      <p:ext uri="{BB962C8B-B14F-4D97-AF65-F5344CB8AC3E}">
        <p14:creationId xmlns:p14="http://schemas.microsoft.com/office/powerpoint/2010/main" val="185966767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Demo slid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77823"/>
            <a:ext cx="91440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dirty="0"/>
              <a:t>Demo title</a:t>
            </a:r>
          </a:p>
        </p:txBody>
      </p:sp>
      <p:sp>
        <p:nvSpPr>
          <p:cNvPr id="5" name="Text Placeholder 4"/>
          <p:cNvSpPr>
            <a:spLocks noGrp="1"/>
          </p:cNvSpPr>
          <p:nvPr>
            <p:ph type="body" sz="quarter" idx="12" hasCustomPrompt="1"/>
          </p:nvPr>
        </p:nvSpPr>
        <p:spPr>
          <a:xfrm>
            <a:off x="585216" y="3977319"/>
            <a:ext cx="9144000" cy="246221"/>
          </a:xfrm>
          <a:noFill/>
        </p:spPr>
        <p:txBody>
          <a:bodyPr lIns="0" tIns="0" rIns="0" bIns="0">
            <a:spAutoFit/>
          </a:bodyPr>
          <a:lstStyle>
            <a:lvl1pPr marL="0" indent="0">
              <a:spcBef>
                <a:spcPts val="0"/>
              </a:spcBef>
              <a:spcAft>
                <a:spcPts val="0"/>
              </a:spcAft>
              <a:buFont typeface="Arial" panose="020B0604020202020204" pitchFamily="34" charset="0"/>
              <a:buNone/>
              <a:defRPr sz="1600" spc="0" baseline="0">
                <a:solidFill>
                  <a:schemeClr val="tx1"/>
                </a:solidFill>
                <a:latin typeface="+mn-lt"/>
              </a:defRPr>
            </a:lvl1pPr>
          </a:lstStyle>
          <a:p>
            <a:pPr lvl="0"/>
            <a:r>
              <a:rPr lang="en-US" dirty="0"/>
              <a:t>Speaker name</a:t>
            </a:r>
          </a:p>
        </p:txBody>
      </p:sp>
    </p:spTree>
    <p:extLst>
      <p:ext uri="{BB962C8B-B14F-4D97-AF65-F5344CB8AC3E}">
        <p14:creationId xmlns:p14="http://schemas.microsoft.com/office/powerpoint/2010/main" val="35596319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Section Titl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667512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rgbClr val="4EFFFE"/>
                </a:solidFill>
                <a:effectLst/>
                <a:latin typeface="Segoe Sans Display Semibold" pitchFamily="2" charset="0"/>
                <a:ea typeface="+mn-ea"/>
                <a:cs typeface="Segoe Sans Display Semibold" pitchFamily="2" charset="0"/>
              </a:defRPr>
            </a:lvl1pPr>
          </a:lstStyle>
          <a:p>
            <a:pPr marL="0" marR="0" lvl="0" indent="0" algn="l" defTabSz="932742" rtl="0" eaLnBrk="1" fontAlgn="auto" latinLnBrk="0" hangingPunct="1">
              <a:lnSpc>
                <a:spcPct val="90000"/>
              </a:lnSpc>
              <a:spcBef>
                <a:spcPct val="0"/>
              </a:spcBef>
              <a:spcAft>
                <a:spcPts val="0"/>
              </a:spcAft>
              <a:buClrTx/>
              <a:buSzPct val="90000"/>
              <a:buFont typeface="Wingdings" panose="05000000000000000000" pitchFamily="2" charset="2"/>
              <a:buNone/>
              <a:tabLst/>
            </a:pPr>
            <a:r>
              <a:rPr lang="en-US" dirty="0"/>
              <a:t>Section title</a:t>
            </a:r>
          </a:p>
        </p:txBody>
      </p:sp>
      <p:pic>
        <p:nvPicPr>
          <p:cNvPr id="4" name="Picture 3">
            <a:extLst>
              <a:ext uri="{FF2B5EF4-FFF2-40B4-BE49-F238E27FC236}">
                <a16:creationId xmlns:a16="http://schemas.microsoft.com/office/drawing/2014/main" id="{FBE92415-D13E-5E6D-DBFD-80D73DF1822E}"/>
              </a:ext>
            </a:extLst>
          </p:cNvPr>
          <p:cNvPicPr>
            <a:picLocks noChangeAspect="1"/>
          </p:cNvPicPr>
          <p:nvPr userDrawn="1"/>
        </p:nvPicPr>
        <p:blipFill>
          <a:blip r:embed="rId2"/>
          <a:srcRect l="11008" r="8017" b="55921"/>
          <a:stretch>
            <a:fillRect/>
          </a:stretch>
        </p:blipFill>
        <p:spPr>
          <a:xfrm flipH="1">
            <a:off x="0" y="3744563"/>
            <a:ext cx="12192000" cy="3113437"/>
          </a:xfrm>
          <a:prstGeom prst="rect">
            <a:avLst/>
          </a:prstGeom>
        </p:spPr>
      </p:pic>
    </p:spTree>
    <p:extLst>
      <p:ext uri="{BB962C8B-B14F-4D97-AF65-F5344CB8AC3E}">
        <p14:creationId xmlns:p14="http://schemas.microsoft.com/office/powerpoint/2010/main" val="26769858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sldGuideLst>
    </p:ext>
  </p:extLst>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Section Title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2980408"/>
            <a:ext cx="9144000" cy="553998"/>
          </a:xfrm>
          <a:noFill/>
        </p:spPr>
        <p:txBody>
          <a:bodyPr lIns="0" tIns="0" rIns="0" bIns="0" anchor="b" anchorCtr="0">
            <a:spAutoFit/>
          </a:bodyPr>
          <a:lstStyle>
            <a:lvl1pPr algn="l" defTabSz="932742" rtl="0" eaLnBrk="1" latinLnBrk="0" hangingPunct="1">
              <a:lnSpc>
                <a:spcPct val="90000"/>
              </a:lnSpc>
              <a:spcBef>
                <a:spcPct val="0"/>
              </a:spcBef>
              <a:buNone/>
              <a:defRPr lang="en-US" sz="4000" b="0" kern="1200" cap="none" spc="-50" baseline="0" dirty="0">
                <a:ln w="3175">
                  <a:noFill/>
                </a:ln>
                <a:solidFill>
                  <a:schemeClr val="tx1"/>
                </a:solidFill>
                <a:effectLst/>
                <a:latin typeface="+mj-lt"/>
                <a:ea typeface="+mn-ea"/>
                <a:cs typeface="Segoe UI" pitchFamily="34" charset="0"/>
              </a:defRPr>
            </a:lvl1pPr>
          </a:lstStyle>
          <a:p>
            <a:r>
              <a:rPr lang="en-US" dirty="0"/>
              <a:t>Section title</a:t>
            </a:r>
          </a:p>
        </p:txBody>
      </p:sp>
    </p:spTree>
    <p:extLst>
      <p:ext uri="{BB962C8B-B14F-4D97-AF65-F5344CB8AC3E}">
        <p14:creationId xmlns:p14="http://schemas.microsoft.com/office/powerpoint/2010/main" val="26737435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sldGuideLst>
    </p:ext>
  </p:extLst>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261378634"/>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61">
          <p15:clr>
            <a:srgbClr val="A4A3A4"/>
          </p15:clr>
        </p15:guide>
        <p15:guide id="15" pos="3348">
          <p15:clr>
            <a:srgbClr val="A4A3A4"/>
          </p15:clr>
        </p15:guide>
        <p15:guide id="16" pos="3754">
          <p15:clr>
            <a:srgbClr val="A4A3A4"/>
          </p15:clr>
        </p15:guide>
        <p15:guide id="17" pos="3931">
          <p15:clr>
            <a:srgbClr val="A4A3A4"/>
          </p15:clr>
        </p15:guide>
        <p15:guide id="18" pos="4342">
          <p15:clr>
            <a:srgbClr val="A4A3A4"/>
          </p15:clr>
        </p15:guide>
        <p15:guide id="19" pos="4531">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88314117"/>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p:cSld name="Closing logo slide">
    <p:bg>
      <p:bgRef idx="1001">
        <a:schemeClr val="bg2"/>
      </p:bgRef>
    </p:bg>
    <p:spTree>
      <p:nvGrpSpPr>
        <p:cNvPr id="1" name=""/>
        <p:cNvGrpSpPr/>
        <p:nvPr/>
      </p:nvGrpSpPr>
      <p:grpSpPr>
        <a:xfrm>
          <a:off x="0" y="0"/>
          <a:ext cx="0" cy="0"/>
          <a:chOff x="0" y="0"/>
          <a:chExt cx="0" cy="0"/>
        </a:xfrm>
      </p:grpSpPr>
      <p:sp>
        <p:nvSpPr>
          <p:cNvPr id="2" name="Text Box 3" descr="This is a copyright notice that should be included on the final slide."/>
          <p:cNvSpPr txBox="1">
            <a:spLocks noChangeArrowheads="1"/>
          </p:cNvSpPr>
          <p:nvPr/>
        </p:nvSpPr>
        <p:spPr bwMode="blackWhite">
          <a:xfrm>
            <a:off x="584200" y="6161316"/>
            <a:ext cx="4482124" cy="107722"/>
          </a:xfrm>
          <a:prstGeom prst="rect">
            <a:avLst/>
          </a:prstGeom>
          <a:noFill/>
          <a:ln w="12700">
            <a:noFill/>
            <a:miter lim="800000"/>
            <a:headEnd type="none" w="sm" len="sm"/>
            <a:tailEnd type="none" w="sm" len="sm"/>
          </a:ln>
          <a:effectLst/>
        </p:spPr>
        <p:txBody>
          <a:bodyPr vert="horz" wrap="square" lIns="0" tIns="0" rIns="0" bIns="0" numCol="1" anchor="b" anchorCtr="0" compatLnSpc="1">
            <a:prstTxWarp prst="textNoShape">
              <a:avLst/>
            </a:prstTxWarp>
            <a:spAutoFit/>
          </a:bodyPr>
          <a:lstStyle/>
          <a:p>
            <a:pPr defTabSz="932290" eaLnBrk="0" hangingPunct="0"/>
            <a:r>
              <a:rPr lang="en-US" sz="700" dirty="0">
                <a:solidFill>
                  <a:schemeClr val="tx1"/>
                </a:solidFill>
                <a:cs typeface="Segoe UI" pitchFamily="34" charset="0"/>
              </a:rPr>
              <a:t>© Copyright Microsoft Corporation. All rights reserved. </a:t>
            </a:r>
          </a:p>
        </p:txBody>
      </p:sp>
      <p:pic>
        <p:nvPicPr>
          <p:cNvPr id="5" name="MS logo white - EMF" descr="Microsoft logo white text version">
            <a:extLst>
              <a:ext uri="{FF2B5EF4-FFF2-40B4-BE49-F238E27FC236}">
                <a16:creationId xmlns:a16="http://schemas.microsoft.com/office/drawing/2014/main" id="{70D3778F-A717-44C8-9013-FF206B15DD6D}"/>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bwMode="black">
          <a:xfrm>
            <a:off x="584200" y="585788"/>
            <a:ext cx="1366245" cy="292608"/>
          </a:xfrm>
          <a:prstGeom prst="rect">
            <a:avLst/>
          </a:prstGeom>
        </p:spPr>
      </p:pic>
    </p:spTree>
    <p:extLst>
      <p:ext uri="{BB962C8B-B14F-4D97-AF65-F5344CB8AC3E}">
        <p14:creationId xmlns:p14="http://schemas.microsoft.com/office/powerpoint/2010/main" val="1924580890"/>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p:cSld name="Black Notes slide Layout">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solidFill>
                  <a:schemeClr val="tx1"/>
                </a:solidFill>
                <a:latin typeface="Segoe UI" pitchFamily="34" charset="0"/>
                <a:ea typeface="Segoe UI" pitchFamily="34" charset="0"/>
                <a:cs typeface="Segoe UI" pitchFamily="34" charset="0"/>
              </a:defRPr>
            </a:lvl1pPr>
          </a:lstStyle>
          <a:p>
            <a:r>
              <a:rPr lang="en-US"/>
              <a:t>Click to edit Master title style</a:t>
            </a:r>
            <a:endParaRPr lang="en-US" dirty="0"/>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solidFill>
                  <a:srgbClr val="000000"/>
                </a:solidFill>
                <a:effectLst/>
                <a:latin typeface="Segoe UI" pitchFamily="34" charset="0"/>
                <a:ea typeface="Segoe UI" pitchFamily="34" charset="0"/>
                <a:cs typeface="Segoe UI" pitchFamily="34" charset="0"/>
              </a:defRPr>
            </a:lvl1pPr>
          </a:lstStyle>
          <a:p>
            <a:pPr lvl="0"/>
            <a:r>
              <a:rPr lang="en-US" dirty="0"/>
              <a:t>Next:</a:t>
            </a:r>
          </a:p>
        </p:txBody>
      </p:sp>
    </p:spTree>
    <p:extLst>
      <p:ext uri="{BB962C8B-B14F-4D97-AF65-F5344CB8AC3E}">
        <p14:creationId xmlns:p14="http://schemas.microsoft.com/office/powerpoint/2010/main" val="4052310958"/>
      </p:ext>
    </p:extLst>
  </p:cSld>
  <p:clrMapOvr>
    <a:masterClrMapping/>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Test pattern">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E530C24-163F-15BF-3D01-A8CA8BF26885}"/>
              </a:ext>
              <a:ext uri="{C183D7F6-B498-43B3-948B-1728B52AA6E4}">
                <adec:decorative xmlns:adec="http://schemas.microsoft.com/office/drawing/2017/decorative" val="1"/>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2832929718"/>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theme" Target="../theme/theme1.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image" Target="../media/image1.svg"/><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62.xml"/><Relationship Id="rId18" Type="http://schemas.openxmlformats.org/officeDocument/2006/relationships/slideLayout" Target="../slideLayouts/slideLayout67.xml"/><Relationship Id="rId26" Type="http://schemas.openxmlformats.org/officeDocument/2006/relationships/slideLayout" Target="../slideLayouts/slideLayout75.xml"/><Relationship Id="rId39" Type="http://schemas.openxmlformats.org/officeDocument/2006/relationships/slideLayout" Target="../slideLayouts/slideLayout88.xml"/><Relationship Id="rId21" Type="http://schemas.openxmlformats.org/officeDocument/2006/relationships/slideLayout" Target="../slideLayouts/slideLayout70.xml"/><Relationship Id="rId34" Type="http://schemas.openxmlformats.org/officeDocument/2006/relationships/slideLayout" Target="../slideLayouts/slideLayout83.xml"/><Relationship Id="rId42" Type="http://schemas.openxmlformats.org/officeDocument/2006/relationships/slideLayout" Target="../slideLayouts/slideLayout91.xml"/><Relationship Id="rId47" Type="http://schemas.openxmlformats.org/officeDocument/2006/relationships/slideLayout" Target="../slideLayouts/slideLayout96.xml"/><Relationship Id="rId50" Type="http://schemas.openxmlformats.org/officeDocument/2006/relationships/theme" Target="../theme/theme2.xml"/><Relationship Id="rId7" Type="http://schemas.openxmlformats.org/officeDocument/2006/relationships/slideLayout" Target="../slideLayouts/slideLayout56.xml"/><Relationship Id="rId2" Type="http://schemas.openxmlformats.org/officeDocument/2006/relationships/slideLayout" Target="../slideLayouts/slideLayout51.xml"/><Relationship Id="rId16" Type="http://schemas.openxmlformats.org/officeDocument/2006/relationships/slideLayout" Target="../slideLayouts/slideLayout65.xml"/><Relationship Id="rId29" Type="http://schemas.openxmlformats.org/officeDocument/2006/relationships/slideLayout" Target="../slideLayouts/slideLayout78.xml"/><Relationship Id="rId11" Type="http://schemas.openxmlformats.org/officeDocument/2006/relationships/slideLayout" Target="../slideLayouts/slideLayout60.xml"/><Relationship Id="rId24" Type="http://schemas.openxmlformats.org/officeDocument/2006/relationships/slideLayout" Target="../slideLayouts/slideLayout73.xml"/><Relationship Id="rId32" Type="http://schemas.openxmlformats.org/officeDocument/2006/relationships/slideLayout" Target="../slideLayouts/slideLayout81.xml"/><Relationship Id="rId37" Type="http://schemas.openxmlformats.org/officeDocument/2006/relationships/slideLayout" Target="../slideLayouts/slideLayout86.xml"/><Relationship Id="rId40" Type="http://schemas.openxmlformats.org/officeDocument/2006/relationships/slideLayout" Target="../slideLayouts/slideLayout89.xml"/><Relationship Id="rId45" Type="http://schemas.openxmlformats.org/officeDocument/2006/relationships/slideLayout" Target="../slideLayouts/slideLayout94.xml"/><Relationship Id="rId5" Type="http://schemas.openxmlformats.org/officeDocument/2006/relationships/slideLayout" Target="../slideLayouts/slideLayout54.xml"/><Relationship Id="rId15" Type="http://schemas.openxmlformats.org/officeDocument/2006/relationships/slideLayout" Target="../slideLayouts/slideLayout64.xml"/><Relationship Id="rId23" Type="http://schemas.openxmlformats.org/officeDocument/2006/relationships/slideLayout" Target="../slideLayouts/slideLayout72.xml"/><Relationship Id="rId28" Type="http://schemas.openxmlformats.org/officeDocument/2006/relationships/slideLayout" Target="../slideLayouts/slideLayout77.xml"/><Relationship Id="rId36" Type="http://schemas.openxmlformats.org/officeDocument/2006/relationships/slideLayout" Target="../slideLayouts/slideLayout85.xml"/><Relationship Id="rId49" Type="http://schemas.openxmlformats.org/officeDocument/2006/relationships/slideLayout" Target="../slideLayouts/slideLayout98.xml"/><Relationship Id="rId10" Type="http://schemas.openxmlformats.org/officeDocument/2006/relationships/slideLayout" Target="../slideLayouts/slideLayout59.xml"/><Relationship Id="rId19" Type="http://schemas.openxmlformats.org/officeDocument/2006/relationships/slideLayout" Target="../slideLayouts/slideLayout68.xml"/><Relationship Id="rId31" Type="http://schemas.openxmlformats.org/officeDocument/2006/relationships/slideLayout" Target="../slideLayouts/slideLayout80.xml"/><Relationship Id="rId44" Type="http://schemas.openxmlformats.org/officeDocument/2006/relationships/slideLayout" Target="../slideLayouts/slideLayout93.xml"/><Relationship Id="rId4" Type="http://schemas.openxmlformats.org/officeDocument/2006/relationships/slideLayout" Target="../slideLayouts/slideLayout53.xml"/><Relationship Id="rId9" Type="http://schemas.openxmlformats.org/officeDocument/2006/relationships/slideLayout" Target="../slideLayouts/slideLayout58.xml"/><Relationship Id="rId14" Type="http://schemas.openxmlformats.org/officeDocument/2006/relationships/slideLayout" Target="../slideLayouts/slideLayout63.xml"/><Relationship Id="rId22" Type="http://schemas.openxmlformats.org/officeDocument/2006/relationships/slideLayout" Target="../slideLayouts/slideLayout71.xml"/><Relationship Id="rId27" Type="http://schemas.openxmlformats.org/officeDocument/2006/relationships/slideLayout" Target="../slideLayouts/slideLayout76.xml"/><Relationship Id="rId30" Type="http://schemas.openxmlformats.org/officeDocument/2006/relationships/slideLayout" Target="../slideLayouts/slideLayout79.xml"/><Relationship Id="rId35" Type="http://schemas.openxmlformats.org/officeDocument/2006/relationships/slideLayout" Target="../slideLayouts/slideLayout84.xml"/><Relationship Id="rId43" Type="http://schemas.openxmlformats.org/officeDocument/2006/relationships/slideLayout" Target="../slideLayouts/slideLayout92.xml"/><Relationship Id="rId48" Type="http://schemas.openxmlformats.org/officeDocument/2006/relationships/slideLayout" Target="../slideLayouts/slideLayout97.xml"/><Relationship Id="rId8" Type="http://schemas.openxmlformats.org/officeDocument/2006/relationships/slideLayout" Target="../slideLayouts/slideLayout57.xml"/><Relationship Id="rId51" Type="http://schemas.openxmlformats.org/officeDocument/2006/relationships/image" Target="../media/image1.svg"/><Relationship Id="rId3" Type="http://schemas.openxmlformats.org/officeDocument/2006/relationships/slideLayout" Target="../slideLayouts/slideLayout52.xml"/><Relationship Id="rId12" Type="http://schemas.openxmlformats.org/officeDocument/2006/relationships/slideLayout" Target="../slideLayouts/slideLayout61.xml"/><Relationship Id="rId17" Type="http://schemas.openxmlformats.org/officeDocument/2006/relationships/slideLayout" Target="../slideLayouts/slideLayout66.xml"/><Relationship Id="rId25" Type="http://schemas.openxmlformats.org/officeDocument/2006/relationships/slideLayout" Target="../slideLayouts/slideLayout74.xml"/><Relationship Id="rId33" Type="http://schemas.openxmlformats.org/officeDocument/2006/relationships/slideLayout" Target="../slideLayouts/slideLayout82.xml"/><Relationship Id="rId38" Type="http://schemas.openxmlformats.org/officeDocument/2006/relationships/slideLayout" Target="../slideLayouts/slideLayout87.xml"/><Relationship Id="rId46" Type="http://schemas.openxmlformats.org/officeDocument/2006/relationships/slideLayout" Target="../slideLayouts/slideLayout95.xml"/><Relationship Id="rId20" Type="http://schemas.openxmlformats.org/officeDocument/2006/relationships/slideLayout" Target="../slideLayouts/slideLayout69.xml"/><Relationship Id="rId41" Type="http://schemas.openxmlformats.org/officeDocument/2006/relationships/slideLayout" Target="../slideLayouts/slideLayout90.xml"/><Relationship Id="rId1" Type="http://schemas.openxmlformats.org/officeDocument/2006/relationships/slideLayout" Target="../slideLayouts/slideLayout50.xml"/><Relationship Id="rId6" Type="http://schemas.openxmlformats.org/officeDocument/2006/relationships/slideLayout" Target="../slideLayouts/slideLayout5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endParaRPr lang="en-US" dirty="0"/>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51"/>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3418689686"/>
      </p:ext>
    </p:extLst>
  </p:cSld>
  <p:clrMap bg1="lt1" tx1="dk1" bg2="lt2" tx2="dk2" accent1="accent1" accent2="accent2" accent3="accent3" accent4="accent4" accent5="accent5" accent6="accent6" hlink="hlink" folHlink="folHlink"/>
  <p:sldLayoutIdLst>
    <p:sldLayoutId id="2147485607" r:id="rId1"/>
    <p:sldLayoutId id="2147485450" r:id="rId2"/>
    <p:sldLayoutId id="2147485451" r:id="rId3"/>
    <p:sldLayoutId id="2147485452" r:id="rId4"/>
    <p:sldLayoutId id="2147485453" r:id="rId5"/>
    <p:sldLayoutId id="2147485454" r:id="rId6"/>
    <p:sldLayoutId id="2147485455" r:id="rId7"/>
    <p:sldLayoutId id="2147485456" r:id="rId8"/>
    <p:sldLayoutId id="2147485457" r:id="rId9"/>
    <p:sldLayoutId id="2147485458" r:id="rId10"/>
    <p:sldLayoutId id="2147485459" r:id="rId11"/>
    <p:sldLayoutId id="2147485460" r:id="rId12"/>
    <p:sldLayoutId id="2147485461" r:id="rId13"/>
    <p:sldLayoutId id="2147485462" r:id="rId14"/>
    <p:sldLayoutId id="2147485463" r:id="rId15"/>
    <p:sldLayoutId id="2147485464" r:id="rId16"/>
    <p:sldLayoutId id="2147485465" r:id="rId17"/>
    <p:sldLayoutId id="2147485466" r:id="rId18"/>
    <p:sldLayoutId id="2147485467" r:id="rId19"/>
    <p:sldLayoutId id="2147485468" r:id="rId20"/>
    <p:sldLayoutId id="2147485469" r:id="rId21"/>
    <p:sldLayoutId id="2147485470" r:id="rId22"/>
    <p:sldLayoutId id="2147485471" r:id="rId23"/>
    <p:sldLayoutId id="2147485472" r:id="rId24"/>
    <p:sldLayoutId id="2147485473" r:id="rId25"/>
    <p:sldLayoutId id="2147485474" r:id="rId26"/>
    <p:sldLayoutId id="2147485475" r:id="rId27"/>
    <p:sldLayoutId id="2147485476" r:id="rId28"/>
    <p:sldLayoutId id="2147485477" r:id="rId29"/>
    <p:sldLayoutId id="2147485478" r:id="rId30"/>
    <p:sldLayoutId id="2147485479" r:id="rId31"/>
    <p:sldLayoutId id="2147485480" r:id="rId32"/>
    <p:sldLayoutId id="2147485481" r:id="rId33"/>
    <p:sldLayoutId id="2147485482" r:id="rId34"/>
    <p:sldLayoutId id="2147485483" r:id="rId35"/>
    <p:sldLayoutId id="2147485484" r:id="rId36"/>
    <p:sldLayoutId id="2147485485" r:id="rId37"/>
    <p:sldLayoutId id="2147485486" r:id="rId38"/>
    <p:sldLayoutId id="2147485487" r:id="rId39"/>
    <p:sldLayoutId id="2147485488" r:id="rId40"/>
    <p:sldLayoutId id="2147485489" r:id="rId41"/>
    <p:sldLayoutId id="2147485490" r:id="rId42"/>
    <p:sldLayoutId id="2147485491" r:id="rId43"/>
    <p:sldLayoutId id="2147485492" r:id="rId44"/>
    <p:sldLayoutId id="2147485493" r:id="rId45"/>
    <p:sldLayoutId id="2147485494" r:id="rId46"/>
    <p:sldLayoutId id="2147485495" r:id="rId47"/>
    <p:sldLayoutId id="2147485496" r:id="rId48"/>
    <p:sldLayoutId id="2147485603" r:id="rId49"/>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endParaRPr lang="en-US" dirty="0"/>
          </a:p>
        </p:txBody>
      </p:sp>
      <p:sp>
        <p:nvSpPr>
          <p:cNvPr id="4" name="Text Placeholder 3"/>
          <p:cNvSpPr>
            <a:spLocks noGrp="1"/>
          </p:cNvSpPr>
          <p:nvPr>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grpSp>
        <p:nvGrpSpPr>
          <p:cNvPr id="47" name="GRID" hidden="1">
            <a:extLst>
              <a:ext uri="{FF2B5EF4-FFF2-40B4-BE49-F238E27FC236}">
                <a16:creationId xmlns:a16="http://schemas.microsoft.com/office/drawing/2014/main" id="{32B5FFBF-552A-4973-B5B3-9EE3A765185F}"/>
              </a:ext>
            </a:extLst>
          </p:cNvPr>
          <p:cNvGrpSpPr/>
          <p:nvPr/>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pic>
        <p:nvPicPr>
          <p:cNvPr id="144" name="Graphic 143">
            <a:extLst>
              <a:ext uri="{FF2B5EF4-FFF2-40B4-BE49-F238E27FC236}">
                <a16:creationId xmlns:a16="http://schemas.microsoft.com/office/drawing/2014/main" id="{55FCE7D5-5796-0746-3173-EB75FBE85E45}"/>
              </a:ext>
            </a:extLst>
          </p:cNvPr>
          <p:cNvPicPr>
            <a:picLocks noChangeAspect="1"/>
          </p:cNvPicPr>
          <p:nvPr/>
        </p:nvPicPr>
        <p:blipFill>
          <a:blip>
            <a:extLst>
              <a:ext uri="{96DAC541-7B7A-43D3-8B79-37D633B846F1}">
                <asvg:svgBlip xmlns:asvg="http://schemas.microsoft.com/office/drawing/2016/SVG/main" r:embed="rId51"/>
              </a:ext>
            </a:extLst>
          </a:blip>
          <a:srcRect/>
          <a:stretch/>
        </p:blipFill>
        <p:spPr>
          <a:xfrm rot="5400000">
            <a:off x="9509919" y="2743200"/>
            <a:ext cx="6858000" cy="1371600"/>
          </a:xfrm>
          <a:prstGeom prst="rect">
            <a:avLst/>
          </a:prstGeom>
        </p:spPr>
      </p:pic>
    </p:spTree>
    <p:extLst>
      <p:ext uri="{BB962C8B-B14F-4D97-AF65-F5344CB8AC3E}">
        <p14:creationId xmlns:p14="http://schemas.microsoft.com/office/powerpoint/2010/main" val="963631770"/>
      </p:ext>
    </p:extLst>
  </p:cSld>
  <p:clrMap bg1="dk1" tx1="lt1" bg2="dk2" tx2="lt2" accent1="accent1" accent2="accent2" accent3="accent3" accent4="accent4" accent5="accent5" accent6="accent6" hlink="hlink" folHlink="folHlink"/>
  <p:sldLayoutIdLst>
    <p:sldLayoutId id="2147485601" r:id="rId1"/>
    <p:sldLayoutId id="2147485554" r:id="rId2"/>
    <p:sldLayoutId id="2147485555" r:id="rId3"/>
    <p:sldLayoutId id="2147485556" r:id="rId4"/>
    <p:sldLayoutId id="2147485557" r:id="rId5"/>
    <p:sldLayoutId id="2147485558" r:id="rId6"/>
    <p:sldLayoutId id="2147485559" r:id="rId7"/>
    <p:sldLayoutId id="2147485560" r:id="rId8"/>
    <p:sldLayoutId id="2147485561" r:id="rId9"/>
    <p:sldLayoutId id="2147485562" r:id="rId10"/>
    <p:sldLayoutId id="2147485563" r:id="rId11"/>
    <p:sldLayoutId id="2147485564" r:id="rId12"/>
    <p:sldLayoutId id="2147485565" r:id="rId13"/>
    <p:sldLayoutId id="2147485566" r:id="rId14"/>
    <p:sldLayoutId id="2147485567" r:id="rId15"/>
    <p:sldLayoutId id="2147485568" r:id="rId16"/>
    <p:sldLayoutId id="2147485569" r:id="rId17"/>
    <p:sldLayoutId id="2147485570" r:id="rId18"/>
    <p:sldLayoutId id="2147485571" r:id="rId19"/>
    <p:sldLayoutId id="2147485572" r:id="rId20"/>
    <p:sldLayoutId id="2147485573" r:id="rId21"/>
    <p:sldLayoutId id="2147485574" r:id="rId22"/>
    <p:sldLayoutId id="2147485575" r:id="rId23"/>
    <p:sldLayoutId id="2147485576" r:id="rId24"/>
    <p:sldLayoutId id="2147485577" r:id="rId25"/>
    <p:sldLayoutId id="2147485578" r:id="rId26"/>
    <p:sldLayoutId id="2147485579" r:id="rId27"/>
    <p:sldLayoutId id="2147485580" r:id="rId28"/>
    <p:sldLayoutId id="2147485581" r:id="rId29"/>
    <p:sldLayoutId id="2147485582" r:id="rId30"/>
    <p:sldLayoutId id="2147485583" r:id="rId31"/>
    <p:sldLayoutId id="2147485584" r:id="rId32"/>
    <p:sldLayoutId id="2147485585" r:id="rId33"/>
    <p:sldLayoutId id="2147485586" r:id="rId34"/>
    <p:sldLayoutId id="2147485587" r:id="rId35"/>
    <p:sldLayoutId id="2147485588" r:id="rId36"/>
    <p:sldLayoutId id="2147485589" r:id="rId37"/>
    <p:sldLayoutId id="2147485590" r:id="rId38"/>
    <p:sldLayoutId id="2147485591" r:id="rId39"/>
    <p:sldLayoutId id="2147485592" r:id="rId40"/>
    <p:sldLayoutId id="2147485593" r:id="rId41"/>
    <p:sldLayoutId id="2147485594" r:id="rId42"/>
    <p:sldLayoutId id="2147485595" r:id="rId43"/>
    <p:sldLayoutId id="2147485596" r:id="rId44"/>
    <p:sldLayoutId id="2147485597" r:id="rId45"/>
    <p:sldLayoutId id="2147485598" r:id="rId46"/>
    <p:sldLayoutId id="2147485599" r:id="rId47"/>
    <p:sldLayoutId id="2147485600" r:id="rId48"/>
    <p:sldLayoutId id="2147485602" r:id="rId49"/>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solidFill>
            <a:schemeClr val="tx1"/>
          </a:solidFill>
          <a:latin typeface="+mn-lt"/>
          <a:ea typeface="+mn-ea"/>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solidFill>
            <a:schemeClr val="tx1"/>
          </a:soli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solidFill>
            <a:schemeClr val="tx1"/>
          </a:soli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solidFill>
            <a:schemeClr val="tx1"/>
          </a:soli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95">
          <p15:clr>
            <a:srgbClr val="A4A3A4"/>
          </p15:clr>
        </p15:guide>
        <p15:guide id="31" orient="horz" pos="4008">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4.xml"/></Relationships>
</file>

<file path=ppt/slides/_rels/slide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xml"/><Relationship Id="rId1" Type="http://schemas.openxmlformats.org/officeDocument/2006/relationships/slideLayout" Target="../slideLayouts/slideLayout5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0.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9.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8.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4.xml"/></Relationships>
</file>

<file path=ppt/slides/_rels/slide20.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18.xml"/><Relationship Id="rId1" Type="http://schemas.openxmlformats.org/officeDocument/2006/relationships/slideLayout" Target="../slideLayouts/slideLayout64.xml"/></Relationships>
</file>

<file path=ppt/slides/_rels/slide21.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notesSlide" Target="../notesSlides/notesSlide19.xml"/><Relationship Id="rId1" Type="http://schemas.openxmlformats.org/officeDocument/2006/relationships/slideLayout" Target="../slideLayouts/slideLayout64.xml"/><Relationship Id="rId6" Type="http://schemas.openxmlformats.org/officeDocument/2006/relationships/hyperlink" Target="https://support.office.com/en-US/article/Make-your-PowerPoint-presentations-accessible-6f7772b2-2f33-4bd2-8ca7-dae3b2b3ef25" TargetMode="External"/><Relationship Id="rId5" Type="http://schemas.openxmlformats.org/officeDocument/2006/relationships/image" Target="../media/image39.png"/><Relationship Id="rId4" Type="http://schemas.openxmlformats.org/officeDocument/2006/relationships/hyperlink" Target="http://www.paciellogroup.com/resources/contrastAnalyser" TargetMode="External"/></Relationships>
</file>

<file path=ppt/slides/_rels/slide22.xml.rels><?xml version="1.0" encoding="UTF-8" standalone="yes"?>
<Relationships xmlns="http://schemas.openxmlformats.org/package/2006/relationships"><Relationship Id="rId2" Type="http://schemas.openxmlformats.org/officeDocument/2006/relationships/hyperlink" Target="https://microsoft.sharepoint.com/:u:/r/sites/CELAWeb-Marketing/SitePages/Using-AI-in-Marketing.aspx?csf=1&amp;web=1&amp;e=ptgQGr&amp;xsdata=MDV8MDF8bW9uaWNhbEBtaWNyb3NvZnQuY29tfDJlYmQ5NThjODY0ODRmYzNhYTRkMDhkYmJiMTM3Yjk1fDcyZjk4OGJmODZmMTQxYWY5MWFiMmQ3Y2QwMTFkYjQ3fDF8MHw2MzgzMDk0NjQ1OTU1NTY1NzF8VW5rbm93bnxUV0ZwYkdac2IzZDhleUpXSWpvaU1DNHdMakF3TURBaUxDSlFJam9pVjJsdU16SWlMQ0pCVGlJNklrMWhhV3dpTENKWFZDSTZNbjA9fDMwMDB8fHw%3d&amp;sdata=VGlhU0VYU1RYSWEyaFBIRTJGNWN5Z0NjTG52dzJySUdIalMxWHJQK2IvTT0%3d" TargetMode="External"/><Relationship Id="rId1" Type="http://schemas.openxmlformats.org/officeDocument/2006/relationships/slideLayout" Target="../slideLayouts/slideLayout64.xml"/></Relationships>
</file>

<file path=ppt/slides/_rels/slide23.xml.rels><?xml version="1.0" encoding="UTF-8" standalone="yes"?>
<Relationships xmlns="http://schemas.openxmlformats.org/package/2006/relationships"><Relationship Id="rId3" Type="http://schemas.openxmlformats.org/officeDocument/2006/relationships/hyperlink" Target="https://www.paciellogroup.com/resources/contrastanalyser/" TargetMode="External"/><Relationship Id="rId2" Type="http://schemas.openxmlformats.org/officeDocument/2006/relationships/notesSlide" Target="../notesSlides/notesSlide20.xml"/><Relationship Id="rId1" Type="http://schemas.openxmlformats.org/officeDocument/2006/relationships/slideLayout" Target="../slideLayouts/slideLayout64.xml"/><Relationship Id="rId5" Type="http://schemas.openxmlformats.org/officeDocument/2006/relationships/hyperlink" Target="https://microsoft.sharepoint.com/teams/BrandCentral/Guidelines/Microsoft_color_guidelines.pdf" TargetMode="External"/><Relationship Id="rId4" Type="http://schemas.openxmlformats.org/officeDocument/2006/relationships/hyperlink" Target="https://www.microsoft.com/enable/"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40.svg"/><Relationship Id="rId7" Type="http://schemas.openxmlformats.org/officeDocument/2006/relationships/image" Target="../media/image44.jpg"/><Relationship Id="rId2" Type="http://schemas.openxmlformats.org/officeDocument/2006/relationships/notesSlide" Target="../notesSlides/notesSlide21.xml"/><Relationship Id="rId1" Type="http://schemas.openxmlformats.org/officeDocument/2006/relationships/slideLayout" Target="../slideLayouts/slideLayout64.xml"/><Relationship Id="rId6" Type="http://schemas.openxmlformats.org/officeDocument/2006/relationships/image" Target="../media/image43.jpg"/><Relationship Id="rId5" Type="http://schemas.openxmlformats.org/officeDocument/2006/relationships/image" Target="../media/image42.jpg"/><Relationship Id="rId4" Type="http://schemas.openxmlformats.org/officeDocument/2006/relationships/image" Target="../media/image41.jp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8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8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9.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9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9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9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0.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0.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9.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5.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5.xml"/></Relationships>
</file>

<file path=ppt/slides/_rels/slide54.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notesSlide" Target="../notesSlides/notesSlide48.xml"/><Relationship Id="rId1" Type="http://schemas.openxmlformats.org/officeDocument/2006/relationships/slideLayout" Target="../slideLayouts/slideLayout15.xml"/><Relationship Id="rId6" Type="http://schemas.openxmlformats.org/officeDocument/2006/relationships/hyperlink" Target="https://support.office.com/en-US/article/Make-your-PowerPoint-presentations-accessible-6f7772b2-2f33-4bd2-8ca7-dae3b2b3ef25" TargetMode="External"/><Relationship Id="rId5" Type="http://schemas.openxmlformats.org/officeDocument/2006/relationships/image" Target="../media/image39.png"/><Relationship Id="rId4" Type="http://schemas.openxmlformats.org/officeDocument/2006/relationships/hyperlink" Target="http://www.paciellogroup.com/resources/contrastAnalyser" TargetMode="External"/></Relationships>
</file>

<file path=ppt/slides/_rels/slide55.xml.rels><?xml version="1.0" encoding="UTF-8" standalone="yes"?>
<Relationships xmlns="http://schemas.openxmlformats.org/package/2006/relationships"><Relationship Id="rId2" Type="http://schemas.openxmlformats.org/officeDocument/2006/relationships/hyperlink" Target="https://microsoft.sharepoint.com/:u:/r/sites/CELAWeb-Marketing/SitePages/Using-AI-in-Marketing.aspx?csf=1&amp;web=1&amp;e=ptgQGr&amp;xsdata=MDV8MDF8bW9uaWNhbEBtaWNyb3NvZnQuY29tfDJlYmQ5NThjODY0ODRmYzNhYTRkMDhkYmJiMTM3Yjk1fDcyZjk4OGJmODZmMTQxYWY5MWFiMmQ3Y2QwMTFkYjQ3fDF8MHw2MzgzMDk0NjQ1OTU1NTY1NzF8VW5rbm93bnxUV0ZwYkdac2IzZDhleUpXSWpvaU1DNHdMakF3TURBaUxDSlFJam9pVjJsdU16SWlMQ0pCVGlJNklrMWhhV3dpTENKWFZDSTZNbjA9fDMwMDB8fHw%3d&amp;sdata=VGlhU0VYU1RYSWEyaFBIRTJGNWN5Z0NjTG52dzJySUdIalMxWHJQK2IvTT0%3d" TargetMode="External"/><Relationship Id="rId1" Type="http://schemas.openxmlformats.org/officeDocument/2006/relationships/slideLayout" Target="../slideLayouts/slideLayout15.xml"/></Relationships>
</file>

<file path=ppt/slides/_rels/slide56.xml.rels><?xml version="1.0" encoding="UTF-8" standalone="yes"?>
<Relationships xmlns="http://schemas.openxmlformats.org/package/2006/relationships"><Relationship Id="rId3" Type="http://schemas.openxmlformats.org/officeDocument/2006/relationships/hyperlink" Target="https://www.paciellogroup.com/resources/contrastanalyser/" TargetMode="External"/><Relationship Id="rId2" Type="http://schemas.openxmlformats.org/officeDocument/2006/relationships/notesSlide" Target="../notesSlides/notesSlide49.xml"/><Relationship Id="rId1" Type="http://schemas.openxmlformats.org/officeDocument/2006/relationships/slideLayout" Target="../slideLayouts/slideLayout15.xml"/><Relationship Id="rId5" Type="http://schemas.openxmlformats.org/officeDocument/2006/relationships/hyperlink" Target="https://microsoft.sharepoint.com/teams/BrandCentral/Guidelines/Microsoft_color_guidelines.pdf" TargetMode="External"/><Relationship Id="rId4" Type="http://schemas.openxmlformats.org/officeDocument/2006/relationships/hyperlink" Target="https://www.microsoft.com/enable/" TargetMode="External"/></Relationships>
</file>

<file path=ppt/slides/_rels/slide57.xml.rels><?xml version="1.0" encoding="UTF-8" standalone="yes"?>
<Relationships xmlns="http://schemas.openxmlformats.org/package/2006/relationships"><Relationship Id="rId3" Type="http://schemas.openxmlformats.org/officeDocument/2006/relationships/image" Target="../media/image40.svg"/><Relationship Id="rId7" Type="http://schemas.openxmlformats.org/officeDocument/2006/relationships/image" Target="../media/image44.jpg"/><Relationship Id="rId2" Type="http://schemas.openxmlformats.org/officeDocument/2006/relationships/notesSlide" Target="../notesSlides/notesSlide50.xml"/><Relationship Id="rId1" Type="http://schemas.openxmlformats.org/officeDocument/2006/relationships/slideLayout" Target="../slideLayouts/slideLayout15.xml"/><Relationship Id="rId6" Type="http://schemas.openxmlformats.org/officeDocument/2006/relationships/image" Target="../media/image43.jpg"/><Relationship Id="rId5" Type="http://schemas.openxmlformats.org/officeDocument/2006/relationships/image" Target="../media/image42.jpg"/><Relationship Id="rId4" Type="http://schemas.openxmlformats.org/officeDocument/2006/relationships/image" Target="../media/image41.jp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3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3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8.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39.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0.xml"/></Relationships>
</file>

<file path=ppt/slides/_rels/slide63.xml.rels><?xml version="1.0" encoding="UTF-8" standalone="yes"?>
<Relationships xmlns="http://schemas.openxmlformats.org/package/2006/relationships"><Relationship Id="rId2" Type="http://schemas.openxmlformats.org/officeDocument/2006/relationships/image" Target="../media/image45.jpg"/><Relationship Id="rId1" Type="http://schemas.openxmlformats.org/officeDocument/2006/relationships/slideLayout" Target="../slideLayouts/slideLayout4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4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69D57F-076E-AA58-BDFF-8F3981582F13}"/>
              </a:ext>
            </a:extLst>
          </p:cNvPr>
          <p:cNvSpPr>
            <a:spLocks noGrp="1"/>
          </p:cNvSpPr>
          <p:nvPr>
            <p:ph type="title" idx="4294967295"/>
          </p:nvPr>
        </p:nvSpPr>
        <p:spPr>
          <a:xfrm>
            <a:off x="588263" y="-630197"/>
            <a:ext cx="11018520" cy="553998"/>
          </a:xfrm>
        </p:spPr>
        <p:txBody>
          <a:bodyPr/>
          <a:lstStyle/>
          <a:p>
            <a:r>
              <a:rPr lang="en-US" dirty="0">
                <a:noFill/>
              </a:rPr>
              <a:t>Microsoft Build</a:t>
            </a:r>
          </a:p>
        </p:txBody>
      </p:sp>
    </p:spTree>
    <p:extLst>
      <p:ext uri="{BB962C8B-B14F-4D97-AF65-F5344CB8AC3E}">
        <p14:creationId xmlns:p14="http://schemas.microsoft.com/office/powerpoint/2010/main" val="1170936702"/>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584200" y="2302671"/>
            <a:ext cx="5577840" cy="1231106"/>
          </a:xfrm>
        </p:spPr>
        <p:txBody>
          <a:bodyPr/>
          <a:lstStyle/>
          <a:p>
            <a:r>
              <a:rPr lang="en-US" dirty="0"/>
              <a:t>Building Agents with Foundry Agent Service</a:t>
            </a:r>
          </a:p>
        </p:txBody>
      </p:sp>
    </p:spTree>
    <p:extLst>
      <p:ext uri="{BB962C8B-B14F-4D97-AF65-F5344CB8AC3E}">
        <p14:creationId xmlns:p14="http://schemas.microsoft.com/office/powerpoint/2010/main" val="3974984457"/>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955CD0-F88D-3C34-A7F5-65462097CC7B}"/>
              </a:ext>
            </a:extLst>
          </p:cNvPr>
          <p:cNvSpPr>
            <a:spLocks noGrp="1"/>
          </p:cNvSpPr>
          <p:nvPr>
            <p:ph type="title"/>
          </p:nvPr>
        </p:nvSpPr>
        <p:spPr/>
        <p:txBody>
          <a:bodyPr/>
          <a:lstStyle/>
          <a:p>
            <a:r>
              <a:rPr lang="en-US" dirty="0"/>
              <a:t>COMING SOON - TBD</a:t>
            </a:r>
          </a:p>
        </p:txBody>
      </p:sp>
    </p:spTree>
    <p:extLst>
      <p:ext uri="{BB962C8B-B14F-4D97-AF65-F5344CB8AC3E}">
        <p14:creationId xmlns:p14="http://schemas.microsoft.com/office/powerpoint/2010/main" val="42740378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p:cNvSpPr>
            <a:spLocks noGrp="1"/>
          </p:cNvSpPr>
          <p:nvPr>
            <p:ph type="title"/>
          </p:nvPr>
        </p:nvSpPr>
        <p:spPr/>
        <p:txBody>
          <a:bodyPr/>
          <a:lstStyle/>
          <a:p>
            <a:r>
              <a:rPr lang="en-US" dirty="0"/>
              <a:t>Text layout without bullet points</a:t>
            </a:r>
          </a:p>
        </p:txBody>
      </p:sp>
      <p:sp>
        <p:nvSpPr>
          <p:cNvPr id="6" name="Text Placeholder 5"/>
          <p:cNvSpPr>
            <a:spLocks noGrp="1"/>
          </p:cNvSpPr>
          <p:nvPr>
            <p:ph type="body" sz="quarter" idx="10"/>
          </p:nvPr>
        </p:nvSpPr>
        <p:spPr/>
        <p:txBody>
          <a:bodyPr/>
          <a:lstStyle/>
          <a:p>
            <a:r>
              <a:rPr lang="en-US" dirty="0"/>
              <a:t>Main topic: Segoe UI, size 28pt</a:t>
            </a:r>
          </a:p>
          <a:p>
            <a:pPr lvl="1"/>
            <a:r>
              <a:rPr lang="en-US" dirty="0"/>
              <a:t>Segoe UI, size 20pt for second level</a:t>
            </a:r>
          </a:p>
          <a:p>
            <a:pPr lvl="2"/>
            <a:r>
              <a:rPr lang="en-US" dirty="0"/>
              <a:t>Segoe UI, size 16pt for third level</a:t>
            </a:r>
          </a:p>
        </p:txBody>
      </p:sp>
    </p:spTree>
    <p:extLst>
      <p:ext uri="{BB962C8B-B14F-4D97-AF65-F5344CB8AC3E}">
        <p14:creationId xmlns:p14="http://schemas.microsoft.com/office/powerpoint/2010/main" val="23266528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p:cNvSpPr>
            <a:spLocks noGrp="1"/>
          </p:cNvSpPr>
          <p:nvPr>
            <p:ph type="title"/>
          </p:nvPr>
        </p:nvSpPr>
        <p:spPr/>
        <p:txBody>
          <a:bodyPr/>
          <a:lstStyle/>
          <a:p>
            <a:r>
              <a:rPr lang="en-US" dirty="0"/>
              <a:t>Text layout with bulleted text</a:t>
            </a:r>
          </a:p>
        </p:txBody>
      </p:sp>
      <p:sp>
        <p:nvSpPr>
          <p:cNvPr id="6" name="Text Placeholder 5"/>
          <p:cNvSpPr>
            <a:spLocks noGrp="1"/>
          </p:cNvSpPr>
          <p:nvPr>
            <p:ph sz="quarter" idx="10"/>
          </p:nvPr>
        </p:nvSpPr>
        <p:spPr/>
        <p:txBody>
          <a:bodyPr/>
          <a:lstStyle/>
          <a:p>
            <a:r>
              <a:rPr lang="en-US" dirty="0"/>
              <a:t>Learn how to adjust list levels</a:t>
            </a:r>
          </a:p>
          <a:p>
            <a:r>
              <a:rPr lang="en-US" dirty="0"/>
              <a:t>Follow the steps on the right</a:t>
            </a:r>
          </a:p>
        </p:txBody>
      </p:sp>
      <p:sp>
        <p:nvSpPr>
          <p:cNvPr id="2" name="Rectangle 1">
            <a:extLst>
              <a:ext uri="{FF2B5EF4-FFF2-40B4-BE49-F238E27FC236}">
                <a16:creationId xmlns:a16="http://schemas.microsoft.com/office/drawing/2014/main" id="{2BD8AD9E-D8D2-4CB4-B833-3F7981BFC169}"/>
              </a:ext>
              <a:ext uri="{C183D7F6-B498-43B3-948B-1728B52AA6E4}">
                <adec:decorative xmlns:adec="http://schemas.microsoft.com/office/drawing/2017/decorative" val="1"/>
              </a:ext>
            </a:extLst>
          </p:cNvPr>
          <p:cNvSpPr/>
          <p:nvPr/>
        </p:nvSpPr>
        <p:spPr bwMode="auto">
          <a:xfrm>
            <a:off x="6672263" y="1435100"/>
            <a:ext cx="4931473" cy="4833938"/>
          </a:xfrm>
          <a:prstGeom prst="rect">
            <a:avLst/>
          </a:prstGeom>
          <a:solidFill>
            <a:schemeClr val="tx1">
              <a:alpha val="4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pic>
        <p:nvPicPr>
          <p:cNvPr id="3" name="Picture 3" descr="Screenshot of Decrease List level and Increase List Level menu">
            <a:extLst>
              <a:ext uri="{FF2B5EF4-FFF2-40B4-BE49-F238E27FC236}">
                <a16:creationId xmlns:a16="http://schemas.microsoft.com/office/drawing/2014/main" id="{7CDDF9E7-F878-41F2-8971-7CB55E6DC2E6}"/>
              </a:ext>
            </a:extLst>
          </p:cNvPr>
          <p:cNvPicPr>
            <a:picLocks noChangeAspect="1" noChangeArrowheads="1"/>
          </p:cNvPicPr>
          <p:nvPr/>
        </p:nvPicPr>
        <p:blipFill>
          <a:blip r:embed="rId3">
            <a:extLst>
              <a:ext uri="{28A0092B-C50C-407E-A947-70E740481C1C}">
                <a14:useLocalDpi xmlns:a14="http://schemas.microsoft.com/office/drawing/2010/main"/>
              </a:ext>
            </a:extLst>
          </a:blip>
          <a:stretch>
            <a:fillRect/>
          </a:stretch>
        </p:blipFill>
        <p:spPr bwMode="auto">
          <a:xfrm>
            <a:off x="6972422" y="1725179"/>
            <a:ext cx="4319750" cy="962889"/>
          </a:xfrm>
          <a:prstGeom prst="rect">
            <a:avLst/>
          </a:prstGeom>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a:extLst>
              <a:ext uri="{FF2B5EF4-FFF2-40B4-BE49-F238E27FC236}">
                <a16:creationId xmlns:a16="http://schemas.microsoft.com/office/drawing/2014/main" id="{052A24BB-6642-429C-9613-B0B1DB310251}"/>
              </a:ext>
            </a:extLst>
          </p:cNvPr>
          <p:cNvSpPr/>
          <p:nvPr/>
        </p:nvSpPr>
        <p:spPr bwMode="auto">
          <a:xfrm>
            <a:off x="6672263" y="2819830"/>
            <a:ext cx="4931473" cy="3545586"/>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292608" tIns="292608" rIns="292608" bIns="292608" numCol="1" spcCol="0" rtlCol="0" fromWordArt="0" anchor="t" anchorCtr="0" forceAA="0" compatLnSpc="1">
            <a:prstTxWarp prst="textNoShape">
              <a:avLst/>
            </a:prstTxWarp>
            <a:spAutoFit/>
          </a:bodyPr>
          <a:lstStyle/>
          <a:p>
            <a:pPr defTabSz="932472" fontAlgn="base">
              <a:spcBef>
                <a:spcPts val="1200"/>
              </a:spcBef>
              <a:spcAft>
                <a:spcPts val="1200"/>
              </a:spcAft>
            </a:pPr>
            <a:r>
              <a:rPr lang="en-US" sz="1200" dirty="0">
                <a:solidFill>
                  <a:schemeClr val="tx1"/>
                </a:solidFill>
                <a:ea typeface="Segoe UI" panose="020B0502040204020203" pitchFamily="34" charset="0"/>
                <a:cs typeface="Segoe UI" panose="020B0502040204020203" pitchFamily="34" charset="0"/>
              </a:rPr>
              <a:t>Use the “</a:t>
            </a:r>
            <a:r>
              <a:rPr lang="en-US" sz="1200" b="1" dirty="0">
                <a:solidFill>
                  <a:schemeClr val="tx1"/>
                </a:solidFill>
                <a:ea typeface="Segoe UI" panose="020B0502040204020203" pitchFamily="34" charset="0"/>
                <a:cs typeface="Segoe UI" panose="020B0502040204020203" pitchFamily="34" charset="0"/>
              </a:rPr>
              <a:t>Decrease List Level</a:t>
            </a:r>
            <a:r>
              <a:rPr lang="en-US" sz="1200" dirty="0">
                <a:solidFill>
                  <a:schemeClr val="tx1"/>
                </a:solidFill>
                <a:ea typeface="Segoe UI" panose="020B0502040204020203" pitchFamily="34" charset="0"/>
                <a:cs typeface="Segoe UI" panose="020B0502040204020203" pitchFamily="34" charset="0"/>
              </a:rPr>
              <a:t>” and “</a:t>
            </a:r>
            <a:r>
              <a:rPr lang="en-US" sz="1200" b="1" dirty="0">
                <a:solidFill>
                  <a:schemeClr val="tx1"/>
                </a:solidFill>
                <a:ea typeface="Segoe UI" panose="020B0502040204020203" pitchFamily="34" charset="0"/>
                <a:cs typeface="Segoe UI" panose="020B0502040204020203" pitchFamily="34" charset="0"/>
              </a:rPr>
              <a:t>Increase List Level</a:t>
            </a:r>
            <a:r>
              <a:rPr lang="en-US" sz="1200" dirty="0">
                <a:solidFill>
                  <a:schemeClr val="tx1"/>
                </a:solidFill>
                <a:ea typeface="Segoe UI" panose="020B0502040204020203" pitchFamily="34" charset="0"/>
                <a:cs typeface="Segoe UI" panose="020B0502040204020203" pitchFamily="34" charset="0"/>
              </a:rPr>
              <a:t>” tools </a:t>
            </a:r>
            <a:br>
              <a:rPr lang="en-US" sz="1200" dirty="0">
                <a:solidFill>
                  <a:schemeClr val="tx1"/>
                </a:solidFill>
                <a:ea typeface="Segoe UI" panose="020B0502040204020203" pitchFamily="34" charset="0"/>
                <a:cs typeface="Segoe UI" panose="020B0502040204020203" pitchFamily="34" charset="0"/>
              </a:rPr>
            </a:br>
            <a:r>
              <a:rPr lang="en-US" sz="1200" dirty="0">
                <a:solidFill>
                  <a:schemeClr val="tx1"/>
                </a:solidFill>
                <a:ea typeface="Segoe UI" panose="020B0502040204020203" pitchFamily="34" charset="0"/>
                <a:cs typeface="Segoe UI" panose="020B0502040204020203" pitchFamily="34" charset="0"/>
              </a:rPr>
              <a:t>on the </a:t>
            </a:r>
            <a:r>
              <a:rPr lang="en-US" sz="1200" b="1" dirty="0">
                <a:solidFill>
                  <a:schemeClr val="tx1"/>
                </a:solidFill>
                <a:ea typeface="Segoe UI" panose="020B0502040204020203" pitchFamily="34" charset="0"/>
                <a:cs typeface="Segoe UI" panose="020B0502040204020203" pitchFamily="34" charset="0"/>
              </a:rPr>
              <a:t>Home</a:t>
            </a:r>
            <a:r>
              <a:rPr lang="en-US" sz="1200" dirty="0">
                <a:solidFill>
                  <a:schemeClr val="tx1"/>
                </a:solidFill>
                <a:ea typeface="Segoe UI" panose="020B0502040204020203" pitchFamily="34" charset="0"/>
                <a:cs typeface="Segoe UI" panose="020B0502040204020203" pitchFamily="34" charset="0"/>
              </a:rPr>
              <a:t> menu to change text levels.</a:t>
            </a:r>
          </a:p>
          <a:p>
            <a:pPr defTabSz="932472" fontAlgn="base">
              <a:spcBef>
                <a:spcPts val="1200"/>
              </a:spcBef>
              <a:spcAft>
                <a:spcPct val="0"/>
              </a:spcAft>
            </a:pPr>
            <a:r>
              <a:rPr lang="en-US" sz="1200" b="1" dirty="0">
                <a:solidFill>
                  <a:schemeClr val="tx1"/>
                </a:solidFill>
                <a:ea typeface="Segoe UI" panose="020B0502040204020203" pitchFamily="34" charset="0"/>
                <a:cs typeface="Segoe UI" panose="020B0502040204020203" pitchFamily="34" charset="0"/>
              </a:rPr>
              <a:t>Try this:  </a:t>
            </a:r>
          </a:p>
          <a:p>
            <a:pPr marL="294732" indent="-239672" defTabSz="932472" fontAlgn="base">
              <a:spcBef>
                <a:spcPts val="1200"/>
              </a:spcBef>
              <a:spcAft>
                <a:spcPct val="0"/>
              </a:spcAft>
              <a:buFont typeface="+mj-lt"/>
              <a:buAutoNum type="arabicPeriod"/>
            </a:pPr>
            <a:r>
              <a:rPr lang="en-US" sz="1200" dirty="0">
                <a:solidFill>
                  <a:schemeClr val="tx1"/>
                </a:solidFill>
                <a:ea typeface="Segoe UI" panose="020B0502040204020203" pitchFamily="34" charset="0"/>
                <a:cs typeface="Segoe UI" panose="020B0502040204020203" pitchFamily="34" charset="0"/>
              </a:rPr>
              <a:t>Place your cursor in the line of text that says “Segoe UI, size 20pt for second level”</a:t>
            </a:r>
          </a:p>
          <a:p>
            <a:pPr marL="294732" indent="-239672" defTabSz="932472" fontAlgn="base">
              <a:spcBef>
                <a:spcPts val="1200"/>
              </a:spcBef>
              <a:spcAft>
                <a:spcPct val="0"/>
              </a:spcAft>
              <a:buFont typeface="+mj-lt"/>
              <a:buAutoNum type="arabicPeriod"/>
            </a:pPr>
            <a:r>
              <a:rPr lang="en-US" sz="1200" dirty="0">
                <a:solidFill>
                  <a:schemeClr val="tx1"/>
                </a:solidFill>
                <a:ea typeface="Segoe UI" panose="020B0502040204020203" pitchFamily="34" charset="0"/>
                <a:cs typeface="Segoe UI" panose="020B0502040204020203" pitchFamily="34" charset="0"/>
              </a:rPr>
              <a:t>Next click the Home tab, and then on the “</a:t>
            </a:r>
            <a:r>
              <a:rPr lang="en-US" sz="1200" b="1" dirty="0">
                <a:solidFill>
                  <a:schemeClr val="tx1"/>
                </a:solidFill>
                <a:cs typeface="Segoe UI" panose="020B0502040204020203" pitchFamily="34" charset="0"/>
              </a:rPr>
              <a:t>Decrease List level</a:t>
            </a:r>
            <a:r>
              <a:rPr lang="en-US" sz="1200" dirty="0">
                <a:solidFill>
                  <a:schemeClr val="tx1"/>
                </a:solidFill>
                <a:ea typeface="Segoe UI" panose="020B0502040204020203" pitchFamily="34" charset="0"/>
                <a:cs typeface="Segoe UI" panose="020B0502040204020203" pitchFamily="34" charset="0"/>
              </a:rPr>
              <a:t>” tool. Notice how the line moves up one level.</a:t>
            </a:r>
          </a:p>
          <a:p>
            <a:pPr marL="294732" indent="-239672" defTabSz="932472" fontAlgn="base">
              <a:spcBef>
                <a:spcPts val="1200"/>
              </a:spcBef>
              <a:spcAft>
                <a:spcPct val="0"/>
              </a:spcAft>
              <a:buFont typeface="+mj-lt"/>
              <a:buAutoNum type="arabicPeriod"/>
            </a:pPr>
            <a:r>
              <a:rPr lang="en-US" sz="1200" dirty="0">
                <a:solidFill>
                  <a:schemeClr val="tx1"/>
                </a:solidFill>
                <a:ea typeface="Segoe UI" panose="020B0502040204020203" pitchFamily="34" charset="0"/>
                <a:cs typeface="Segoe UI" panose="020B0502040204020203" pitchFamily="34" charset="0"/>
              </a:rPr>
              <a:t>Now try placing your cursor in one of the top  “Main topic…” line of text. Click the “</a:t>
            </a:r>
            <a:r>
              <a:rPr lang="en-US" sz="1200" b="1" dirty="0">
                <a:solidFill>
                  <a:schemeClr val="tx1"/>
                </a:solidFill>
                <a:cs typeface="Segoe UI" panose="020B0502040204020203" pitchFamily="34" charset="0"/>
              </a:rPr>
              <a:t>Increase List Level</a:t>
            </a:r>
            <a:r>
              <a:rPr lang="en-US" sz="1200" dirty="0">
                <a:solidFill>
                  <a:schemeClr val="tx1"/>
                </a:solidFill>
                <a:ea typeface="Segoe UI" panose="020B0502040204020203" pitchFamily="34" charset="0"/>
                <a:cs typeface="Segoe UI" panose="020B0502040204020203" pitchFamily="34" charset="0"/>
              </a:rPr>
              <a:t>” tool and see how the text is pushed in one level.</a:t>
            </a:r>
          </a:p>
          <a:p>
            <a:pPr defTabSz="932472" fontAlgn="base">
              <a:spcBef>
                <a:spcPts val="1200"/>
              </a:spcBef>
              <a:spcAft>
                <a:spcPct val="0"/>
              </a:spcAft>
            </a:pPr>
            <a:r>
              <a:rPr lang="en-US" sz="1200" dirty="0">
                <a:solidFill>
                  <a:schemeClr val="tx1"/>
                </a:solidFill>
                <a:ea typeface="Segoe UI" panose="020B0502040204020203" pitchFamily="34" charset="0"/>
                <a:cs typeface="Segoe UI" panose="020B0502040204020203" pitchFamily="34" charset="0"/>
              </a:rPr>
              <a:t>Use these 2 tools to adjust your text levels as you work</a:t>
            </a:r>
          </a:p>
        </p:txBody>
      </p:sp>
    </p:spTree>
    <p:extLst>
      <p:ext uri="{BB962C8B-B14F-4D97-AF65-F5344CB8AC3E}">
        <p14:creationId xmlns:p14="http://schemas.microsoft.com/office/powerpoint/2010/main" val="115558114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Title 46">
            <a:extLst>
              <a:ext uri="{FF2B5EF4-FFF2-40B4-BE49-F238E27FC236}">
                <a16:creationId xmlns:a16="http://schemas.microsoft.com/office/drawing/2014/main" id="{1F301958-DE5F-4AB2-97F9-69B1699A128E}"/>
              </a:ext>
            </a:extLst>
          </p:cNvPr>
          <p:cNvSpPr>
            <a:spLocks noGrp="1"/>
          </p:cNvSpPr>
          <p:nvPr>
            <p:ph type="title"/>
          </p:nvPr>
        </p:nvSpPr>
        <p:spPr/>
        <p:txBody>
          <a:bodyPr/>
          <a:lstStyle/>
          <a:p>
            <a:r>
              <a:rPr lang="en-US" dirty="0"/>
              <a:t>Two text columns with subheads</a:t>
            </a:r>
          </a:p>
        </p:txBody>
      </p:sp>
      <p:sp>
        <p:nvSpPr>
          <p:cNvPr id="6" name="Text Placeholder 5">
            <a:extLst>
              <a:ext uri="{FF2B5EF4-FFF2-40B4-BE49-F238E27FC236}">
                <a16:creationId xmlns:a16="http://schemas.microsoft.com/office/drawing/2014/main" id="{7FADB5E4-83CF-47EF-AC04-3689C7951EBE}"/>
              </a:ext>
            </a:extLst>
          </p:cNvPr>
          <p:cNvSpPr>
            <a:spLocks noGrp="1"/>
          </p:cNvSpPr>
          <p:nvPr>
            <p:ph type="body" sz="quarter" idx="16"/>
          </p:nvPr>
        </p:nvSpPr>
        <p:spPr/>
        <p:txBody>
          <a:bodyPr/>
          <a:lstStyle/>
          <a:p>
            <a:r>
              <a:rPr lang="en-US" dirty="0"/>
              <a:t>Add a subhead here</a:t>
            </a:r>
          </a:p>
        </p:txBody>
      </p:sp>
      <p:sp>
        <p:nvSpPr>
          <p:cNvPr id="4" name="Text Placeholder 3">
            <a:extLst>
              <a:ext uri="{FF2B5EF4-FFF2-40B4-BE49-F238E27FC236}">
                <a16:creationId xmlns:a16="http://schemas.microsoft.com/office/drawing/2014/main" id="{C48A2588-DEEF-4466-B489-C48555FD0A80}"/>
              </a:ext>
            </a:extLst>
          </p:cNvPr>
          <p:cNvSpPr>
            <a:spLocks noGrp="1"/>
          </p:cNvSpPr>
          <p:nvPr>
            <p:ph type="body" sz="quarter" idx="14"/>
          </p:nvPr>
        </p:nvSpPr>
        <p:spPr/>
        <p:txBody>
          <a:bodyPr/>
          <a:lstStyle/>
          <a:p>
            <a:r>
              <a:rPr lang="en-US" dirty="0"/>
              <a:t>This placeholder is designed with bulleted text</a:t>
            </a:r>
          </a:p>
          <a:p>
            <a:r>
              <a:rPr lang="en-US" dirty="0"/>
              <a:t>It’s easy to remove bullets </a:t>
            </a:r>
          </a:p>
          <a:p>
            <a:r>
              <a:rPr lang="en-US" dirty="0"/>
              <a:t>Select the text, then on the Home menu, click the bullet list icon</a:t>
            </a:r>
          </a:p>
        </p:txBody>
      </p:sp>
      <p:sp>
        <p:nvSpPr>
          <p:cNvPr id="12" name="Text Placeholder 11">
            <a:extLst>
              <a:ext uri="{FF2B5EF4-FFF2-40B4-BE49-F238E27FC236}">
                <a16:creationId xmlns:a16="http://schemas.microsoft.com/office/drawing/2014/main" id="{3080DA2C-210D-4425-AD02-4BE53C4F28FA}"/>
              </a:ext>
            </a:extLst>
          </p:cNvPr>
          <p:cNvSpPr>
            <a:spLocks noGrp="1"/>
          </p:cNvSpPr>
          <p:nvPr>
            <p:ph type="body" sz="quarter" idx="17"/>
          </p:nvPr>
        </p:nvSpPr>
        <p:spPr/>
        <p:txBody>
          <a:bodyPr/>
          <a:lstStyle/>
          <a:p>
            <a:r>
              <a:rPr lang="en-US" dirty="0"/>
              <a:t>Add a second subhead here</a:t>
            </a:r>
          </a:p>
        </p:txBody>
      </p:sp>
      <p:sp>
        <p:nvSpPr>
          <p:cNvPr id="5" name="Text Placeholder 4">
            <a:extLst>
              <a:ext uri="{FF2B5EF4-FFF2-40B4-BE49-F238E27FC236}">
                <a16:creationId xmlns:a16="http://schemas.microsoft.com/office/drawing/2014/main" id="{856881EA-0B91-4897-8A3A-ED859EA8E9F5}"/>
              </a:ext>
            </a:extLst>
          </p:cNvPr>
          <p:cNvSpPr>
            <a:spLocks noGrp="1"/>
          </p:cNvSpPr>
          <p:nvPr>
            <p:ph type="body" sz="quarter" idx="15"/>
          </p:nvPr>
        </p:nvSpPr>
        <p:spPr/>
        <p:txBody>
          <a:bodyPr/>
          <a:lstStyle/>
          <a:p>
            <a:r>
              <a:rPr lang="en-US" dirty="0"/>
              <a:t>Keep the top edge of text blocks aligned</a:t>
            </a:r>
          </a:p>
          <a:p>
            <a:r>
              <a:rPr lang="en-US" dirty="0"/>
              <a:t>More text</a:t>
            </a:r>
          </a:p>
          <a:p>
            <a:r>
              <a:rPr lang="en-US" dirty="0"/>
              <a:t>More text</a:t>
            </a:r>
          </a:p>
        </p:txBody>
      </p:sp>
    </p:spTree>
    <p:extLst>
      <p:ext uri="{BB962C8B-B14F-4D97-AF65-F5344CB8AC3E}">
        <p14:creationId xmlns:p14="http://schemas.microsoft.com/office/powerpoint/2010/main" val="4015317989"/>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Title 46">
            <a:extLst>
              <a:ext uri="{FF2B5EF4-FFF2-40B4-BE49-F238E27FC236}">
                <a16:creationId xmlns:a16="http://schemas.microsoft.com/office/drawing/2014/main" id="{1F301958-DE5F-4AB2-97F9-69B1699A128E}"/>
              </a:ext>
            </a:extLst>
          </p:cNvPr>
          <p:cNvSpPr>
            <a:spLocks noGrp="1"/>
          </p:cNvSpPr>
          <p:nvPr>
            <p:ph type="title"/>
          </p:nvPr>
        </p:nvSpPr>
        <p:spPr/>
        <p:txBody>
          <a:bodyPr/>
          <a:lstStyle/>
          <a:p>
            <a:r>
              <a:rPr lang="en-US" dirty="0"/>
              <a:t>Three text columns with subheads</a:t>
            </a:r>
          </a:p>
        </p:txBody>
      </p:sp>
      <p:sp>
        <p:nvSpPr>
          <p:cNvPr id="6" name="Text Placeholder 5">
            <a:extLst>
              <a:ext uri="{FF2B5EF4-FFF2-40B4-BE49-F238E27FC236}">
                <a16:creationId xmlns:a16="http://schemas.microsoft.com/office/drawing/2014/main" id="{7FADB5E4-83CF-47EF-AC04-3689C7951EBE}"/>
              </a:ext>
            </a:extLst>
          </p:cNvPr>
          <p:cNvSpPr>
            <a:spLocks noGrp="1"/>
          </p:cNvSpPr>
          <p:nvPr>
            <p:ph type="body" sz="quarter" idx="16"/>
          </p:nvPr>
        </p:nvSpPr>
        <p:spPr/>
        <p:txBody>
          <a:bodyPr/>
          <a:lstStyle/>
          <a:p>
            <a:r>
              <a:rPr lang="en-US" dirty="0"/>
              <a:t>Space for a two-line subhead here</a:t>
            </a:r>
          </a:p>
        </p:txBody>
      </p:sp>
      <p:sp>
        <p:nvSpPr>
          <p:cNvPr id="4" name="Text Placeholder 3">
            <a:extLst>
              <a:ext uri="{FF2B5EF4-FFF2-40B4-BE49-F238E27FC236}">
                <a16:creationId xmlns:a16="http://schemas.microsoft.com/office/drawing/2014/main" id="{C48A2588-DEEF-4466-B489-C48555FD0A80}"/>
              </a:ext>
            </a:extLst>
          </p:cNvPr>
          <p:cNvSpPr>
            <a:spLocks noGrp="1"/>
          </p:cNvSpPr>
          <p:nvPr>
            <p:ph type="body" sz="quarter" idx="14"/>
          </p:nvPr>
        </p:nvSpPr>
        <p:spPr/>
        <p:txBody>
          <a:bodyPr/>
          <a:lstStyle/>
          <a:p>
            <a:r>
              <a:rPr lang="en-US" dirty="0"/>
              <a:t>This placeholder is designed with bulleted text</a:t>
            </a:r>
          </a:p>
          <a:p>
            <a:r>
              <a:rPr lang="en-US" dirty="0"/>
              <a:t>It’s easy to remove bullets</a:t>
            </a:r>
          </a:p>
          <a:p>
            <a:r>
              <a:rPr lang="en-US" dirty="0"/>
              <a:t>Select the text, then on the Home menu, click the bullet list icon</a:t>
            </a:r>
          </a:p>
        </p:txBody>
      </p:sp>
      <p:sp>
        <p:nvSpPr>
          <p:cNvPr id="7" name="Text Placeholder 6">
            <a:extLst>
              <a:ext uri="{FF2B5EF4-FFF2-40B4-BE49-F238E27FC236}">
                <a16:creationId xmlns:a16="http://schemas.microsoft.com/office/drawing/2014/main" id="{72586467-7936-4E76-9180-189FF966B546}"/>
              </a:ext>
            </a:extLst>
          </p:cNvPr>
          <p:cNvSpPr>
            <a:spLocks noGrp="1"/>
          </p:cNvSpPr>
          <p:nvPr>
            <p:ph type="body" sz="quarter" idx="17"/>
          </p:nvPr>
        </p:nvSpPr>
        <p:spPr/>
        <p:txBody>
          <a:bodyPr/>
          <a:lstStyle/>
          <a:p>
            <a:r>
              <a:rPr lang="en-US" dirty="0"/>
              <a:t>Wrap short </a:t>
            </a:r>
          </a:p>
          <a:p>
            <a:r>
              <a:rPr lang="en-US" dirty="0"/>
              <a:t>subheads</a:t>
            </a:r>
          </a:p>
        </p:txBody>
      </p:sp>
      <p:sp>
        <p:nvSpPr>
          <p:cNvPr id="5" name="Text Placeholder 4">
            <a:extLst>
              <a:ext uri="{FF2B5EF4-FFF2-40B4-BE49-F238E27FC236}">
                <a16:creationId xmlns:a16="http://schemas.microsoft.com/office/drawing/2014/main" id="{856881EA-0B91-4897-8A3A-ED859EA8E9F5}"/>
              </a:ext>
            </a:extLst>
          </p:cNvPr>
          <p:cNvSpPr>
            <a:spLocks noGrp="1"/>
          </p:cNvSpPr>
          <p:nvPr>
            <p:ph type="body" sz="quarter" idx="15"/>
          </p:nvPr>
        </p:nvSpPr>
        <p:spPr/>
        <p:txBody>
          <a:bodyPr/>
          <a:lstStyle/>
          <a:p>
            <a:r>
              <a:rPr lang="en-US" dirty="0"/>
              <a:t>Keep the top edge of text blocks aligned</a:t>
            </a:r>
          </a:p>
          <a:p>
            <a:r>
              <a:rPr lang="en-US" dirty="0"/>
              <a:t>More text</a:t>
            </a:r>
          </a:p>
          <a:p>
            <a:r>
              <a:rPr lang="en-US" dirty="0"/>
              <a:t>More text</a:t>
            </a:r>
          </a:p>
        </p:txBody>
      </p:sp>
      <p:sp>
        <p:nvSpPr>
          <p:cNvPr id="14" name="Text Placeholder 13">
            <a:extLst>
              <a:ext uri="{FF2B5EF4-FFF2-40B4-BE49-F238E27FC236}">
                <a16:creationId xmlns:a16="http://schemas.microsoft.com/office/drawing/2014/main" id="{12F57858-903C-46A9-9906-73E81D0FC7B7}"/>
              </a:ext>
            </a:extLst>
          </p:cNvPr>
          <p:cNvSpPr>
            <a:spLocks noGrp="1"/>
          </p:cNvSpPr>
          <p:nvPr>
            <p:ph type="body" sz="quarter" idx="18"/>
          </p:nvPr>
        </p:nvSpPr>
        <p:spPr/>
        <p:txBody>
          <a:bodyPr/>
          <a:lstStyle/>
          <a:p>
            <a:r>
              <a:rPr lang="en-US" dirty="0"/>
              <a:t>Adjust lower text </a:t>
            </a:r>
            <a:br>
              <a:rPr lang="en-US" dirty="0"/>
            </a:br>
            <a:r>
              <a:rPr lang="en-US" dirty="0"/>
              <a:t>blocks up or down</a:t>
            </a:r>
          </a:p>
        </p:txBody>
      </p:sp>
      <p:sp>
        <p:nvSpPr>
          <p:cNvPr id="15" name="Text Placeholder 14">
            <a:extLst>
              <a:ext uri="{FF2B5EF4-FFF2-40B4-BE49-F238E27FC236}">
                <a16:creationId xmlns:a16="http://schemas.microsoft.com/office/drawing/2014/main" id="{2FF092BA-E74B-41E0-B979-21F5F7022827}"/>
              </a:ext>
            </a:extLst>
          </p:cNvPr>
          <p:cNvSpPr>
            <a:spLocks noGrp="1"/>
          </p:cNvSpPr>
          <p:nvPr>
            <p:ph type="body" sz="quarter" idx="19"/>
          </p:nvPr>
        </p:nvSpPr>
        <p:spPr/>
        <p:txBody>
          <a:bodyPr/>
          <a:lstStyle/>
          <a:p>
            <a:r>
              <a:rPr lang="en-US" dirty="0"/>
              <a:t>Keep the top edge of text blocks aligned</a:t>
            </a:r>
          </a:p>
          <a:p>
            <a:r>
              <a:rPr lang="en-US" dirty="0"/>
              <a:t>More text</a:t>
            </a:r>
          </a:p>
          <a:p>
            <a:r>
              <a:rPr lang="en-US" dirty="0"/>
              <a:t>More text</a:t>
            </a:r>
          </a:p>
        </p:txBody>
      </p:sp>
    </p:spTree>
    <p:extLst>
      <p:ext uri="{BB962C8B-B14F-4D97-AF65-F5344CB8AC3E}">
        <p14:creationId xmlns:p14="http://schemas.microsoft.com/office/powerpoint/2010/main" val="1409802525"/>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Title 46">
            <a:extLst>
              <a:ext uri="{FF2B5EF4-FFF2-40B4-BE49-F238E27FC236}">
                <a16:creationId xmlns:a16="http://schemas.microsoft.com/office/drawing/2014/main" id="{1F301958-DE5F-4AB2-97F9-69B1699A128E}"/>
              </a:ext>
            </a:extLst>
          </p:cNvPr>
          <p:cNvSpPr>
            <a:spLocks noGrp="1"/>
          </p:cNvSpPr>
          <p:nvPr>
            <p:ph type="title"/>
          </p:nvPr>
        </p:nvSpPr>
        <p:spPr/>
        <p:txBody>
          <a:bodyPr/>
          <a:lstStyle/>
          <a:p>
            <a:r>
              <a:rPr lang="en-US" dirty="0"/>
              <a:t>Four text columns with subheads</a:t>
            </a:r>
          </a:p>
        </p:txBody>
      </p:sp>
      <p:sp>
        <p:nvSpPr>
          <p:cNvPr id="6" name="Text Placeholder 5">
            <a:extLst>
              <a:ext uri="{FF2B5EF4-FFF2-40B4-BE49-F238E27FC236}">
                <a16:creationId xmlns:a16="http://schemas.microsoft.com/office/drawing/2014/main" id="{7FADB5E4-83CF-47EF-AC04-3689C7951EBE}"/>
              </a:ext>
            </a:extLst>
          </p:cNvPr>
          <p:cNvSpPr>
            <a:spLocks noGrp="1"/>
          </p:cNvSpPr>
          <p:nvPr>
            <p:ph type="body" sz="quarter" idx="16"/>
          </p:nvPr>
        </p:nvSpPr>
        <p:spPr/>
        <p:txBody>
          <a:bodyPr/>
          <a:lstStyle/>
          <a:p>
            <a:r>
              <a:rPr lang="en-US" dirty="0"/>
              <a:t>Space for a two-line subhead here</a:t>
            </a:r>
          </a:p>
        </p:txBody>
      </p:sp>
      <p:sp>
        <p:nvSpPr>
          <p:cNvPr id="4" name="Text Placeholder 3">
            <a:extLst>
              <a:ext uri="{FF2B5EF4-FFF2-40B4-BE49-F238E27FC236}">
                <a16:creationId xmlns:a16="http://schemas.microsoft.com/office/drawing/2014/main" id="{C48A2588-DEEF-4466-B489-C48555FD0A80}"/>
              </a:ext>
            </a:extLst>
          </p:cNvPr>
          <p:cNvSpPr>
            <a:spLocks noGrp="1"/>
          </p:cNvSpPr>
          <p:nvPr>
            <p:ph type="body" sz="quarter" idx="14"/>
          </p:nvPr>
        </p:nvSpPr>
        <p:spPr/>
        <p:txBody>
          <a:bodyPr/>
          <a:lstStyle/>
          <a:p>
            <a:r>
              <a:rPr lang="en-US" dirty="0"/>
              <a:t>This placeholder is designed with bulleted text</a:t>
            </a:r>
          </a:p>
          <a:p>
            <a:r>
              <a:rPr lang="en-US" dirty="0"/>
              <a:t>It’s easy to remove bullets</a:t>
            </a:r>
          </a:p>
          <a:p>
            <a:r>
              <a:rPr lang="en-US" dirty="0"/>
              <a:t>Select the text, then on the Home menu, click the bullet list icon</a:t>
            </a:r>
          </a:p>
        </p:txBody>
      </p:sp>
      <p:sp>
        <p:nvSpPr>
          <p:cNvPr id="7" name="Text Placeholder 6">
            <a:extLst>
              <a:ext uri="{FF2B5EF4-FFF2-40B4-BE49-F238E27FC236}">
                <a16:creationId xmlns:a16="http://schemas.microsoft.com/office/drawing/2014/main" id="{72586467-7936-4E76-9180-189FF966B546}"/>
              </a:ext>
            </a:extLst>
          </p:cNvPr>
          <p:cNvSpPr>
            <a:spLocks noGrp="1"/>
          </p:cNvSpPr>
          <p:nvPr>
            <p:ph type="body" sz="quarter" idx="17"/>
          </p:nvPr>
        </p:nvSpPr>
        <p:spPr/>
        <p:txBody>
          <a:bodyPr/>
          <a:lstStyle/>
          <a:p>
            <a:r>
              <a:rPr lang="en-US" dirty="0"/>
              <a:t>Wrap short </a:t>
            </a:r>
          </a:p>
          <a:p>
            <a:r>
              <a:rPr lang="en-US" dirty="0"/>
              <a:t>subheads</a:t>
            </a:r>
          </a:p>
        </p:txBody>
      </p:sp>
      <p:sp>
        <p:nvSpPr>
          <p:cNvPr id="5" name="Text Placeholder 4">
            <a:extLst>
              <a:ext uri="{FF2B5EF4-FFF2-40B4-BE49-F238E27FC236}">
                <a16:creationId xmlns:a16="http://schemas.microsoft.com/office/drawing/2014/main" id="{856881EA-0B91-4897-8A3A-ED859EA8E9F5}"/>
              </a:ext>
            </a:extLst>
          </p:cNvPr>
          <p:cNvSpPr>
            <a:spLocks noGrp="1"/>
          </p:cNvSpPr>
          <p:nvPr>
            <p:ph type="body" sz="quarter" idx="15"/>
          </p:nvPr>
        </p:nvSpPr>
        <p:spPr/>
        <p:txBody>
          <a:bodyPr/>
          <a:lstStyle/>
          <a:p>
            <a:r>
              <a:rPr lang="en-US" dirty="0"/>
              <a:t>Keep the top edge of text blocks aligned</a:t>
            </a:r>
          </a:p>
          <a:p>
            <a:r>
              <a:rPr lang="en-US" dirty="0"/>
              <a:t>More text</a:t>
            </a:r>
          </a:p>
          <a:p>
            <a:r>
              <a:rPr lang="en-US" dirty="0"/>
              <a:t>More text</a:t>
            </a:r>
          </a:p>
        </p:txBody>
      </p:sp>
      <p:sp>
        <p:nvSpPr>
          <p:cNvPr id="14" name="Text Placeholder 13">
            <a:extLst>
              <a:ext uri="{FF2B5EF4-FFF2-40B4-BE49-F238E27FC236}">
                <a16:creationId xmlns:a16="http://schemas.microsoft.com/office/drawing/2014/main" id="{12F57858-903C-46A9-9906-73E81D0FC7B7}"/>
              </a:ext>
            </a:extLst>
          </p:cNvPr>
          <p:cNvSpPr>
            <a:spLocks noGrp="1"/>
          </p:cNvSpPr>
          <p:nvPr>
            <p:ph type="body" sz="quarter" idx="18"/>
          </p:nvPr>
        </p:nvSpPr>
        <p:spPr/>
        <p:txBody>
          <a:bodyPr/>
          <a:lstStyle/>
          <a:p>
            <a:r>
              <a:rPr lang="en-US" dirty="0"/>
              <a:t>Consistent line </a:t>
            </a:r>
            <a:br>
              <a:rPr lang="en-US" dirty="0"/>
            </a:br>
            <a:r>
              <a:rPr lang="en-US" dirty="0"/>
              <a:t>wraps look better</a:t>
            </a:r>
          </a:p>
        </p:txBody>
      </p:sp>
      <p:sp>
        <p:nvSpPr>
          <p:cNvPr id="15" name="Text Placeholder 14">
            <a:extLst>
              <a:ext uri="{FF2B5EF4-FFF2-40B4-BE49-F238E27FC236}">
                <a16:creationId xmlns:a16="http://schemas.microsoft.com/office/drawing/2014/main" id="{2FF092BA-E74B-41E0-B979-21F5F7022827}"/>
              </a:ext>
            </a:extLst>
          </p:cNvPr>
          <p:cNvSpPr>
            <a:spLocks noGrp="1"/>
          </p:cNvSpPr>
          <p:nvPr>
            <p:ph type="body" sz="quarter" idx="19"/>
          </p:nvPr>
        </p:nvSpPr>
        <p:spPr/>
        <p:txBody>
          <a:bodyPr/>
          <a:lstStyle/>
          <a:p>
            <a:r>
              <a:rPr lang="en-US" dirty="0"/>
              <a:t>Keep the top edge of text blocks aligned</a:t>
            </a:r>
          </a:p>
          <a:p>
            <a:r>
              <a:rPr lang="en-US" dirty="0"/>
              <a:t>More text</a:t>
            </a:r>
          </a:p>
          <a:p>
            <a:r>
              <a:rPr lang="en-US" dirty="0"/>
              <a:t>More text</a:t>
            </a:r>
          </a:p>
        </p:txBody>
      </p:sp>
      <p:sp>
        <p:nvSpPr>
          <p:cNvPr id="16" name="Text Placeholder 15">
            <a:extLst>
              <a:ext uri="{FF2B5EF4-FFF2-40B4-BE49-F238E27FC236}">
                <a16:creationId xmlns:a16="http://schemas.microsoft.com/office/drawing/2014/main" id="{3BD63C8E-5E9F-481E-B5AB-59481AA4EE2D}"/>
              </a:ext>
            </a:extLst>
          </p:cNvPr>
          <p:cNvSpPr>
            <a:spLocks noGrp="1"/>
          </p:cNvSpPr>
          <p:nvPr>
            <p:ph type="body" sz="quarter" idx="20"/>
          </p:nvPr>
        </p:nvSpPr>
        <p:spPr/>
        <p:txBody>
          <a:bodyPr/>
          <a:lstStyle/>
          <a:p>
            <a:r>
              <a:rPr lang="en-US" dirty="0"/>
              <a:t>Adjust lower text up or down as needed</a:t>
            </a:r>
          </a:p>
        </p:txBody>
      </p:sp>
      <p:sp>
        <p:nvSpPr>
          <p:cNvPr id="17" name="Text Placeholder 16">
            <a:extLst>
              <a:ext uri="{FF2B5EF4-FFF2-40B4-BE49-F238E27FC236}">
                <a16:creationId xmlns:a16="http://schemas.microsoft.com/office/drawing/2014/main" id="{3D3596B4-05D2-428D-BC8E-D18CB32B42AF}"/>
              </a:ext>
            </a:extLst>
          </p:cNvPr>
          <p:cNvSpPr>
            <a:spLocks noGrp="1"/>
          </p:cNvSpPr>
          <p:nvPr>
            <p:ph type="body" sz="quarter" idx="21"/>
          </p:nvPr>
        </p:nvSpPr>
        <p:spPr/>
        <p:txBody>
          <a:bodyPr/>
          <a:lstStyle/>
          <a:p>
            <a:r>
              <a:rPr lang="en-US" dirty="0"/>
              <a:t>Keep the top edge of text blocks aligned</a:t>
            </a:r>
          </a:p>
          <a:p>
            <a:r>
              <a:rPr lang="en-US" dirty="0"/>
              <a:t>More text</a:t>
            </a:r>
          </a:p>
          <a:p>
            <a:r>
              <a:rPr lang="en-US" dirty="0"/>
              <a:t>More text</a:t>
            </a:r>
          </a:p>
        </p:txBody>
      </p:sp>
    </p:spTree>
    <p:extLst>
      <p:ext uri="{BB962C8B-B14F-4D97-AF65-F5344CB8AC3E}">
        <p14:creationId xmlns:p14="http://schemas.microsoft.com/office/powerpoint/2010/main" val="128951492"/>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D18A1E48-C74E-4B7C-95F4-2342DAC963A9}"/>
              </a:ext>
            </a:extLst>
          </p:cNvPr>
          <p:cNvSpPr>
            <a:spLocks noGrp="1"/>
          </p:cNvSpPr>
          <p:nvPr>
            <p:ph type="title"/>
          </p:nvPr>
        </p:nvSpPr>
        <p:spPr/>
        <p:txBody>
          <a:bodyPr/>
          <a:lstStyle/>
          <a:p>
            <a:r>
              <a:rPr lang="en-US" dirty="0"/>
              <a:t>Title square photo layout</a:t>
            </a:r>
          </a:p>
        </p:txBody>
      </p:sp>
      <p:sp>
        <p:nvSpPr>
          <p:cNvPr id="3" name="Text Placeholder 2">
            <a:extLst>
              <a:ext uri="{FF2B5EF4-FFF2-40B4-BE49-F238E27FC236}">
                <a16:creationId xmlns:a16="http://schemas.microsoft.com/office/drawing/2014/main" id="{EB03E4EA-274B-4BE4-9A52-00B5B2697A08}"/>
              </a:ext>
            </a:extLst>
          </p:cNvPr>
          <p:cNvSpPr>
            <a:spLocks noGrp="1"/>
          </p:cNvSpPr>
          <p:nvPr>
            <p:ph type="body" sz="quarter" idx="10"/>
          </p:nvPr>
        </p:nvSpPr>
        <p:spPr/>
        <p:txBody>
          <a:bodyPr/>
          <a:lstStyle/>
          <a:p>
            <a:r>
              <a:rPr lang="en-US" dirty="0"/>
              <a:t>Smaller text</a:t>
            </a:r>
          </a:p>
        </p:txBody>
      </p:sp>
      <p:sp>
        <p:nvSpPr>
          <p:cNvPr id="2" name="Picture Placeholder 1" descr="This photo is a 'placeholder' only. Drag or drop your photo here, or click and tap the center to insert a photo.">
            <a:extLst>
              <a:ext uri="{FF2B5EF4-FFF2-40B4-BE49-F238E27FC236}">
                <a16:creationId xmlns:a16="http://schemas.microsoft.com/office/drawing/2014/main" id="{9042C4C4-8D1E-EF33-29CA-CF0A437AFF33}"/>
              </a:ext>
            </a:extLst>
          </p:cNvPr>
          <p:cNvSpPr>
            <a:spLocks noGrp="1"/>
          </p:cNvSpPr>
          <p:nvPr>
            <p:ph type="pic" sz="quarter" idx="11"/>
          </p:nvPr>
        </p:nvSpPr>
        <p:spPr/>
        <p:txBody>
          <a:bodyPr/>
          <a:lstStyle/>
          <a:p>
            <a:endParaRPr lang="en-US"/>
          </a:p>
        </p:txBody>
      </p:sp>
    </p:spTree>
    <p:extLst>
      <p:ext uri="{BB962C8B-B14F-4D97-AF65-F5344CB8AC3E}">
        <p14:creationId xmlns:p14="http://schemas.microsoft.com/office/powerpoint/2010/main" val="264642311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D18A1E48-C74E-4B7C-95F4-2342DAC963A9}"/>
              </a:ext>
            </a:extLst>
          </p:cNvPr>
          <p:cNvSpPr>
            <a:spLocks noGrp="1"/>
          </p:cNvSpPr>
          <p:nvPr>
            <p:ph type="title"/>
          </p:nvPr>
        </p:nvSpPr>
        <p:spPr/>
        <p:txBody>
          <a:bodyPr/>
          <a:lstStyle/>
          <a:p>
            <a:r>
              <a:rPr lang="en-US" dirty="0"/>
              <a:t>Square photo layout </a:t>
            </a:r>
          </a:p>
        </p:txBody>
      </p:sp>
      <p:sp>
        <p:nvSpPr>
          <p:cNvPr id="3" name="Picture Placeholder 2" descr="This photo is a 'placeholder' only. Drag or drop your photo here, or click and tap the center to insert a photo.">
            <a:extLst>
              <a:ext uri="{FF2B5EF4-FFF2-40B4-BE49-F238E27FC236}">
                <a16:creationId xmlns:a16="http://schemas.microsoft.com/office/drawing/2014/main" id="{67586AFA-AA9D-7A4B-6275-3736A69BBDE3}"/>
              </a:ext>
            </a:extLst>
          </p:cNvPr>
          <p:cNvSpPr>
            <a:spLocks noGrp="1"/>
          </p:cNvSpPr>
          <p:nvPr>
            <p:ph type="pic" sz="quarter" idx="11"/>
          </p:nvPr>
        </p:nvSpPr>
        <p:spPr/>
        <p:txBody>
          <a:bodyPr/>
          <a:lstStyle/>
          <a:p>
            <a:endParaRPr lang="en-US"/>
          </a:p>
        </p:txBody>
      </p:sp>
    </p:spTree>
    <p:extLst>
      <p:ext uri="{BB962C8B-B14F-4D97-AF65-F5344CB8AC3E}">
        <p14:creationId xmlns:p14="http://schemas.microsoft.com/office/powerpoint/2010/main" val="52074247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D18A1E48-C74E-4B7C-95F4-2342DAC963A9}"/>
              </a:ext>
            </a:extLst>
          </p:cNvPr>
          <p:cNvSpPr>
            <a:spLocks noGrp="1"/>
          </p:cNvSpPr>
          <p:nvPr>
            <p:ph type="title"/>
          </p:nvPr>
        </p:nvSpPr>
        <p:spPr/>
        <p:txBody>
          <a:bodyPr/>
          <a:lstStyle/>
          <a:p>
            <a:r>
              <a:rPr lang="en-US" dirty="0"/>
              <a:t>Two photos side-by-side layout</a:t>
            </a:r>
          </a:p>
        </p:txBody>
      </p:sp>
      <p:sp>
        <p:nvSpPr>
          <p:cNvPr id="4" name="Text Placeholder 3">
            <a:extLst>
              <a:ext uri="{FF2B5EF4-FFF2-40B4-BE49-F238E27FC236}">
                <a16:creationId xmlns:a16="http://schemas.microsoft.com/office/drawing/2014/main" id="{DBFED5CB-0F60-480C-8DFA-C6BECBE03F8D}"/>
              </a:ext>
            </a:extLst>
          </p:cNvPr>
          <p:cNvSpPr>
            <a:spLocks noGrp="1"/>
          </p:cNvSpPr>
          <p:nvPr>
            <p:ph type="body" sz="quarter" idx="16"/>
          </p:nvPr>
        </p:nvSpPr>
        <p:spPr/>
        <p:txBody>
          <a:bodyPr/>
          <a:lstStyle/>
          <a:p>
            <a:r>
              <a:rPr lang="en-US" dirty="0"/>
              <a:t>Click </a:t>
            </a:r>
            <a:r>
              <a:rPr lang="en-US" dirty="0">
                <a:solidFill>
                  <a:schemeClr val="accent1"/>
                </a:solidFill>
              </a:rPr>
              <a:t>Home &gt; Layout </a:t>
            </a:r>
            <a:r>
              <a:rPr lang="en-US" dirty="0"/>
              <a:t>to find more photo layouts</a:t>
            </a:r>
          </a:p>
        </p:txBody>
      </p:sp>
      <p:sp>
        <p:nvSpPr>
          <p:cNvPr id="2" name="Picture Placeholder 1" descr="This photo is a 'placeholder' only. Drag or drop your photo here, or click and tap the center to insert a photo.">
            <a:extLst>
              <a:ext uri="{FF2B5EF4-FFF2-40B4-BE49-F238E27FC236}">
                <a16:creationId xmlns:a16="http://schemas.microsoft.com/office/drawing/2014/main" id="{5F3E2F6D-53D9-3CC5-AE5D-D9BC8FC2D6B5}"/>
              </a:ext>
            </a:extLst>
          </p:cNvPr>
          <p:cNvSpPr>
            <a:spLocks noGrp="1"/>
          </p:cNvSpPr>
          <p:nvPr>
            <p:ph type="pic" sz="quarter" idx="13"/>
          </p:nvPr>
        </p:nvSpPr>
        <p:spPr/>
        <p:txBody>
          <a:bodyPr/>
          <a:lstStyle/>
          <a:p>
            <a:endParaRPr lang="en-US"/>
          </a:p>
        </p:txBody>
      </p:sp>
      <p:sp>
        <p:nvSpPr>
          <p:cNvPr id="6" name="Text Placeholder 5">
            <a:extLst>
              <a:ext uri="{FF2B5EF4-FFF2-40B4-BE49-F238E27FC236}">
                <a16:creationId xmlns:a16="http://schemas.microsoft.com/office/drawing/2014/main" id="{1B0E91F6-F618-4448-89FB-05078231BEA7}"/>
              </a:ext>
            </a:extLst>
          </p:cNvPr>
          <p:cNvSpPr>
            <a:spLocks noGrp="1"/>
          </p:cNvSpPr>
          <p:nvPr>
            <p:ph type="body" sz="quarter" idx="18"/>
          </p:nvPr>
        </p:nvSpPr>
        <p:spPr/>
        <p:txBody>
          <a:bodyPr/>
          <a:lstStyle/>
          <a:p>
            <a:r>
              <a:rPr lang="en-US" dirty="0"/>
              <a:t>Text placeholder</a:t>
            </a:r>
          </a:p>
        </p:txBody>
      </p:sp>
      <p:sp>
        <p:nvSpPr>
          <p:cNvPr id="3" name="Picture Placeholder 2" descr="This photo is a 'placeholder' only. Drag or drop your photo here, or click and tap the center to insert a photo.">
            <a:extLst>
              <a:ext uri="{FF2B5EF4-FFF2-40B4-BE49-F238E27FC236}">
                <a16:creationId xmlns:a16="http://schemas.microsoft.com/office/drawing/2014/main" id="{EA2047D3-091A-81C7-DAB1-71A036A7991F}"/>
              </a:ext>
            </a:extLst>
          </p:cNvPr>
          <p:cNvSpPr>
            <a:spLocks noGrp="1"/>
          </p:cNvSpPr>
          <p:nvPr>
            <p:ph type="pic" sz="quarter" idx="15"/>
          </p:nvPr>
        </p:nvSpPr>
        <p:spPr/>
        <p:txBody>
          <a:bodyPr/>
          <a:lstStyle/>
          <a:p>
            <a:endParaRPr lang="en-US"/>
          </a:p>
        </p:txBody>
      </p:sp>
    </p:spTree>
    <p:extLst>
      <p:ext uri="{BB962C8B-B14F-4D97-AF65-F5344CB8AC3E}">
        <p14:creationId xmlns:p14="http://schemas.microsoft.com/office/powerpoint/2010/main" val="999596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BB51B6F-A6B6-4C5C-87D8-20DB1C857613}"/>
              </a:ext>
            </a:extLst>
          </p:cNvPr>
          <p:cNvSpPr>
            <a:spLocks noGrp="1"/>
          </p:cNvSpPr>
          <p:nvPr>
            <p:ph type="title"/>
          </p:nvPr>
        </p:nvSpPr>
        <p:spPr/>
        <p:txBody>
          <a:bodyPr/>
          <a:lstStyle/>
          <a:p>
            <a:r>
              <a:rPr lang="en-US" dirty="0"/>
              <a:t>Three photos layout</a:t>
            </a:r>
          </a:p>
        </p:txBody>
      </p:sp>
      <p:sp>
        <p:nvSpPr>
          <p:cNvPr id="11" name="Text Placeholder 10">
            <a:extLst>
              <a:ext uri="{FF2B5EF4-FFF2-40B4-BE49-F238E27FC236}">
                <a16:creationId xmlns:a16="http://schemas.microsoft.com/office/drawing/2014/main" id="{0CF24D87-8BE8-48F5-A782-AABCF1702CF5}"/>
              </a:ext>
            </a:extLst>
          </p:cNvPr>
          <p:cNvSpPr>
            <a:spLocks noGrp="1"/>
          </p:cNvSpPr>
          <p:nvPr>
            <p:ph type="body" sz="quarter" idx="16"/>
          </p:nvPr>
        </p:nvSpPr>
        <p:spPr/>
        <p:txBody>
          <a:bodyPr/>
          <a:lstStyle/>
          <a:p>
            <a:r>
              <a:rPr lang="en-US" sz="1800" dirty="0"/>
              <a:t>Click </a:t>
            </a:r>
            <a:r>
              <a:rPr lang="en-US" sz="1800" dirty="0">
                <a:solidFill>
                  <a:schemeClr val="accent1"/>
                </a:solidFill>
              </a:rPr>
              <a:t>Home &gt; Layout </a:t>
            </a:r>
            <a:r>
              <a:rPr lang="en-US" sz="1800" dirty="0"/>
              <a:t>to find more photo layouts</a:t>
            </a:r>
            <a:endParaRPr lang="en-US" dirty="0"/>
          </a:p>
        </p:txBody>
      </p:sp>
      <p:sp>
        <p:nvSpPr>
          <p:cNvPr id="2" name="Picture Placeholder 1" descr="This photo is a 'placeholder' only. Drag or drop your photo here, or click and tap the center to insert a photo.">
            <a:extLst>
              <a:ext uri="{FF2B5EF4-FFF2-40B4-BE49-F238E27FC236}">
                <a16:creationId xmlns:a16="http://schemas.microsoft.com/office/drawing/2014/main" id="{09F8404B-E446-09F5-2824-0D5623A06133}"/>
              </a:ext>
            </a:extLst>
          </p:cNvPr>
          <p:cNvSpPr>
            <a:spLocks noGrp="1"/>
          </p:cNvSpPr>
          <p:nvPr>
            <p:ph type="pic" sz="quarter" idx="13"/>
          </p:nvPr>
        </p:nvSpPr>
        <p:spPr/>
        <p:txBody>
          <a:bodyPr/>
          <a:lstStyle/>
          <a:p>
            <a:endParaRPr lang="en-US"/>
          </a:p>
        </p:txBody>
      </p:sp>
      <p:sp>
        <p:nvSpPr>
          <p:cNvPr id="12" name="Text Placeholder 11">
            <a:extLst>
              <a:ext uri="{FF2B5EF4-FFF2-40B4-BE49-F238E27FC236}">
                <a16:creationId xmlns:a16="http://schemas.microsoft.com/office/drawing/2014/main" id="{42466CB0-8E3A-4B11-BE5B-DB09D902EB09}"/>
              </a:ext>
            </a:extLst>
          </p:cNvPr>
          <p:cNvSpPr>
            <a:spLocks noGrp="1"/>
          </p:cNvSpPr>
          <p:nvPr>
            <p:ph type="body" sz="quarter" idx="17"/>
          </p:nvPr>
        </p:nvSpPr>
        <p:spPr/>
        <p:txBody>
          <a:bodyPr/>
          <a:lstStyle/>
          <a:p>
            <a:r>
              <a:rPr lang="en-US" dirty="0"/>
              <a:t>Text placeholder</a:t>
            </a:r>
          </a:p>
        </p:txBody>
      </p:sp>
      <p:sp>
        <p:nvSpPr>
          <p:cNvPr id="3" name="Picture Placeholder 2" descr="This photo is a 'placeholder' only. Drag or drop your photo here, or click and tap the center to insert a photo.">
            <a:extLst>
              <a:ext uri="{FF2B5EF4-FFF2-40B4-BE49-F238E27FC236}">
                <a16:creationId xmlns:a16="http://schemas.microsoft.com/office/drawing/2014/main" id="{D45744D8-35EC-8E51-F84C-C2621B9714BA}"/>
              </a:ext>
            </a:extLst>
          </p:cNvPr>
          <p:cNvSpPr>
            <a:spLocks noGrp="1"/>
          </p:cNvSpPr>
          <p:nvPr>
            <p:ph type="pic" sz="quarter" idx="14"/>
          </p:nvPr>
        </p:nvSpPr>
        <p:spPr/>
        <p:txBody>
          <a:bodyPr/>
          <a:lstStyle/>
          <a:p>
            <a:endParaRPr lang="en-US"/>
          </a:p>
        </p:txBody>
      </p:sp>
      <p:sp>
        <p:nvSpPr>
          <p:cNvPr id="13" name="Text Placeholder 12">
            <a:extLst>
              <a:ext uri="{FF2B5EF4-FFF2-40B4-BE49-F238E27FC236}">
                <a16:creationId xmlns:a16="http://schemas.microsoft.com/office/drawing/2014/main" id="{062B81A3-15C0-4615-9103-E530FFE58E9B}"/>
              </a:ext>
            </a:extLst>
          </p:cNvPr>
          <p:cNvSpPr>
            <a:spLocks noGrp="1"/>
          </p:cNvSpPr>
          <p:nvPr>
            <p:ph type="body" sz="quarter" idx="18"/>
          </p:nvPr>
        </p:nvSpPr>
        <p:spPr/>
        <p:txBody>
          <a:bodyPr/>
          <a:lstStyle/>
          <a:p>
            <a:r>
              <a:rPr lang="en-US" dirty="0"/>
              <a:t>Text placeholder</a:t>
            </a:r>
          </a:p>
        </p:txBody>
      </p:sp>
      <p:sp>
        <p:nvSpPr>
          <p:cNvPr id="4" name="Picture Placeholder 3" descr="This photo is a 'placeholder' only. Drag or drop your photo here, or click and tap the center to insert a photo.">
            <a:extLst>
              <a:ext uri="{FF2B5EF4-FFF2-40B4-BE49-F238E27FC236}">
                <a16:creationId xmlns:a16="http://schemas.microsoft.com/office/drawing/2014/main" id="{B5B9A708-41B4-AC3E-5E60-103215449E98}"/>
              </a:ext>
            </a:extLst>
          </p:cNvPr>
          <p:cNvSpPr>
            <a:spLocks noGrp="1"/>
          </p:cNvSpPr>
          <p:nvPr>
            <p:ph type="pic" sz="quarter" idx="15"/>
          </p:nvPr>
        </p:nvSpPr>
        <p:spPr/>
        <p:txBody>
          <a:bodyPr/>
          <a:lstStyle/>
          <a:p>
            <a:endParaRPr lang="en-US"/>
          </a:p>
        </p:txBody>
      </p:sp>
    </p:spTree>
    <p:extLst>
      <p:ext uri="{BB962C8B-B14F-4D97-AF65-F5344CB8AC3E}">
        <p14:creationId xmlns:p14="http://schemas.microsoft.com/office/powerpoint/2010/main" val="362669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A4E6FC63-1669-41F3-A9A6-39B6FB141690}"/>
              </a:ext>
            </a:extLst>
          </p:cNvPr>
          <p:cNvSpPr>
            <a:spLocks noGrp="1"/>
          </p:cNvSpPr>
          <p:nvPr>
            <p:ph type="title"/>
          </p:nvPr>
        </p:nvSpPr>
        <p:spPr/>
        <p:txBody>
          <a:bodyPr/>
          <a:lstStyle/>
          <a:p>
            <a:r>
              <a:rPr lang="en-US" dirty="0"/>
              <a:t>Four photos layout</a:t>
            </a:r>
          </a:p>
        </p:txBody>
      </p:sp>
      <p:sp>
        <p:nvSpPr>
          <p:cNvPr id="11" name="Text Placeholder 10">
            <a:extLst>
              <a:ext uri="{FF2B5EF4-FFF2-40B4-BE49-F238E27FC236}">
                <a16:creationId xmlns:a16="http://schemas.microsoft.com/office/drawing/2014/main" id="{A209D23C-50F2-48D6-BAA7-3B9D6572CD44}"/>
              </a:ext>
            </a:extLst>
          </p:cNvPr>
          <p:cNvSpPr>
            <a:spLocks noGrp="1"/>
          </p:cNvSpPr>
          <p:nvPr>
            <p:ph type="body" sz="quarter" idx="16"/>
          </p:nvPr>
        </p:nvSpPr>
        <p:spPr/>
        <p:txBody>
          <a:bodyPr/>
          <a:lstStyle/>
          <a:p>
            <a:r>
              <a:rPr lang="en-US" dirty="0"/>
              <a:t>Click </a:t>
            </a:r>
            <a:r>
              <a:rPr lang="en-US" dirty="0">
                <a:solidFill>
                  <a:schemeClr val="accent1"/>
                </a:solidFill>
              </a:rPr>
              <a:t>Home &gt; Layout </a:t>
            </a:r>
            <a:r>
              <a:rPr lang="en-US" dirty="0"/>
              <a:t>to find more photo layouts</a:t>
            </a:r>
          </a:p>
        </p:txBody>
      </p:sp>
      <p:sp>
        <p:nvSpPr>
          <p:cNvPr id="2" name="Picture Placeholder 1" descr="This photo is a 'placeholder' only. Drag or drop your photo here, or click and tap the center to insert a photo.">
            <a:extLst>
              <a:ext uri="{FF2B5EF4-FFF2-40B4-BE49-F238E27FC236}">
                <a16:creationId xmlns:a16="http://schemas.microsoft.com/office/drawing/2014/main" id="{A07BEB6D-C445-BF2C-0479-AB16588CE9AB}"/>
              </a:ext>
            </a:extLst>
          </p:cNvPr>
          <p:cNvSpPr>
            <a:spLocks noGrp="1"/>
          </p:cNvSpPr>
          <p:nvPr>
            <p:ph type="pic" sz="quarter" idx="13"/>
          </p:nvPr>
        </p:nvSpPr>
        <p:spPr/>
        <p:txBody>
          <a:bodyPr/>
          <a:lstStyle/>
          <a:p>
            <a:endParaRPr lang="en-US"/>
          </a:p>
        </p:txBody>
      </p:sp>
      <p:sp>
        <p:nvSpPr>
          <p:cNvPr id="12" name="Text Placeholder 11">
            <a:extLst>
              <a:ext uri="{FF2B5EF4-FFF2-40B4-BE49-F238E27FC236}">
                <a16:creationId xmlns:a16="http://schemas.microsoft.com/office/drawing/2014/main" id="{92F542C4-C40B-41ED-B136-472CCC2DF00E}"/>
              </a:ext>
            </a:extLst>
          </p:cNvPr>
          <p:cNvSpPr>
            <a:spLocks noGrp="1"/>
          </p:cNvSpPr>
          <p:nvPr>
            <p:ph type="body" sz="quarter" idx="17"/>
          </p:nvPr>
        </p:nvSpPr>
        <p:spPr/>
        <p:txBody>
          <a:bodyPr/>
          <a:lstStyle/>
          <a:p>
            <a:r>
              <a:rPr lang="en-US" dirty="0"/>
              <a:t>Text placeholder</a:t>
            </a:r>
          </a:p>
        </p:txBody>
      </p:sp>
      <p:sp>
        <p:nvSpPr>
          <p:cNvPr id="3" name="Picture Placeholder 2" descr="This photo is a 'placeholder' only. Drag or drop your photo here, or click and tap the center to insert a photo.">
            <a:extLst>
              <a:ext uri="{FF2B5EF4-FFF2-40B4-BE49-F238E27FC236}">
                <a16:creationId xmlns:a16="http://schemas.microsoft.com/office/drawing/2014/main" id="{308F22A7-4CB4-3991-5C54-F6EA46AE3F73}"/>
              </a:ext>
            </a:extLst>
          </p:cNvPr>
          <p:cNvSpPr>
            <a:spLocks noGrp="1"/>
          </p:cNvSpPr>
          <p:nvPr>
            <p:ph type="pic" sz="quarter" idx="14"/>
          </p:nvPr>
        </p:nvSpPr>
        <p:spPr/>
        <p:txBody>
          <a:bodyPr/>
          <a:lstStyle/>
          <a:p>
            <a:endParaRPr lang="en-US"/>
          </a:p>
        </p:txBody>
      </p:sp>
      <p:sp>
        <p:nvSpPr>
          <p:cNvPr id="13" name="Text Placeholder 12">
            <a:extLst>
              <a:ext uri="{FF2B5EF4-FFF2-40B4-BE49-F238E27FC236}">
                <a16:creationId xmlns:a16="http://schemas.microsoft.com/office/drawing/2014/main" id="{B43BB8B0-C02C-44E6-A828-FE52984E9278}"/>
              </a:ext>
            </a:extLst>
          </p:cNvPr>
          <p:cNvSpPr>
            <a:spLocks noGrp="1"/>
          </p:cNvSpPr>
          <p:nvPr>
            <p:ph type="body" sz="quarter" idx="18"/>
          </p:nvPr>
        </p:nvSpPr>
        <p:spPr/>
        <p:txBody>
          <a:bodyPr/>
          <a:lstStyle/>
          <a:p>
            <a:r>
              <a:rPr lang="en-US" dirty="0"/>
              <a:t>Text placeholder</a:t>
            </a:r>
          </a:p>
        </p:txBody>
      </p:sp>
      <p:sp>
        <p:nvSpPr>
          <p:cNvPr id="4" name="Picture Placeholder 3" descr="This photo is a 'placeholder' only. Drag or drop your photo here, or click and tap the center to insert a photo.">
            <a:extLst>
              <a:ext uri="{FF2B5EF4-FFF2-40B4-BE49-F238E27FC236}">
                <a16:creationId xmlns:a16="http://schemas.microsoft.com/office/drawing/2014/main" id="{1FE91BE2-52B8-86A4-B290-DA85BED59433}"/>
              </a:ext>
            </a:extLst>
          </p:cNvPr>
          <p:cNvSpPr>
            <a:spLocks noGrp="1"/>
          </p:cNvSpPr>
          <p:nvPr>
            <p:ph type="pic" sz="quarter" idx="15"/>
          </p:nvPr>
        </p:nvSpPr>
        <p:spPr/>
        <p:txBody>
          <a:bodyPr/>
          <a:lstStyle/>
          <a:p>
            <a:endParaRPr lang="en-US"/>
          </a:p>
        </p:txBody>
      </p:sp>
      <p:sp>
        <p:nvSpPr>
          <p:cNvPr id="15" name="Text Placeholder 14">
            <a:extLst>
              <a:ext uri="{FF2B5EF4-FFF2-40B4-BE49-F238E27FC236}">
                <a16:creationId xmlns:a16="http://schemas.microsoft.com/office/drawing/2014/main" id="{4A98B624-6FA8-4859-B87B-A01D7E95DB26}"/>
              </a:ext>
            </a:extLst>
          </p:cNvPr>
          <p:cNvSpPr>
            <a:spLocks noGrp="1"/>
          </p:cNvSpPr>
          <p:nvPr>
            <p:ph type="body" sz="quarter" idx="20"/>
          </p:nvPr>
        </p:nvSpPr>
        <p:spPr/>
        <p:txBody>
          <a:bodyPr/>
          <a:lstStyle/>
          <a:p>
            <a:r>
              <a:rPr lang="en-US" dirty="0"/>
              <a:t>Text placeholder</a:t>
            </a:r>
          </a:p>
        </p:txBody>
      </p:sp>
      <p:sp>
        <p:nvSpPr>
          <p:cNvPr id="5" name="Picture Placeholder 4" descr="This photo is a 'placeholder' only. Drag or drop your photo here, or click and tap the center to insert a photo.">
            <a:extLst>
              <a:ext uri="{FF2B5EF4-FFF2-40B4-BE49-F238E27FC236}">
                <a16:creationId xmlns:a16="http://schemas.microsoft.com/office/drawing/2014/main" id="{96E1939C-002A-9D6C-076C-EA957E0E6A39}"/>
              </a:ext>
            </a:extLst>
          </p:cNvPr>
          <p:cNvSpPr>
            <a:spLocks noGrp="1"/>
          </p:cNvSpPr>
          <p:nvPr>
            <p:ph type="pic" sz="quarter" idx="19"/>
          </p:nvPr>
        </p:nvSpPr>
        <p:spPr/>
        <p:txBody>
          <a:bodyPr/>
          <a:lstStyle/>
          <a:p>
            <a:endParaRPr lang="en-US"/>
          </a:p>
        </p:txBody>
      </p:sp>
    </p:spTree>
    <p:extLst>
      <p:ext uri="{BB962C8B-B14F-4D97-AF65-F5344CB8AC3E}">
        <p14:creationId xmlns:p14="http://schemas.microsoft.com/office/powerpoint/2010/main" val="281864892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37C5296-79C0-4331-A0C7-B785D49DA00B}"/>
              </a:ext>
            </a:extLst>
          </p:cNvPr>
          <p:cNvSpPr>
            <a:spLocks noGrp="1"/>
          </p:cNvSpPr>
          <p:nvPr>
            <p:ph type="title"/>
          </p:nvPr>
        </p:nvSpPr>
        <p:spPr/>
        <p:txBody>
          <a:bodyPr/>
          <a:lstStyle/>
          <a:p>
            <a:r>
              <a:rPr lang="en-US" dirty="0"/>
              <a:t>Four round photos</a:t>
            </a:r>
          </a:p>
        </p:txBody>
      </p:sp>
      <p:sp>
        <p:nvSpPr>
          <p:cNvPr id="10" name="Picture Placeholder 9" descr="This photo is a 'placeholder' only. Drag or drop your photo here, or click and tap the center to insert a photo.">
            <a:extLst>
              <a:ext uri="{FF2B5EF4-FFF2-40B4-BE49-F238E27FC236}">
                <a16:creationId xmlns:a16="http://schemas.microsoft.com/office/drawing/2014/main" id="{650E6DF8-7EE4-4502-AC39-77E992CAA3EA}"/>
              </a:ext>
            </a:extLst>
          </p:cNvPr>
          <p:cNvSpPr>
            <a:spLocks noGrp="1"/>
          </p:cNvSpPr>
          <p:nvPr>
            <p:ph type="pic" sz="quarter" idx="13"/>
          </p:nvPr>
        </p:nvSpPr>
        <p:spPr/>
        <p:txBody>
          <a:bodyPr/>
          <a:lstStyle/>
          <a:p>
            <a:endParaRPr lang="en-US"/>
          </a:p>
        </p:txBody>
      </p:sp>
      <p:sp>
        <p:nvSpPr>
          <p:cNvPr id="5" name="Text Placeholder 4">
            <a:extLst>
              <a:ext uri="{FF2B5EF4-FFF2-40B4-BE49-F238E27FC236}">
                <a16:creationId xmlns:a16="http://schemas.microsoft.com/office/drawing/2014/main" id="{4324CE80-1853-4D92-A57F-E374DD4528B0}"/>
              </a:ext>
            </a:extLst>
          </p:cNvPr>
          <p:cNvSpPr>
            <a:spLocks noGrp="1"/>
          </p:cNvSpPr>
          <p:nvPr>
            <p:ph type="body" sz="quarter" idx="16"/>
          </p:nvPr>
        </p:nvSpPr>
        <p:spPr/>
        <p:txBody>
          <a:bodyPr/>
          <a:lstStyle/>
          <a:p>
            <a:r>
              <a:rPr lang="en-US" dirty="0"/>
              <a:t>Click </a:t>
            </a:r>
            <a:r>
              <a:rPr lang="en-US" dirty="0">
                <a:solidFill>
                  <a:schemeClr val="accent1"/>
                </a:solidFill>
              </a:rPr>
              <a:t>Home &gt; Layout </a:t>
            </a:r>
            <a:r>
              <a:rPr lang="en-US" dirty="0"/>
              <a:t>to find more round photo layouts</a:t>
            </a:r>
          </a:p>
        </p:txBody>
      </p:sp>
      <p:sp>
        <p:nvSpPr>
          <p:cNvPr id="11" name="Picture Placeholder 10" descr="This photo is a 'placeholder' only. Drag or drop your photo here, or click and tap the center to insert a photo.">
            <a:extLst>
              <a:ext uri="{FF2B5EF4-FFF2-40B4-BE49-F238E27FC236}">
                <a16:creationId xmlns:a16="http://schemas.microsoft.com/office/drawing/2014/main" id="{05BF31CF-BD59-8571-8317-F1E21A4A3403}"/>
              </a:ext>
            </a:extLst>
          </p:cNvPr>
          <p:cNvSpPr>
            <a:spLocks noGrp="1"/>
          </p:cNvSpPr>
          <p:nvPr>
            <p:ph type="pic" sz="quarter" idx="19"/>
          </p:nvPr>
        </p:nvSpPr>
        <p:spPr/>
        <p:txBody>
          <a:bodyPr/>
          <a:lstStyle/>
          <a:p>
            <a:endParaRPr lang="en-US"/>
          </a:p>
        </p:txBody>
      </p:sp>
      <p:sp>
        <p:nvSpPr>
          <p:cNvPr id="6" name="Text Placeholder 5">
            <a:extLst>
              <a:ext uri="{FF2B5EF4-FFF2-40B4-BE49-F238E27FC236}">
                <a16:creationId xmlns:a16="http://schemas.microsoft.com/office/drawing/2014/main" id="{855C5EC2-5186-491D-A50B-C2D9AED98D4F}"/>
              </a:ext>
            </a:extLst>
          </p:cNvPr>
          <p:cNvSpPr>
            <a:spLocks noGrp="1"/>
          </p:cNvSpPr>
          <p:nvPr>
            <p:ph type="body" sz="quarter" idx="17"/>
          </p:nvPr>
        </p:nvSpPr>
        <p:spPr/>
        <p:txBody>
          <a:bodyPr/>
          <a:lstStyle/>
          <a:p>
            <a:r>
              <a:rPr lang="en-US" dirty="0"/>
              <a:t>Text placeholder</a:t>
            </a:r>
          </a:p>
        </p:txBody>
      </p:sp>
      <p:sp>
        <p:nvSpPr>
          <p:cNvPr id="12" name="Picture Placeholder 11" descr="This photo is a 'placeholder' only. Drag or drop your photo here, or click and tap the center to insert a photo.">
            <a:extLst>
              <a:ext uri="{FF2B5EF4-FFF2-40B4-BE49-F238E27FC236}">
                <a16:creationId xmlns:a16="http://schemas.microsoft.com/office/drawing/2014/main" id="{BB98E845-9D6D-E4F6-3C0E-8C6751DD1244}"/>
              </a:ext>
            </a:extLst>
          </p:cNvPr>
          <p:cNvSpPr>
            <a:spLocks noGrp="1"/>
          </p:cNvSpPr>
          <p:nvPr>
            <p:ph type="pic" sz="quarter" idx="20"/>
          </p:nvPr>
        </p:nvSpPr>
        <p:spPr/>
        <p:txBody>
          <a:bodyPr/>
          <a:lstStyle/>
          <a:p>
            <a:endParaRPr lang="en-US"/>
          </a:p>
        </p:txBody>
      </p:sp>
      <p:sp>
        <p:nvSpPr>
          <p:cNvPr id="7" name="Text Placeholder 6">
            <a:extLst>
              <a:ext uri="{FF2B5EF4-FFF2-40B4-BE49-F238E27FC236}">
                <a16:creationId xmlns:a16="http://schemas.microsoft.com/office/drawing/2014/main" id="{5EF42983-3F54-4931-81B8-D7E79CE7FA56}"/>
              </a:ext>
            </a:extLst>
          </p:cNvPr>
          <p:cNvSpPr>
            <a:spLocks noGrp="1"/>
          </p:cNvSpPr>
          <p:nvPr>
            <p:ph type="body" sz="quarter" idx="18"/>
          </p:nvPr>
        </p:nvSpPr>
        <p:spPr/>
        <p:txBody>
          <a:bodyPr/>
          <a:lstStyle/>
          <a:p>
            <a:r>
              <a:rPr lang="en-US" dirty="0"/>
              <a:t>Text placeholder</a:t>
            </a:r>
          </a:p>
        </p:txBody>
      </p:sp>
      <p:sp>
        <p:nvSpPr>
          <p:cNvPr id="14" name="Picture Placeholder 13" descr="This photo is a 'placeholder' only. Drag or drop your photo here, or click and tap the center to insert a photo.">
            <a:extLst>
              <a:ext uri="{FF2B5EF4-FFF2-40B4-BE49-F238E27FC236}">
                <a16:creationId xmlns:a16="http://schemas.microsoft.com/office/drawing/2014/main" id="{EC5DD513-AAA3-406D-5A20-91692467215A}"/>
              </a:ext>
            </a:extLst>
          </p:cNvPr>
          <p:cNvSpPr>
            <a:spLocks noGrp="1"/>
          </p:cNvSpPr>
          <p:nvPr>
            <p:ph type="pic" sz="quarter" idx="21"/>
          </p:nvPr>
        </p:nvSpPr>
        <p:spPr/>
        <p:txBody>
          <a:bodyPr/>
          <a:lstStyle/>
          <a:p>
            <a:endParaRPr lang="en-US"/>
          </a:p>
        </p:txBody>
      </p:sp>
      <p:sp>
        <p:nvSpPr>
          <p:cNvPr id="13" name="Text Placeholder 12">
            <a:extLst>
              <a:ext uri="{FF2B5EF4-FFF2-40B4-BE49-F238E27FC236}">
                <a16:creationId xmlns:a16="http://schemas.microsoft.com/office/drawing/2014/main" id="{7E88581C-10E6-4C16-9A8A-DBEA56AB0D37}"/>
              </a:ext>
            </a:extLst>
          </p:cNvPr>
          <p:cNvSpPr>
            <a:spLocks noGrp="1"/>
          </p:cNvSpPr>
          <p:nvPr>
            <p:ph type="body" sz="quarter" idx="22"/>
          </p:nvPr>
        </p:nvSpPr>
        <p:spPr/>
        <p:txBody>
          <a:bodyPr/>
          <a:lstStyle/>
          <a:p>
            <a:r>
              <a:rPr lang="en-US" dirty="0"/>
              <a:t>Text placeholder</a:t>
            </a:r>
          </a:p>
        </p:txBody>
      </p:sp>
    </p:spTree>
    <p:extLst>
      <p:ext uri="{BB962C8B-B14F-4D97-AF65-F5344CB8AC3E}">
        <p14:creationId xmlns:p14="http://schemas.microsoft.com/office/powerpoint/2010/main" val="1897816885"/>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AC46B02E-D0FC-475F-800A-98F95E0F402E}"/>
              </a:ext>
            </a:extLst>
          </p:cNvPr>
          <p:cNvSpPr>
            <a:spLocks noGrp="1"/>
          </p:cNvSpPr>
          <p:nvPr>
            <p:ph type="title"/>
          </p:nvPr>
        </p:nvSpPr>
        <p:spPr/>
        <p:txBody>
          <a:bodyPr/>
          <a:lstStyle/>
          <a:p>
            <a:r>
              <a:rPr lang="en-US" dirty="0"/>
              <a:t>Two filmstrip photos</a:t>
            </a:r>
          </a:p>
        </p:txBody>
      </p:sp>
      <p:sp>
        <p:nvSpPr>
          <p:cNvPr id="15" name="Text Placeholder 14">
            <a:extLst>
              <a:ext uri="{FF2B5EF4-FFF2-40B4-BE49-F238E27FC236}">
                <a16:creationId xmlns:a16="http://schemas.microsoft.com/office/drawing/2014/main" id="{B459EBF2-4CD9-4ED6-AE50-6C916B509D65}"/>
              </a:ext>
            </a:extLst>
          </p:cNvPr>
          <p:cNvSpPr>
            <a:spLocks noGrp="1"/>
          </p:cNvSpPr>
          <p:nvPr>
            <p:ph type="body" sz="quarter" idx="16"/>
          </p:nvPr>
        </p:nvSpPr>
        <p:spPr/>
        <p:txBody>
          <a:bodyPr/>
          <a:lstStyle/>
          <a:p>
            <a:r>
              <a:rPr lang="en-US" sz="1800" dirty="0"/>
              <a:t>Click </a:t>
            </a:r>
            <a:r>
              <a:rPr lang="en-US" sz="1800" dirty="0">
                <a:solidFill>
                  <a:schemeClr val="accent1"/>
                </a:solidFill>
              </a:rPr>
              <a:t>Home &gt; Layout </a:t>
            </a:r>
            <a:r>
              <a:rPr lang="en-US" sz="1800" dirty="0"/>
              <a:t>to find filmstrip layouts for three, four and five photos</a:t>
            </a:r>
            <a:endParaRPr lang="en-US" dirty="0"/>
          </a:p>
        </p:txBody>
      </p:sp>
      <p:sp>
        <p:nvSpPr>
          <p:cNvPr id="4" name="Picture Placeholder 3" descr="This photo is a 'placeholder' only. Drag or drop your photo here, or click and tap the center to insert a photo.">
            <a:extLst>
              <a:ext uri="{FF2B5EF4-FFF2-40B4-BE49-F238E27FC236}">
                <a16:creationId xmlns:a16="http://schemas.microsoft.com/office/drawing/2014/main" id="{303D9C83-E6E1-B0EF-D425-D63B01E9CDDF}"/>
              </a:ext>
            </a:extLst>
          </p:cNvPr>
          <p:cNvSpPr>
            <a:spLocks noGrp="1"/>
          </p:cNvSpPr>
          <p:nvPr>
            <p:ph type="pic" sz="quarter" idx="13"/>
          </p:nvPr>
        </p:nvSpPr>
        <p:spPr/>
        <p:txBody>
          <a:bodyPr/>
          <a:lstStyle/>
          <a:p>
            <a:endParaRPr lang="en-US"/>
          </a:p>
        </p:txBody>
      </p:sp>
      <p:sp>
        <p:nvSpPr>
          <p:cNvPr id="16" name="Text Placeholder 15">
            <a:extLst>
              <a:ext uri="{FF2B5EF4-FFF2-40B4-BE49-F238E27FC236}">
                <a16:creationId xmlns:a16="http://schemas.microsoft.com/office/drawing/2014/main" id="{8A3A805C-EFA6-4357-90F5-FE02E28AC677}"/>
              </a:ext>
            </a:extLst>
          </p:cNvPr>
          <p:cNvSpPr>
            <a:spLocks noGrp="1"/>
          </p:cNvSpPr>
          <p:nvPr>
            <p:ph type="body" sz="quarter" idx="17"/>
          </p:nvPr>
        </p:nvSpPr>
        <p:spPr/>
        <p:txBody>
          <a:bodyPr/>
          <a:lstStyle/>
          <a:p>
            <a:r>
              <a:rPr lang="en-US" sz="1800" dirty="0"/>
              <a:t>Text placeholder</a:t>
            </a:r>
            <a:endParaRPr lang="en-US" dirty="0"/>
          </a:p>
        </p:txBody>
      </p:sp>
      <p:sp>
        <p:nvSpPr>
          <p:cNvPr id="5" name="Picture Placeholder 4" descr="This photo is a 'placeholder' only. Drag or drop your photo here, or click and tap the center to insert a photo.">
            <a:extLst>
              <a:ext uri="{FF2B5EF4-FFF2-40B4-BE49-F238E27FC236}">
                <a16:creationId xmlns:a16="http://schemas.microsoft.com/office/drawing/2014/main" id="{E928B0A7-DEB9-D56B-05CC-31F487AFE037}"/>
              </a:ext>
            </a:extLst>
          </p:cNvPr>
          <p:cNvSpPr>
            <a:spLocks noGrp="1"/>
          </p:cNvSpPr>
          <p:nvPr>
            <p:ph type="pic" sz="quarter" idx="14"/>
          </p:nvPr>
        </p:nvSpPr>
        <p:spPr/>
        <p:txBody>
          <a:bodyPr/>
          <a:lstStyle/>
          <a:p>
            <a:endParaRPr lang="en-US"/>
          </a:p>
        </p:txBody>
      </p:sp>
    </p:spTree>
    <p:extLst>
      <p:ext uri="{BB962C8B-B14F-4D97-AF65-F5344CB8AC3E}">
        <p14:creationId xmlns:p14="http://schemas.microsoft.com/office/powerpoint/2010/main" val="1880757510"/>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AC46B02E-D0FC-475F-800A-98F95E0F402E}"/>
              </a:ext>
            </a:extLst>
          </p:cNvPr>
          <p:cNvSpPr>
            <a:spLocks noGrp="1"/>
          </p:cNvSpPr>
          <p:nvPr>
            <p:ph type="title"/>
          </p:nvPr>
        </p:nvSpPr>
        <p:spPr/>
        <p:txBody>
          <a:bodyPr/>
          <a:lstStyle/>
          <a:p>
            <a:r>
              <a:rPr lang="en-US" dirty="0"/>
              <a:t>Five filmstrip photos</a:t>
            </a:r>
          </a:p>
        </p:txBody>
      </p:sp>
      <p:sp>
        <p:nvSpPr>
          <p:cNvPr id="15" name="Text Placeholder 14">
            <a:extLst>
              <a:ext uri="{FF2B5EF4-FFF2-40B4-BE49-F238E27FC236}">
                <a16:creationId xmlns:a16="http://schemas.microsoft.com/office/drawing/2014/main" id="{B459EBF2-4CD9-4ED6-AE50-6C916B509D65}"/>
              </a:ext>
            </a:extLst>
          </p:cNvPr>
          <p:cNvSpPr>
            <a:spLocks noGrp="1"/>
          </p:cNvSpPr>
          <p:nvPr>
            <p:ph type="body" sz="quarter" idx="16"/>
          </p:nvPr>
        </p:nvSpPr>
        <p:spPr/>
        <p:txBody>
          <a:bodyPr/>
          <a:lstStyle/>
          <a:p>
            <a:r>
              <a:rPr lang="en-US" dirty="0"/>
              <a:t>Click </a:t>
            </a:r>
            <a:r>
              <a:rPr lang="en-US" dirty="0">
                <a:solidFill>
                  <a:schemeClr val="accent1"/>
                </a:solidFill>
              </a:rPr>
              <a:t>Home &gt; Layout </a:t>
            </a:r>
            <a:r>
              <a:rPr lang="en-US" dirty="0"/>
              <a:t>to find filmstrip layouts for two, three and four photos</a:t>
            </a:r>
          </a:p>
        </p:txBody>
      </p:sp>
      <p:sp>
        <p:nvSpPr>
          <p:cNvPr id="2" name="Picture Placeholder 1" descr="This photo is a 'placeholder' only. Drag or drop your photo here, or click and tap the center to insert a photo.">
            <a:extLst>
              <a:ext uri="{FF2B5EF4-FFF2-40B4-BE49-F238E27FC236}">
                <a16:creationId xmlns:a16="http://schemas.microsoft.com/office/drawing/2014/main" id="{4F709075-B4F6-0252-0BC5-20BDB77DFF48}"/>
              </a:ext>
            </a:extLst>
          </p:cNvPr>
          <p:cNvSpPr>
            <a:spLocks noGrp="1"/>
          </p:cNvSpPr>
          <p:nvPr>
            <p:ph type="pic" sz="quarter" idx="13"/>
          </p:nvPr>
        </p:nvSpPr>
        <p:spPr/>
        <p:txBody>
          <a:bodyPr/>
          <a:lstStyle/>
          <a:p>
            <a:endParaRPr lang="en-US"/>
          </a:p>
        </p:txBody>
      </p:sp>
      <p:sp>
        <p:nvSpPr>
          <p:cNvPr id="16" name="Text Placeholder 15">
            <a:extLst>
              <a:ext uri="{FF2B5EF4-FFF2-40B4-BE49-F238E27FC236}">
                <a16:creationId xmlns:a16="http://schemas.microsoft.com/office/drawing/2014/main" id="{8A3A805C-EFA6-4357-90F5-FE02E28AC677}"/>
              </a:ext>
            </a:extLst>
          </p:cNvPr>
          <p:cNvSpPr>
            <a:spLocks noGrp="1"/>
          </p:cNvSpPr>
          <p:nvPr>
            <p:ph type="body" sz="quarter" idx="17"/>
          </p:nvPr>
        </p:nvSpPr>
        <p:spPr/>
        <p:txBody>
          <a:bodyPr/>
          <a:lstStyle/>
          <a:p>
            <a:r>
              <a:rPr lang="en-US" dirty="0"/>
              <a:t>Text placeholder</a:t>
            </a:r>
          </a:p>
        </p:txBody>
      </p:sp>
      <p:sp>
        <p:nvSpPr>
          <p:cNvPr id="3" name="Picture Placeholder 2" descr="This photo is a 'placeholder' only. Drag or drop your photo here, or click and tap the center to insert a photo.">
            <a:extLst>
              <a:ext uri="{FF2B5EF4-FFF2-40B4-BE49-F238E27FC236}">
                <a16:creationId xmlns:a16="http://schemas.microsoft.com/office/drawing/2014/main" id="{6CF6D189-4426-D97B-09A9-9CB3BB2B4104}"/>
              </a:ext>
            </a:extLst>
          </p:cNvPr>
          <p:cNvSpPr>
            <a:spLocks noGrp="1"/>
          </p:cNvSpPr>
          <p:nvPr>
            <p:ph type="pic" sz="quarter" idx="14"/>
          </p:nvPr>
        </p:nvSpPr>
        <p:spPr/>
        <p:txBody>
          <a:bodyPr/>
          <a:lstStyle/>
          <a:p>
            <a:endParaRPr lang="en-US"/>
          </a:p>
        </p:txBody>
      </p:sp>
      <p:sp>
        <p:nvSpPr>
          <p:cNvPr id="7" name="Text Placeholder 6">
            <a:extLst>
              <a:ext uri="{FF2B5EF4-FFF2-40B4-BE49-F238E27FC236}">
                <a16:creationId xmlns:a16="http://schemas.microsoft.com/office/drawing/2014/main" id="{852FE5E0-9E33-4049-9C6E-E4C50EF20FF8}"/>
              </a:ext>
            </a:extLst>
          </p:cNvPr>
          <p:cNvSpPr>
            <a:spLocks noGrp="1"/>
          </p:cNvSpPr>
          <p:nvPr>
            <p:ph type="body" sz="quarter" idx="18"/>
          </p:nvPr>
        </p:nvSpPr>
        <p:spPr/>
        <p:txBody>
          <a:bodyPr/>
          <a:lstStyle/>
          <a:p>
            <a:r>
              <a:rPr lang="en-US" dirty="0"/>
              <a:t>Text placeholder</a:t>
            </a:r>
          </a:p>
        </p:txBody>
      </p:sp>
      <p:sp>
        <p:nvSpPr>
          <p:cNvPr id="4" name="Picture Placeholder 3" descr="This photo is a 'placeholder' only. Drag or drop your photo here, or click and tap the center to insert a photo.">
            <a:extLst>
              <a:ext uri="{FF2B5EF4-FFF2-40B4-BE49-F238E27FC236}">
                <a16:creationId xmlns:a16="http://schemas.microsoft.com/office/drawing/2014/main" id="{9523E235-24E1-1A82-670F-83F5E010E2EE}"/>
              </a:ext>
            </a:extLst>
          </p:cNvPr>
          <p:cNvSpPr>
            <a:spLocks noGrp="1"/>
          </p:cNvSpPr>
          <p:nvPr>
            <p:ph type="pic" sz="quarter" idx="15"/>
          </p:nvPr>
        </p:nvSpPr>
        <p:spPr/>
        <p:txBody>
          <a:bodyPr/>
          <a:lstStyle/>
          <a:p>
            <a:endParaRPr lang="en-US"/>
          </a:p>
        </p:txBody>
      </p:sp>
      <p:sp>
        <p:nvSpPr>
          <p:cNvPr id="10" name="Text Placeholder 9">
            <a:extLst>
              <a:ext uri="{FF2B5EF4-FFF2-40B4-BE49-F238E27FC236}">
                <a16:creationId xmlns:a16="http://schemas.microsoft.com/office/drawing/2014/main" id="{25C0458D-EEB3-4974-9A37-369EBE6528E5}"/>
              </a:ext>
            </a:extLst>
          </p:cNvPr>
          <p:cNvSpPr>
            <a:spLocks noGrp="1"/>
          </p:cNvSpPr>
          <p:nvPr>
            <p:ph type="body" sz="quarter" idx="20"/>
          </p:nvPr>
        </p:nvSpPr>
        <p:spPr/>
        <p:txBody>
          <a:bodyPr/>
          <a:lstStyle/>
          <a:p>
            <a:r>
              <a:rPr lang="en-US" dirty="0"/>
              <a:t>Text placeholder</a:t>
            </a:r>
          </a:p>
          <a:p>
            <a:endParaRPr lang="en-US" dirty="0"/>
          </a:p>
        </p:txBody>
      </p:sp>
      <p:sp>
        <p:nvSpPr>
          <p:cNvPr id="5" name="Picture Placeholder 4" descr="This photo is a 'placeholder' only. Drag or drop your photo here, or click and tap the center to insert a photo.">
            <a:extLst>
              <a:ext uri="{FF2B5EF4-FFF2-40B4-BE49-F238E27FC236}">
                <a16:creationId xmlns:a16="http://schemas.microsoft.com/office/drawing/2014/main" id="{726DCE00-B710-6047-F168-AC4D5562E0A8}"/>
              </a:ext>
            </a:extLst>
          </p:cNvPr>
          <p:cNvSpPr>
            <a:spLocks noGrp="1"/>
          </p:cNvSpPr>
          <p:nvPr>
            <p:ph type="pic" sz="quarter" idx="19"/>
          </p:nvPr>
        </p:nvSpPr>
        <p:spPr/>
        <p:txBody>
          <a:bodyPr/>
          <a:lstStyle/>
          <a:p>
            <a:endParaRPr lang="en-US"/>
          </a:p>
        </p:txBody>
      </p:sp>
      <p:sp>
        <p:nvSpPr>
          <p:cNvPr id="13" name="Text Placeholder 12">
            <a:extLst>
              <a:ext uri="{FF2B5EF4-FFF2-40B4-BE49-F238E27FC236}">
                <a16:creationId xmlns:a16="http://schemas.microsoft.com/office/drawing/2014/main" id="{07C59809-946A-4A15-B0FF-DB961DD7B2D9}"/>
              </a:ext>
            </a:extLst>
          </p:cNvPr>
          <p:cNvSpPr>
            <a:spLocks noGrp="1"/>
          </p:cNvSpPr>
          <p:nvPr>
            <p:ph type="body" sz="quarter" idx="22"/>
          </p:nvPr>
        </p:nvSpPr>
        <p:spPr/>
        <p:txBody>
          <a:bodyPr/>
          <a:lstStyle/>
          <a:p>
            <a:r>
              <a:rPr lang="en-US" dirty="0"/>
              <a:t>Text placeholder</a:t>
            </a:r>
          </a:p>
          <a:p>
            <a:endParaRPr lang="en-US" dirty="0"/>
          </a:p>
        </p:txBody>
      </p:sp>
      <p:sp>
        <p:nvSpPr>
          <p:cNvPr id="6" name="Picture Placeholder 5" descr="This photo is a 'placeholder' only. Drag or drop your photo here, or click and tap the center to insert a photo.">
            <a:extLst>
              <a:ext uri="{FF2B5EF4-FFF2-40B4-BE49-F238E27FC236}">
                <a16:creationId xmlns:a16="http://schemas.microsoft.com/office/drawing/2014/main" id="{221C996B-8154-F95B-9CEE-E4CA10AA3286}"/>
              </a:ext>
            </a:extLst>
          </p:cNvPr>
          <p:cNvSpPr>
            <a:spLocks noGrp="1"/>
          </p:cNvSpPr>
          <p:nvPr>
            <p:ph type="pic" sz="quarter" idx="21"/>
          </p:nvPr>
        </p:nvSpPr>
        <p:spPr/>
        <p:txBody>
          <a:bodyPr/>
          <a:lstStyle/>
          <a:p>
            <a:endParaRPr lang="en-US"/>
          </a:p>
        </p:txBody>
      </p:sp>
    </p:spTree>
    <p:extLst>
      <p:ext uri="{BB962C8B-B14F-4D97-AF65-F5344CB8AC3E}">
        <p14:creationId xmlns:p14="http://schemas.microsoft.com/office/powerpoint/2010/main" val="264440782"/>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98B5C-48BE-4909-9F4A-A4186BB35065}"/>
              </a:ext>
            </a:extLst>
          </p:cNvPr>
          <p:cNvSpPr>
            <a:spLocks noGrp="1"/>
          </p:cNvSpPr>
          <p:nvPr>
            <p:ph type="title"/>
          </p:nvPr>
        </p:nvSpPr>
        <p:spPr/>
        <p:txBody>
          <a:bodyPr/>
          <a:lstStyle/>
          <a:p>
            <a:r>
              <a:rPr lang="en-US" dirty="0"/>
              <a:t>Top photo with title</a:t>
            </a:r>
          </a:p>
        </p:txBody>
      </p:sp>
      <p:sp>
        <p:nvSpPr>
          <p:cNvPr id="4" name="Picture Placeholder 3" descr="This photo is a 'placeholder' only. Drag or drop your photo here, or click and tap the center to insert a photo.">
            <a:extLst>
              <a:ext uri="{FF2B5EF4-FFF2-40B4-BE49-F238E27FC236}">
                <a16:creationId xmlns:a16="http://schemas.microsoft.com/office/drawing/2014/main" id="{C4403198-2F2E-E7DF-553D-CE437FDA22F9}"/>
              </a:ext>
            </a:extLst>
          </p:cNvPr>
          <p:cNvSpPr>
            <a:spLocks noGrp="1"/>
          </p:cNvSpPr>
          <p:nvPr>
            <p:ph type="pic" sz="quarter" idx="11"/>
          </p:nvPr>
        </p:nvSpPr>
        <p:spPr/>
        <p:txBody>
          <a:bodyPr/>
          <a:lstStyle/>
          <a:p>
            <a:endParaRPr lang="en-US"/>
          </a:p>
        </p:txBody>
      </p:sp>
    </p:spTree>
    <p:extLst>
      <p:ext uri="{BB962C8B-B14F-4D97-AF65-F5344CB8AC3E}">
        <p14:creationId xmlns:p14="http://schemas.microsoft.com/office/powerpoint/2010/main" val="289911443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descr="This photo is a 'placeholder' only. Drag or drop your photo here, or click and tap the center to insert a photo.">
            <a:extLst>
              <a:ext uri="{FF2B5EF4-FFF2-40B4-BE49-F238E27FC236}">
                <a16:creationId xmlns:a16="http://schemas.microsoft.com/office/drawing/2014/main" id="{9A1A275F-C1C1-836A-4E5A-CE203C83C373}"/>
              </a:ext>
            </a:extLst>
          </p:cNvPr>
          <p:cNvSpPr>
            <a:spLocks noGrp="1"/>
          </p:cNvSpPr>
          <p:nvPr>
            <p:ph type="pic" sz="quarter" idx="10"/>
          </p:nvPr>
        </p:nvSpPr>
        <p:spPr/>
        <p:txBody>
          <a:bodyPr/>
          <a:lstStyle/>
          <a:p>
            <a:endParaRPr lang="en-US"/>
          </a:p>
        </p:txBody>
      </p:sp>
      <p:sp>
        <p:nvSpPr>
          <p:cNvPr id="3" name="Title 2">
            <a:extLst>
              <a:ext uri="{FF2B5EF4-FFF2-40B4-BE49-F238E27FC236}">
                <a16:creationId xmlns:a16="http://schemas.microsoft.com/office/drawing/2014/main" id="{E1DF3965-EA1D-4985-BDA2-A46C7FDE1A39}"/>
              </a:ext>
            </a:extLst>
          </p:cNvPr>
          <p:cNvSpPr>
            <a:spLocks noGrp="1"/>
          </p:cNvSpPr>
          <p:nvPr>
            <p:ph type="title"/>
          </p:nvPr>
        </p:nvSpPr>
        <p:spPr/>
        <p:txBody>
          <a:bodyPr/>
          <a:lstStyle/>
          <a:p>
            <a:r>
              <a:rPr lang="en-US" dirty="0"/>
              <a:t>Full bleed photo lower title</a:t>
            </a:r>
          </a:p>
        </p:txBody>
      </p:sp>
    </p:spTree>
    <p:extLst>
      <p:ext uri="{BB962C8B-B14F-4D97-AF65-F5344CB8AC3E}">
        <p14:creationId xmlns:p14="http://schemas.microsoft.com/office/powerpoint/2010/main" val="18844718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Slide palette info</a:t>
            </a:r>
          </a:p>
        </p:txBody>
      </p:sp>
      <p:sp>
        <p:nvSpPr>
          <p:cNvPr id="44" name="Text Placeholder 2"/>
          <p:cNvSpPr txBox="1">
            <a:spLocks/>
          </p:cNvSpPr>
          <p:nvPr/>
        </p:nvSpPr>
        <p:spPr>
          <a:xfrm>
            <a:off x="585216" y="1436688"/>
            <a:ext cx="9962134" cy="492443"/>
          </a:xfrm>
          <a:prstGeom prst="rect">
            <a:avLst/>
          </a:prstGeom>
        </p:spPr>
        <p:txBody>
          <a:bodyPr vert="horz" wrap="square" lIns="0" tIns="0" rIns="0" bIns="0" rtlCol="0">
            <a:spAutoFit/>
          </a:bodyPr>
          <a:lstStyle>
            <a:lvl1pPr marL="0" marR="0" indent="0" algn="l" defTabSz="914363" rtl="0" eaLnBrk="1" fontAlgn="auto" latinLnBrk="0" hangingPunct="1">
              <a:lnSpc>
                <a:spcPct val="90000"/>
              </a:lnSpc>
              <a:spcBef>
                <a:spcPts val="2400"/>
              </a:spcBef>
              <a:spcAft>
                <a:spcPts val="0"/>
              </a:spcAft>
              <a:buClrTx/>
              <a:buSzPct val="90000"/>
              <a:buFont typeface="Arial" pitchFamily="34" charset="0"/>
              <a:buNone/>
              <a:tabLst/>
              <a:defRPr sz="4000" kern="1200" spc="-70" baseline="0">
                <a:gradFill>
                  <a:gsLst>
                    <a:gs pos="100000">
                      <a:schemeClr val="tx2"/>
                    </a:gs>
                    <a:gs pos="0">
                      <a:schemeClr val="tx2"/>
                    </a:gs>
                  </a:gsLst>
                  <a:lin ang="5400000" scaled="0"/>
                </a:gradFill>
                <a:latin typeface="+mj-lt"/>
                <a:ea typeface="+mn-ea"/>
                <a:cs typeface="+mn-cs"/>
              </a:defRPr>
            </a:lvl1pPr>
            <a:lvl2pPr marL="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2pPr>
            <a:lvl3pPr marL="231775"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798513" algn="l"/>
              </a:tabLst>
              <a:defRPr sz="2000" kern="1200" spc="0" baseline="0">
                <a:gradFill>
                  <a:gsLst>
                    <a:gs pos="100000">
                      <a:schemeClr val="tx1"/>
                    </a:gs>
                    <a:gs pos="6000">
                      <a:schemeClr val="tx1"/>
                    </a:gs>
                  </a:gsLst>
                  <a:lin ang="5400000" scaled="0"/>
                </a:gradFill>
                <a:latin typeface="+mn-lt"/>
                <a:ea typeface="+mn-ea"/>
                <a:cs typeface="+mn-cs"/>
              </a:defRPr>
            </a:lvl3pPr>
            <a:lvl4pPr marL="45720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4pPr>
            <a:lvl5pPr marL="693738"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1255713" algn="l"/>
              </a:tabLst>
              <a:defRPr sz="2000" kern="1200" spc="0" baseline="0">
                <a:gradFill>
                  <a:gsLst>
                    <a:gs pos="100000">
                      <a:schemeClr val="tx1"/>
                    </a:gs>
                    <a:gs pos="6000">
                      <a:schemeClr val="tx1"/>
                    </a:gs>
                  </a:gsLst>
                  <a:lin ang="5400000" scaled="0"/>
                </a:gradFill>
                <a:latin typeface="+mn-lt"/>
                <a:ea typeface="+mn-ea"/>
                <a:cs typeface="+mn-cs"/>
              </a:defRPr>
            </a:lvl5pPr>
            <a:lvl6pPr marL="2514499"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681"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863"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045"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nSpc>
                <a:spcPct val="100000"/>
              </a:lnSpc>
              <a:spcBef>
                <a:spcPts val="0"/>
              </a:spcBef>
            </a:pPr>
            <a:r>
              <a:rPr lang="en-US" sz="1600" spc="19" dirty="0">
                <a:gradFill>
                  <a:gsLst>
                    <a:gs pos="63670">
                      <a:schemeClr val="tx1"/>
                    </a:gs>
                    <a:gs pos="40075">
                      <a:schemeClr val="tx1"/>
                    </a:gs>
                  </a:gsLst>
                  <a:lin ang="5400000" scaled="0"/>
                </a:gradFill>
                <a:latin typeface="+mn-lt"/>
                <a:cs typeface="Segoe UI Semibold" panose="020B0702040204020203" pitchFamily="34" charset="0"/>
              </a:rPr>
              <a:t>The PowerPoint palette for this template has been built for you and is shown below. </a:t>
            </a:r>
          </a:p>
          <a:p>
            <a:pPr>
              <a:lnSpc>
                <a:spcPct val="100000"/>
              </a:lnSpc>
              <a:spcBef>
                <a:spcPts val="0"/>
              </a:spcBef>
            </a:pPr>
            <a:r>
              <a:rPr lang="en-US" sz="1600" spc="19" dirty="0">
                <a:gradFill>
                  <a:gsLst>
                    <a:gs pos="63670">
                      <a:schemeClr val="tx1"/>
                    </a:gs>
                    <a:gs pos="40075">
                      <a:schemeClr val="tx1"/>
                    </a:gs>
                  </a:gsLst>
                  <a:lin ang="5400000" scaled="0"/>
                </a:gradFill>
                <a:latin typeface="+mn-lt"/>
                <a:cs typeface="Segoe UI Semibold" panose="020B0702040204020203" pitchFamily="34" charset="0"/>
              </a:rPr>
              <a:t>Avoid using too many colors in your presentation. </a:t>
            </a:r>
          </a:p>
        </p:txBody>
      </p:sp>
      <p:sp>
        <p:nvSpPr>
          <p:cNvPr id="37" name="TextBox 36"/>
          <p:cNvSpPr txBox="1"/>
          <p:nvPr/>
        </p:nvSpPr>
        <p:spPr>
          <a:xfrm>
            <a:off x="585216" y="2331507"/>
            <a:ext cx="6287261" cy="246221"/>
          </a:xfrm>
          <a:prstGeom prst="rect">
            <a:avLst/>
          </a:prstGeom>
          <a:noFill/>
        </p:spPr>
        <p:txBody>
          <a:bodyPr wrap="square" lIns="0" tIns="0" rIns="0" bIns="0" rtlCol="0">
            <a:spAutoFit/>
          </a:bodyPr>
          <a:lstStyle/>
          <a:p>
            <a:pPr>
              <a:spcAft>
                <a:spcPts val="600"/>
              </a:spcAft>
              <a:buSzPct val="90000"/>
              <a:defRPr/>
            </a:pPr>
            <a:r>
              <a:rPr lang="en-US" sz="1600" b="1" dirty="0">
                <a:cs typeface="Segoe UI Semibold" panose="020B0702040204020203" pitchFamily="34" charset="0"/>
              </a:rPr>
              <a:t>PowerPoint Theme Accent colors</a:t>
            </a:r>
          </a:p>
        </p:txBody>
      </p:sp>
      <p:sp>
        <p:nvSpPr>
          <p:cNvPr id="33" name="Rectangle 32"/>
          <p:cNvSpPr/>
          <p:nvPr/>
        </p:nvSpPr>
        <p:spPr bwMode="auto">
          <a:xfrm>
            <a:off x="585216" y="2810265"/>
            <a:ext cx="1101566" cy="1101122"/>
          </a:xfrm>
          <a:prstGeom prst="rect">
            <a:avLst/>
          </a:prstGeom>
          <a:solidFill>
            <a:schemeClr val="accent1"/>
          </a:solidFill>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600" dirty="0">
                <a:solidFill>
                  <a:srgbClr val="000000"/>
                </a:solidFill>
              </a:rPr>
              <a:t>Accent 1</a:t>
            </a:r>
          </a:p>
        </p:txBody>
      </p:sp>
      <p:sp>
        <p:nvSpPr>
          <p:cNvPr id="32" name="Rectangle 31"/>
          <p:cNvSpPr/>
          <p:nvPr/>
        </p:nvSpPr>
        <p:spPr bwMode="auto">
          <a:xfrm>
            <a:off x="1776666" y="2810265"/>
            <a:ext cx="1101566" cy="1101122"/>
          </a:xfrm>
          <a:prstGeom prst="rect">
            <a:avLst/>
          </a:prstGeom>
          <a:solidFill>
            <a:schemeClr val="accent2"/>
          </a:solidFill>
          <a:ln>
            <a:noFill/>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600" dirty="0">
                <a:solidFill>
                  <a:srgbClr val="000000"/>
                </a:solidFill>
              </a:rPr>
              <a:t>Accent 2</a:t>
            </a:r>
          </a:p>
        </p:txBody>
      </p:sp>
      <p:sp>
        <p:nvSpPr>
          <p:cNvPr id="31" name="Rectangle 30"/>
          <p:cNvSpPr/>
          <p:nvPr/>
        </p:nvSpPr>
        <p:spPr bwMode="auto">
          <a:xfrm>
            <a:off x="2968116" y="2810265"/>
            <a:ext cx="1101566" cy="1101123"/>
          </a:xfrm>
          <a:prstGeom prst="rect">
            <a:avLst/>
          </a:prstGeom>
          <a:solidFill>
            <a:schemeClr val="accent3"/>
          </a:solidFill>
          <a:ln>
            <a:noFill/>
            <a:headEnd type="none" w="med" len="med"/>
            <a:tailEnd type="none" w="med" len="med"/>
          </a:ln>
        </p:spPr>
        <p:style>
          <a:lnRef idx="2">
            <a:schemeClr val="accent3">
              <a:shade val="50000"/>
            </a:schemeClr>
          </a:lnRef>
          <a:fillRef idx="1">
            <a:schemeClr val="accent3"/>
          </a:fillRef>
          <a:effectRef idx="0">
            <a:schemeClr val="accent3"/>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600" dirty="0">
                <a:solidFill>
                  <a:srgbClr val="000000"/>
                </a:solidFill>
              </a:rPr>
              <a:t>Accent 3</a:t>
            </a:r>
          </a:p>
        </p:txBody>
      </p:sp>
      <p:sp>
        <p:nvSpPr>
          <p:cNvPr id="36" name="Rectangle 35"/>
          <p:cNvSpPr/>
          <p:nvPr/>
        </p:nvSpPr>
        <p:spPr bwMode="auto">
          <a:xfrm>
            <a:off x="4159568" y="3057402"/>
            <a:ext cx="854329" cy="853986"/>
          </a:xfrm>
          <a:prstGeom prst="rect">
            <a:avLst/>
          </a:prstGeom>
          <a:solidFill>
            <a:srgbClr val="D7D2CB"/>
          </a:solidFill>
          <a:ln>
            <a:noFill/>
            <a:headEnd type="none" w="med" len="med"/>
            <a:tailEnd type="none" w="med" len="med"/>
          </a:ln>
        </p:spPr>
        <p:style>
          <a:lnRef idx="2">
            <a:schemeClr val="accent4">
              <a:shade val="50000"/>
            </a:schemeClr>
          </a:lnRef>
          <a:fillRef idx="1">
            <a:schemeClr val="accent4"/>
          </a:fillRef>
          <a:effectRef idx="0">
            <a:schemeClr val="accent4"/>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100" dirty="0">
                <a:solidFill>
                  <a:srgbClr val="000000"/>
                </a:solidFill>
              </a:rPr>
              <a:t>Accent 4</a:t>
            </a:r>
          </a:p>
        </p:txBody>
      </p:sp>
      <p:sp>
        <p:nvSpPr>
          <p:cNvPr id="35" name="Rectangle 34"/>
          <p:cNvSpPr/>
          <p:nvPr/>
        </p:nvSpPr>
        <p:spPr bwMode="auto">
          <a:xfrm>
            <a:off x="5108027" y="3057402"/>
            <a:ext cx="854329" cy="853986"/>
          </a:xfrm>
          <a:prstGeom prst="rect">
            <a:avLst/>
          </a:prstGeom>
          <a:solidFill>
            <a:schemeClr val="accent5"/>
          </a:solidFill>
          <a:ln>
            <a:noFill/>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100" dirty="0">
                <a:solidFill>
                  <a:srgbClr val="000000"/>
                </a:solidFill>
              </a:rPr>
              <a:t>Accent 5</a:t>
            </a:r>
          </a:p>
        </p:txBody>
      </p:sp>
      <p:sp>
        <p:nvSpPr>
          <p:cNvPr id="34" name="Rectangle 33"/>
          <p:cNvSpPr/>
          <p:nvPr/>
        </p:nvSpPr>
        <p:spPr bwMode="auto">
          <a:xfrm>
            <a:off x="6049846" y="3057402"/>
            <a:ext cx="854329" cy="853986"/>
          </a:xfrm>
          <a:prstGeom prst="rect">
            <a:avLst/>
          </a:prstGeom>
          <a:solidFill>
            <a:schemeClr val="accent6"/>
          </a:solidFill>
          <a:ln>
            <a:noFill/>
            <a:headEnd type="none" w="med" len="med"/>
            <a:tailEnd type="none" w="med" len="med"/>
          </a:ln>
        </p:spPr>
        <p:style>
          <a:lnRef idx="2">
            <a:schemeClr val="accent6">
              <a:shade val="50000"/>
            </a:schemeClr>
          </a:lnRef>
          <a:fillRef idx="1">
            <a:schemeClr val="accent6"/>
          </a:fillRef>
          <a:effectRef idx="0">
            <a:schemeClr val="accent6"/>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100" dirty="0">
                <a:solidFill>
                  <a:srgbClr val="000000"/>
                </a:solidFill>
              </a:rPr>
              <a:t>Accent 6</a:t>
            </a:r>
          </a:p>
        </p:txBody>
      </p:sp>
    </p:spTree>
    <p:extLst>
      <p:ext uri="{BB962C8B-B14F-4D97-AF65-F5344CB8AC3E}">
        <p14:creationId xmlns:p14="http://schemas.microsoft.com/office/powerpoint/2010/main" val="223835540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Close captioning" hidden="1">
            <a:extLst>
              <a:ext uri="{FF2B5EF4-FFF2-40B4-BE49-F238E27FC236}">
                <a16:creationId xmlns:a16="http://schemas.microsoft.com/office/drawing/2014/main" id="{F3D7D0A9-380E-C5C7-FEA2-5BDE5146630B}"/>
              </a:ext>
              <a:ext uri="{C183D7F6-B498-43B3-948B-1728B52AA6E4}">
                <adec:decorative xmlns:adec="http://schemas.microsoft.com/office/drawing/2017/decorative" val="1"/>
              </a:ext>
            </a:extLst>
          </p:cNvPr>
          <p:cNvPicPr>
            <a:picLocks noChangeAspect="1"/>
          </p:cNvPicPr>
          <p:nvPr/>
        </p:nvPicPr>
        <p:blipFill>
          <a:blip r:embed="rId3" cstate="print">
            <a:alphaModFix/>
            <a:extLst>
              <a:ext uri="{28A0092B-C50C-407E-A947-70E740481C1C}">
                <a14:useLocalDpi xmlns:a14="http://schemas.microsoft.com/office/drawing/2010/main"/>
              </a:ext>
            </a:extLst>
          </a:blip>
          <a:stretch>
            <a:fillRect/>
          </a:stretch>
        </p:blipFill>
        <p:spPr>
          <a:xfrm>
            <a:off x="0" y="0"/>
            <a:ext cx="12192000" cy="6858000"/>
          </a:xfrm>
          <a:prstGeom prst="rect">
            <a:avLst/>
          </a:prstGeom>
        </p:spPr>
      </p:pic>
      <p:sp>
        <p:nvSpPr>
          <p:cNvPr id="17" name="Title 16">
            <a:extLst>
              <a:ext uri="{FF2B5EF4-FFF2-40B4-BE49-F238E27FC236}">
                <a16:creationId xmlns:a16="http://schemas.microsoft.com/office/drawing/2014/main" id="{90848C95-8B55-FF91-F3BE-4BDE4467E40B}"/>
              </a:ext>
            </a:extLst>
          </p:cNvPr>
          <p:cNvSpPr>
            <a:spLocks noGrp="1"/>
          </p:cNvSpPr>
          <p:nvPr>
            <p:ph type="title"/>
          </p:nvPr>
        </p:nvSpPr>
        <p:spPr/>
        <p:txBody>
          <a:bodyPr/>
          <a:lstStyle/>
          <a:p>
            <a:r>
              <a:rPr lang="en-US" dirty="0"/>
              <a:t>Close captions clear space</a:t>
            </a:r>
          </a:p>
        </p:txBody>
      </p:sp>
      <p:sp>
        <p:nvSpPr>
          <p:cNvPr id="5" name="Title 1">
            <a:extLst>
              <a:ext uri="{FF2B5EF4-FFF2-40B4-BE49-F238E27FC236}">
                <a16:creationId xmlns:a16="http://schemas.microsoft.com/office/drawing/2014/main" id="{71C1B726-F040-421B-8171-315537EAEFE9}"/>
              </a:ext>
            </a:extLst>
          </p:cNvPr>
          <p:cNvSpPr txBox="1">
            <a:spLocks/>
          </p:cNvSpPr>
          <p:nvPr/>
        </p:nvSpPr>
        <p:spPr>
          <a:xfrm>
            <a:off x="588263" y="1436688"/>
            <a:ext cx="11018519" cy="576248"/>
          </a:xfrm>
          <a:prstGeom prst="rect">
            <a:avLst/>
          </a:prstGeom>
        </p:spPr>
        <p:txBody>
          <a:bodyPr vert="horz" wrap="square" lIns="0" tIns="0" rIns="0" bIns="0" rtlCol="0" anchor="t">
            <a:spAutoFit/>
          </a:bodyPr>
          <a:lst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a:lnSpc>
                <a:spcPct val="114000"/>
              </a:lnSpc>
              <a:spcBef>
                <a:spcPts val="300"/>
              </a:spcBef>
            </a:pPr>
            <a:r>
              <a:rPr lang="en-US" sz="1600" spc="0" dirty="0">
                <a:latin typeface="+mn-lt"/>
                <a:cs typeface="Segoe UI Semibold" panose="020B0702040204020203" pitchFamily="34" charset="0"/>
              </a:rPr>
              <a:t>For digital events, please keep all presentation content above the dotted red line. </a:t>
            </a:r>
          </a:p>
          <a:p>
            <a:pPr>
              <a:lnSpc>
                <a:spcPct val="114000"/>
              </a:lnSpc>
              <a:spcBef>
                <a:spcPts val="300"/>
              </a:spcBef>
            </a:pPr>
            <a:r>
              <a:rPr lang="en-US" sz="1600" spc="0" dirty="0">
                <a:latin typeface="+mn-lt"/>
                <a:cs typeface="Segoe UI Semibold" panose="020B0702040204020203" pitchFamily="34" charset="0"/>
              </a:rPr>
              <a:t>Area below the dotted red line will be used for closed captions.</a:t>
            </a:r>
          </a:p>
        </p:txBody>
      </p:sp>
      <p:sp>
        <p:nvSpPr>
          <p:cNvPr id="8" name="Rectangle 7">
            <a:extLst>
              <a:ext uri="{FF2B5EF4-FFF2-40B4-BE49-F238E27FC236}">
                <a16:creationId xmlns:a16="http://schemas.microsoft.com/office/drawing/2014/main" id="{310246A0-50B6-450A-BB79-2CB0A7A45D86}"/>
              </a:ext>
              <a:ext uri="{C183D7F6-B498-43B3-948B-1728B52AA6E4}">
                <adec:decorative xmlns:adec="http://schemas.microsoft.com/office/drawing/2017/decorative" val="1"/>
              </a:ext>
            </a:extLst>
          </p:cNvPr>
          <p:cNvSpPr/>
          <p:nvPr/>
        </p:nvSpPr>
        <p:spPr bwMode="auto">
          <a:xfrm>
            <a:off x="0" y="6362608"/>
            <a:ext cx="12192000" cy="495392"/>
          </a:xfrm>
          <a:prstGeom prst="rect">
            <a:avLst/>
          </a:prstGeom>
          <a:pattFill prst="openDmnd">
            <a:fgClr>
              <a:srgbClr val="F4364C"/>
            </a:fgClr>
            <a:bgClr>
              <a:srgbClr val="FFB3BB"/>
            </a:bgClr>
          </a:patt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cxnSp>
        <p:nvCxnSpPr>
          <p:cNvPr id="10" name="Straight Connector 9" descr="Closed captioning below this line.">
            <a:extLst>
              <a:ext uri="{FF2B5EF4-FFF2-40B4-BE49-F238E27FC236}">
                <a16:creationId xmlns:a16="http://schemas.microsoft.com/office/drawing/2014/main" id="{64C45942-734E-42AB-B4FD-DC8D8932BDDB}"/>
              </a:ext>
            </a:extLst>
          </p:cNvPr>
          <p:cNvCxnSpPr>
            <a:cxnSpLocks/>
          </p:cNvCxnSpPr>
          <p:nvPr/>
        </p:nvCxnSpPr>
        <p:spPr>
          <a:xfrm>
            <a:off x="0" y="6362608"/>
            <a:ext cx="12192000" cy="0"/>
          </a:xfrm>
          <a:prstGeom prst="line">
            <a:avLst/>
          </a:prstGeom>
          <a:ln w="22225">
            <a:solidFill>
              <a:srgbClr val="F4364C"/>
            </a:solidFill>
            <a:prstDash val="sys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BC0A8FA0-7CCC-400C-ACA1-E248F6B495C2}"/>
              </a:ext>
            </a:extLst>
          </p:cNvPr>
          <p:cNvSpPr txBox="1"/>
          <p:nvPr/>
        </p:nvSpPr>
        <p:spPr>
          <a:xfrm>
            <a:off x="4921753" y="6502582"/>
            <a:ext cx="7047996" cy="215444"/>
          </a:xfrm>
          <a:prstGeom prst="rect">
            <a:avLst/>
          </a:prstGeom>
          <a:noFill/>
        </p:spPr>
        <p:txBody>
          <a:bodyPr wrap="square" lIns="0" tIns="0" rIns="0" bIns="0" rtlCol="0" anchor="ctr">
            <a:spAutoFit/>
          </a:bodyPr>
          <a:lstStyle/>
          <a:p>
            <a:r>
              <a:rPr lang="en-US" sz="1400" dirty="0">
                <a:solidFill>
                  <a:srgbClr val="000000"/>
                </a:solidFill>
                <a:latin typeface="+mj-lt"/>
              </a:rPr>
              <a:t>Closed captions clear space. Keep all presentation content above the red line.</a:t>
            </a:r>
          </a:p>
        </p:txBody>
      </p:sp>
      <p:cxnSp>
        <p:nvCxnSpPr>
          <p:cNvPr id="18" name="Straight Arrow Connector 17">
            <a:extLst>
              <a:ext uri="{FF2B5EF4-FFF2-40B4-BE49-F238E27FC236}">
                <a16:creationId xmlns:a16="http://schemas.microsoft.com/office/drawing/2014/main" id="{3C2317F9-CAEF-5B24-969A-C8744D3C3F52}"/>
              </a:ext>
              <a:ext uri="{C183D7F6-B498-43B3-948B-1728B52AA6E4}">
                <adec:decorative xmlns:adec="http://schemas.microsoft.com/office/drawing/2017/decorative" val="1"/>
              </a:ext>
            </a:extLst>
          </p:cNvPr>
          <p:cNvCxnSpPr>
            <a:cxnSpLocks/>
          </p:cNvCxnSpPr>
          <p:nvPr/>
        </p:nvCxnSpPr>
        <p:spPr>
          <a:xfrm>
            <a:off x="4722813" y="6394450"/>
            <a:ext cx="0" cy="449403"/>
          </a:xfrm>
          <a:prstGeom prst="straightConnector1">
            <a:avLst/>
          </a:prstGeom>
          <a:ln w="25400">
            <a:solidFill>
              <a:srgbClr val="F4364C"/>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92094046"/>
      </p:ext>
    </p:extLst>
  </p:cSld>
  <p:clrMapOvr>
    <a:masterClrMapping/>
  </p:clrMapOvr>
  <p:transition>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1B027A59-96AF-406B-A5C9-5D24B253ED49}"/>
              </a:ext>
            </a:extLst>
          </p:cNvPr>
          <p:cNvSpPr>
            <a:spLocks noGrp="1"/>
          </p:cNvSpPr>
          <p:nvPr>
            <p:ph type="title"/>
          </p:nvPr>
        </p:nvSpPr>
        <p:spPr/>
        <p:txBody>
          <a:bodyPr/>
          <a:lstStyle/>
          <a:p>
            <a:r>
              <a:rPr lang="en-US" sz="2000" spc="0" dirty="0">
                <a:solidFill>
                  <a:schemeClr val="tx1"/>
                </a:solidFill>
              </a:rPr>
              <a:t>Ensure slide content is accessible</a:t>
            </a:r>
          </a:p>
        </p:txBody>
      </p:sp>
      <p:sp>
        <p:nvSpPr>
          <p:cNvPr id="3" name="Accessiblity definition">
            <a:extLst>
              <a:ext uri="{FF2B5EF4-FFF2-40B4-BE49-F238E27FC236}">
                <a16:creationId xmlns:a16="http://schemas.microsoft.com/office/drawing/2014/main" id="{6514054D-2F19-4667-931D-9475B9BAADA8}"/>
              </a:ext>
            </a:extLst>
          </p:cNvPr>
          <p:cNvSpPr txBox="1">
            <a:spLocks/>
          </p:cNvSpPr>
          <p:nvPr/>
        </p:nvSpPr>
        <p:spPr>
          <a:xfrm>
            <a:off x="585788" y="914400"/>
            <a:ext cx="11025188" cy="166199"/>
          </a:xfrm>
          <a:prstGeom prst="rect">
            <a:avLst/>
          </a:prstGeom>
        </p:spPr>
        <p:txBody>
          <a:bodyPr vert="horz" wrap="square" lIns="0" tIns="0" rIns="0" bIns="0" rtlCol="0">
            <a:spAutoFit/>
          </a:bodyPr>
          <a:lstStyle>
            <a:defPPr>
              <a:defRPr lang="en-US"/>
            </a:defPPr>
            <a:lvl1pPr marR="0" indent="0" defTabSz="914363" fontAlgn="auto">
              <a:lnSpc>
                <a:spcPct val="90000"/>
              </a:lnSpc>
              <a:spcBef>
                <a:spcPts val="2400"/>
              </a:spcBef>
              <a:spcAft>
                <a:spcPts val="0"/>
              </a:spcAft>
              <a:buClrTx/>
              <a:buSzPct val="90000"/>
              <a:buFont typeface="Arial" pitchFamily="34" charset="0"/>
              <a:buNone/>
              <a:tabLst/>
              <a:defRPr sz="2000" spc="0" baseline="0">
                <a:gradFill>
                  <a:gsLst>
                    <a:gs pos="21538">
                      <a:schemeClr val="tx1"/>
                    </a:gs>
                    <a:gs pos="33000">
                      <a:schemeClr val="tx1"/>
                    </a:gs>
                  </a:gsLst>
                  <a:lin ang="5400000" scaled="0"/>
                </a:gradFill>
              </a:defRPr>
            </a:lvl1pPr>
            <a:lvl2pPr marL="0" marR="0" indent="0" defTabSz="914363" fontAlgn="auto">
              <a:lnSpc>
                <a:spcPct val="90000"/>
              </a:lnSpc>
              <a:spcBef>
                <a:spcPct val="20000"/>
              </a:spcBef>
              <a:spcAft>
                <a:spcPts val="0"/>
              </a:spcAft>
              <a:buClrTx/>
              <a:buSzPct val="90000"/>
              <a:buFont typeface="Wingdings" pitchFamily="2" charset="2"/>
              <a:buNone/>
              <a:tabLst/>
              <a:defRPr sz="2000" spc="0" baseline="0">
                <a:gradFill>
                  <a:gsLst>
                    <a:gs pos="100000">
                      <a:schemeClr val="tx1"/>
                    </a:gs>
                    <a:gs pos="6000">
                      <a:schemeClr val="tx1"/>
                    </a:gs>
                  </a:gsLst>
                  <a:lin ang="5400000" scaled="0"/>
                </a:gradFill>
              </a:defRPr>
            </a:lvl2pPr>
            <a:lvl3pPr marL="231775" marR="0" indent="0" defTabSz="914363" fontAlgn="auto">
              <a:lnSpc>
                <a:spcPct val="90000"/>
              </a:lnSpc>
              <a:spcBef>
                <a:spcPct val="20000"/>
              </a:spcBef>
              <a:spcAft>
                <a:spcPts val="0"/>
              </a:spcAft>
              <a:buClrTx/>
              <a:buSzPct val="90000"/>
              <a:buFont typeface="Wingdings" pitchFamily="2" charset="2"/>
              <a:buNone/>
              <a:tabLst>
                <a:tab pos="798513" algn="l"/>
              </a:tabLst>
              <a:defRPr sz="2000" spc="0" baseline="0">
                <a:gradFill>
                  <a:gsLst>
                    <a:gs pos="100000">
                      <a:schemeClr val="tx1"/>
                    </a:gs>
                    <a:gs pos="6000">
                      <a:schemeClr val="tx1"/>
                    </a:gs>
                  </a:gsLst>
                  <a:lin ang="5400000" scaled="0"/>
                </a:gradFill>
              </a:defRPr>
            </a:lvl3pPr>
            <a:lvl4pPr marL="457200" marR="0" indent="0" defTabSz="914363" fontAlgn="auto">
              <a:lnSpc>
                <a:spcPct val="90000"/>
              </a:lnSpc>
              <a:spcBef>
                <a:spcPct val="20000"/>
              </a:spcBef>
              <a:spcAft>
                <a:spcPts val="0"/>
              </a:spcAft>
              <a:buClrTx/>
              <a:buSzPct val="90000"/>
              <a:buFont typeface="Wingdings" pitchFamily="2" charset="2"/>
              <a:buNone/>
              <a:tabLst/>
              <a:defRPr sz="2000" spc="0" baseline="0">
                <a:gradFill>
                  <a:gsLst>
                    <a:gs pos="100000">
                      <a:schemeClr val="tx1"/>
                    </a:gs>
                    <a:gs pos="6000">
                      <a:schemeClr val="tx1"/>
                    </a:gs>
                  </a:gsLst>
                  <a:lin ang="5400000" scaled="0"/>
                </a:gradFill>
              </a:defRPr>
            </a:lvl4pPr>
            <a:lvl5pPr marL="693738" marR="0" indent="0" defTabSz="914363" fontAlgn="auto">
              <a:lnSpc>
                <a:spcPct val="90000"/>
              </a:lnSpc>
              <a:spcBef>
                <a:spcPct val="20000"/>
              </a:spcBef>
              <a:spcAft>
                <a:spcPts val="0"/>
              </a:spcAft>
              <a:buClrTx/>
              <a:buSzPct val="90000"/>
              <a:buFont typeface="Wingdings" pitchFamily="2" charset="2"/>
              <a:buNone/>
              <a:tabLst>
                <a:tab pos="1255713" algn="l"/>
              </a:tabLst>
              <a:defRPr sz="2000" spc="0" baseline="0">
                <a:gradFill>
                  <a:gsLst>
                    <a:gs pos="100000">
                      <a:schemeClr val="tx1"/>
                    </a:gs>
                    <a:gs pos="6000">
                      <a:schemeClr val="tx1"/>
                    </a:gs>
                  </a:gsLst>
                  <a:lin ang="5400000" scaled="0"/>
                </a:gradFill>
              </a:defRPr>
            </a:lvl5pPr>
            <a:lvl6pPr marL="2514499" indent="-228591" defTabSz="914363">
              <a:spcBef>
                <a:spcPct val="20000"/>
              </a:spcBef>
              <a:buFont typeface="Arial" pitchFamily="34" charset="0"/>
              <a:buChar char="•"/>
              <a:defRPr sz="2000"/>
            </a:lvl6pPr>
            <a:lvl7pPr marL="2971681" indent="-228591" defTabSz="914363">
              <a:spcBef>
                <a:spcPct val="20000"/>
              </a:spcBef>
              <a:buFont typeface="Arial" pitchFamily="34" charset="0"/>
              <a:buChar char="•"/>
              <a:defRPr sz="2000"/>
            </a:lvl7pPr>
            <a:lvl8pPr marL="3428863" indent="-228591" defTabSz="914363">
              <a:spcBef>
                <a:spcPct val="20000"/>
              </a:spcBef>
              <a:buFont typeface="Arial" pitchFamily="34" charset="0"/>
              <a:buChar char="•"/>
              <a:defRPr sz="2000"/>
            </a:lvl8pPr>
            <a:lvl9pPr marL="3886045" indent="-228591" defTabSz="914363">
              <a:spcBef>
                <a:spcPct val="20000"/>
              </a:spcBef>
              <a:buFont typeface="Arial" pitchFamily="34" charset="0"/>
              <a:buChar char="•"/>
              <a:defRPr sz="2000"/>
            </a:lvl9pPr>
          </a:lstStyle>
          <a:p>
            <a:r>
              <a:rPr lang="en-US" sz="1200" dirty="0">
                <a:solidFill>
                  <a:schemeClr val="tx1"/>
                </a:solidFill>
              </a:rPr>
              <a:t>Take the following steps to create accessible content that everyone can consume effectively.</a:t>
            </a:r>
          </a:p>
        </p:txBody>
      </p:sp>
      <p:sp>
        <p:nvSpPr>
          <p:cNvPr id="37" name="Contrast instructions text box">
            <a:extLst>
              <a:ext uri="{FF2B5EF4-FFF2-40B4-BE49-F238E27FC236}">
                <a16:creationId xmlns:a16="http://schemas.microsoft.com/office/drawing/2014/main" id="{20DEDD7D-8FEA-4C76-9F0C-85F00716692E}"/>
              </a:ext>
            </a:extLst>
          </p:cNvPr>
          <p:cNvSpPr txBox="1">
            <a:spLocks/>
          </p:cNvSpPr>
          <p:nvPr/>
        </p:nvSpPr>
        <p:spPr>
          <a:xfrm>
            <a:off x="581978" y="1435100"/>
            <a:ext cx="1965960" cy="2009076"/>
          </a:xfrm>
          <a:prstGeom prst="rect">
            <a:avLst/>
          </a:prstGeom>
        </p:spPr>
        <p:txBody>
          <a:bodyPr lIns="0" tIns="0" rIns="0" bIns="0">
            <a:spAutoFit/>
          </a:bodyPr>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14367">
              <a:lnSpc>
                <a:spcPct val="100000"/>
              </a:lnSpc>
              <a:spcBef>
                <a:spcPts val="0"/>
              </a:spcBef>
              <a:spcAft>
                <a:spcPts val="600"/>
              </a:spcAft>
              <a:buNone/>
              <a:defRPr/>
            </a:pPr>
            <a:r>
              <a:rPr lang="en-US" sz="1600" dirty="0">
                <a:solidFill>
                  <a:schemeClr val="tx1"/>
                </a:solidFill>
                <a:cs typeface="Segoe UI Semibold" panose="020B0702040204020203" pitchFamily="34" charset="0"/>
              </a:rPr>
              <a:t>Contrast</a:t>
            </a:r>
          </a:p>
          <a:p>
            <a:pPr marL="0" indent="0" defTabSz="903827">
              <a:lnSpc>
                <a:spcPct val="100000"/>
              </a:lnSpc>
              <a:spcBef>
                <a:spcPts val="775"/>
              </a:spcBef>
              <a:buNone/>
              <a:defRPr/>
            </a:pPr>
            <a:r>
              <a:rPr lang="en-US" sz="1200" dirty="0">
                <a:solidFill>
                  <a:schemeClr val="tx1"/>
                </a:solidFill>
                <a:latin typeface="Segoe UI" panose="020B0502040204020203" pitchFamily="34" charset="0"/>
                <a:cs typeface="Segoe UI" panose="020B0502040204020203" pitchFamily="34" charset="0"/>
              </a:rPr>
              <a:t>Use high contrast colors for maximum readability</a:t>
            </a:r>
          </a:p>
          <a:p>
            <a:pPr marL="0" indent="0" defTabSz="903827">
              <a:lnSpc>
                <a:spcPct val="100000"/>
              </a:lnSpc>
              <a:spcBef>
                <a:spcPts val="581"/>
              </a:spcBef>
              <a:buNone/>
              <a:defRPr/>
            </a:pPr>
            <a:r>
              <a:rPr lang="en-US" sz="1200" dirty="0">
                <a:solidFill>
                  <a:schemeClr val="tx1"/>
                </a:solidFill>
                <a:latin typeface="Segoe UI" panose="020B0502040204020203" pitchFamily="34" charset="0"/>
                <a:cs typeface="Segoe UI" panose="020B0502040204020203" pitchFamily="34" charset="0"/>
              </a:rPr>
              <a:t>The recommended contrast ratio is at least 4.5:1</a:t>
            </a:r>
          </a:p>
          <a:p>
            <a:pPr marL="0" indent="0" defTabSz="903827">
              <a:lnSpc>
                <a:spcPct val="100000"/>
              </a:lnSpc>
              <a:spcBef>
                <a:spcPts val="581"/>
              </a:spcBef>
              <a:buNone/>
              <a:defRPr/>
            </a:pPr>
            <a:endParaRPr lang="en-US" sz="1163" dirty="0">
              <a:gradFill>
                <a:gsLst>
                  <a:gs pos="15356">
                    <a:srgbClr val="1A1A1A"/>
                  </a:gs>
                  <a:gs pos="56000">
                    <a:srgbClr val="1A1A1A"/>
                  </a:gs>
                </a:gsLst>
                <a:lin ang="5400000" scaled="0"/>
              </a:gradFill>
              <a:latin typeface="Segoe UI" panose="020B0502040204020203" pitchFamily="34" charset="0"/>
            </a:endParaRPr>
          </a:p>
          <a:p>
            <a:pPr marL="0" indent="0" defTabSz="903827">
              <a:lnSpc>
                <a:spcPct val="100000"/>
              </a:lnSpc>
              <a:spcBef>
                <a:spcPts val="581"/>
              </a:spcBef>
              <a:buNone/>
              <a:defRPr/>
            </a:pPr>
            <a:endParaRPr lang="en-US" sz="1163" dirty="0">
              <a:gradFill>
                <a:gsLst>
                  <a:gs pos="15356">
                    <a:srgbClr val="1A1A1A"/>
                  </a:gs>
                  <a:gs pos="56000">
                    <a:srgbClr val="1A1A1A"/>
                  </a:gs>
                </a:gsLst>
                <a:lin ang="5400000" scaled="0"/>
              </a:gradFill>
              <a:latin typeface="Segoe UI" panose="020B0502040204020203" pitchFamily="34" charset="0"/>
            </a:endParaRPr>
          </a:p>
          <a:p>
            <a:pPr marL="0" indent="0" defTabSz="903827">
              <a:lnSpc>
                <a:spcPct val="100000"/>
              </a:lnSpc>
              <a:spcBef>
                <a:spcPts val="581"/>
              </a:spcBef>
              <a:buNone/>
              <a:defRPr/>
            </a:pPr>
            <a:endParaRPr lang="en-US" sz="1163" dirty="0">
              <a:gradFill>
                <a:gsLst>
                  <a:gs pos="15356">
                    <a:srgbClr val="1A1A1A"/>
                  </a:gs>
                  <a:gs pos="56000">
                    <a:srgbClr val="1A1A1A"/>
                  </a:gs>
                </a:gsLst>
                <a:lin ang="5400000" scaled="0"/>
              </a:gradFill>
              <a:latin typeface="Segoe UI" panose="020B0502040204020203" pitchFamily="34" charset="0"/>
            </a:endParaRPr>
          </a:p>
        </p:txBody>
      </p:sp>
      <p:pic>
        <p:nvPicPr>
          <p:cNvPr id="5" name="Text contrast example" descr="Contrast example&#10;&#10;Graphic showing a comparison of contrasted text and background colors. The first block is light grey with dark grey text that reads &quot;Text&quot;. The second block is blue with white text that reads &quot;Text&quot;. The third block is light blue with white text that reads &quot;Text&quot; and a red slash over it.">
            <a:extLst>
              <a:ext uri="{FF2B5EF4-FFF2-40B4-BE49-F238E27FC236}">
                <a16:creationId xmlns:a16="http://schemas.microsoft.com/office/drawing/2014/main" id="{961B990F-5FB2-4B27-84E5-14D427CB6997}"/>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582125" y="2816560"/>
            <a:ext cx="1956816" cy="469392"/>
          </a:xfrm>
          <a:prstGeom prst="rect">
            <a:avLst/>
          </a:prstGeom>
        </p:spPr>
      </p:pic>
      <p:sp>
        <p:nvSpPr>
          <p:cNvPr id="38" name="Contrast instructions text box">
            <a:extLst>
              <a:ext uri="{FF2B5EF4-FFF2-40B4-BE49-F238E27FC236}">
                <a16:creationId xmlns:a16="http://schemas.microsoft.com/office/drawing/2014/main" id="{2F4B2438-A3DB-41FC-8A90-FEBAB7AD5691}"/>
              </a:ext>
            </a:extLst>
          </p:cNvPr>
          <p:cNvSpPr txBox="1">
            <a:spLocks/>
          </p:cNvSpPr>
          <p:nvPr/>
        </p:nvSpPr>
        <p:spPr>
          <a:xfrm>
            <a:off x="581978" y="3480862"/>
            <a:ext cx="1965960" cy="769441"/>
          </a:xfrm>
          <a:prstGeom prst="rect">
            <a:avLst/>
          </a:prstGeom>
        </p:spPr>
        <p:txBody>
          <a:bodyPr lIns="0" tIns="0" rIns="0" bIns="0">
            <a:spAutoFit/>
          </a:bodyPr>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03827">
              <a:lnSpc>
                <a:spcPct val="100000"/>
              </a:lnSpc>
              <a:spcBef>
                <a:spcPts val="1163"/>
              </a:spcBef>
              <a:buNone/>
              <a:defRPr/>
            </a:pPr>
            <a:r>
              <a:rPr lang="en-US" sz="1200" dirty="0">
                <a:solidFill>
                  <a:schemeClr val="tx1"/>
                </a:solidFill>
                <a:cs typeface="Segoe UI" panose="020B0502040204020203" pitchFamily="34" charset="0"/>
              </a:rPr>
              <a:t>Color Contrast Analyzer</a:t>
            </a:r>
          </a:p>
          <a:p>
            <a:pPr marL="0" indent="0" defTabSz="903827">
              <a:lnSpc>
                <a:spcPct val="110000"/>
              </a:lnSpc>
              <a:spcBef>
                <a:spcPts val="581"/>
              </a:spcBef>
              <a:buNone/>
              <a:defRPr/>
            </a:pPr>
            <a:r>
              <a:rPr lang="en-US" sz="1000" dirty="0">
                <a:solidFill>
                  <a:schemeClr val="tx1"/>
                </a:solidFill>
                <a:latin typeface="Segoe UI" panose="020B0502040204020203" pitchFamily="34" charset="0"/>
                <a:cs typeface="Segoe UI" panose="020B0502040204020203" pitchFamily="34" charset="0"/>
              </a:rPr>
              <a:t>Download this tool to determine the legibility of text and the contrast of visual elements</a:t>
            </a:r>
          </a:p>
        </p:txBody>
      </p:sp>
      <p:grpSp>
        <p:nvGrpSpPr>
          <p:cNvPr id="57" name="Download Button" descr="A blue block with the download symbol and text that reads &quot;Download&quot;. This is object has a link to http://www.paciellogroup.com/resources/contrastAnalyser" title="Color Contrast Analyzer link">
            <a:extLst>
              <a:ext uri="{FF2B5EF4-FFF2-40B4-BE49-F238E27FC236}">
                <a16:creationId xmlns:a16="http://schemas.microsoft.com/office/drawing/2014/main" id="{5DB1FF77-B404-417B-83F7-3CF7D11966A9}"/>
              </a:ext>
            </a:extLst>
          </p:cNvPr>
          <p:cNvGrpSpPr/>
          <p:nvPr/>
        </p:nvGrpSpPr>
        <p:grpSpPr>
          <a:xfrm>
            <a:off x="597535" y="4340436"/>
            <a:ext cx="1950402" cy="450327"/>
            <a:chOff x="490358" y="4875348"/>
            <a:chExt cx="2144219" cy="464743"/>
          </a:xfrm>
        </p:grpSpPr>
        <p:sp>
          <p:nvSpPr>
            <p:cNvPr id="58" name="Download label">
              <a:hlinkClick r:id="rId4"/>
              <a:extLst>
                <a:ext uri="{FF2B5EF4-FFF2-40B4-BE49-F238E27FC236}">
                  <a16:creationId xmlns:a16="http://schemas.microsoft.com/office/drawing/2014/main" id="{3815550E-8A48-41BD-A79B-0954654B269F}"/>
                </a:ext>
              </a:extLst>
            </p:cNvPr>
            <p:cNvSpPr txBox="1">
              <a:spLocks/>
            </p:cNvSpPr>
            <p:nvPr/>
          </p:nvSpPr>
          <p:spPr>
            <a:xfrm>
              <a:off x="490358" y="4875348"/>
              <a:ext cx="2144219" cy="464743"/>
            </a:xfrm>
            <a:prstGeom prst="rect">
              <a:avLst/>
            </a:prstGeom>
            <a:solidFill>
              <a:srgbClr val="0078D4"/>
            </a:solidFill>
          </p:spPr>
          <p:txBody>
            <a:bodyPr wrap="square" lIns="141766" tIns="141766" rIns="141766" bIns="141766" anchor="ctr">
              <a:spAutoFit/>
            </a:bodyPr>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defTabSz="903827">
                <a:lnSpc>
                  <a:spcPct val="100000"/>
                </a:lnSpc>
                <a:spcBef>
                  <a:spcPts val="0"/>
                </a:spcBef>
                <a:spcAft>
                  <a:spcPts val="581"/>
                </a:spcAft>
                <a:buNone/>
                <a:defRPr/>
              </a:pPr>
              <a:r>
                <a:rPr lang="en-US" sz="1066" b="1" dirty="0">
                  <a:solidFill>
                    <a:srgbClr val="FFFFFF"/>
                  </a:solidFill>
                  <a:latin typeface="Segoe UI" panose="020B0502040204020203" pitchFamily="34" charset="0"/>
                </a:rPr>
                <a:t>Download</a:t>
              </a:r>
            </a:p>
          </p:txBody>
        </p:sp>
        <p:sp>
          <p:nvSpPr>
            <p:cNvPr id="59" name="Download button">
              <a:extLst>
                <a:ext uri="{FF2B5EF4-FFF2-40B4-BE49-F238E27FC236}">
                  <a16:creationId xmlns:a16="http://schemas.microsoft.com/office/drawing/2014/main" id="{D9423BB1-426F-43D9-8EFE-F86CBCF6E146}"/>
                </a:ext>
              </a:extLst>
            </p:cNvPr>
            <p:cNvSpPr>
              <a:spLocks noChangeAspect="1" noEditPoints="1"/>
            </p:cNvSpPr>
            <p:nvPr/>
          </p:nvSpPr>
          <p:spPr bwMode="auto">
            <a:xfrm>
              <a:off x="950966" y="5020486"/>
              <a:ext cx="93930" cy="161766"/>
            </a:xfrm>
            <a:custGeom>
              <a:avLst/>
              <a:gdLst>
                <a:gd name="T0" fmla="*/ 144 w 144"/>
                <a:gd name="T1" fmla="*/ 132 h 248"/>
                <a:gd name="T2" fmla="*/ 72 w 144"/>
                <a:gd name="T3" fmla="*/ 203 h 248"/>
                <a:gd name="T4" fmla="*/ 0 w 144"/>
                <a:gd name="T5" fmla="*/ 132 h 248"/>
                <a:gd name="T6" fmla="*/ 72 w 144"/>
                <a:gd name="T7" fmla="*/ 203 h 248"/>
                <a:gd name="T8" fmla="*/ 72 w 144"/>
                <a:gd name="T9" fmla="*/ 0 h 248"/>
                <a:gd name="T10" fmla="*/ 0 w 144"/>
                <a:gd name="T11" fmla="*/ 248 h 248"/>
                <a:gd name="T12" fmla="*/ 144 w 144"/>
                <a:gd name="T13" fmla="*/ 248 h 248"/>
              </a:gdLst>
              <a:ahLst/>
              <a:cxnLst>
                <a:cxn ang="0">
                  <a:pos x="T0" y="T1"/>
                </a:cxn>
                <a:cxn ang="0">
                  <a:pos x="T2" y="T3"/>
                </a:cxn>
                <a:cxn ang="0">
                  <a:pos x="T4" y="T5"/>
                </a:cxn>
                <a:cxn ang="0">
                  <a:pos x="T6" y="T7"/>
                </a:cxn>
                <a:cxn ang="0">
                  <a:pos x="T8" y="T9"/>
                </a:cxn>
                <a:cxn ang="0">
                  <a:pos x="T10" y="T11"/>
                </a:cxn>
                <a:cxn ang="0">
                  <a:pos x="T12" y="T13"/>
                </a:cxn>
              </a:cxnLst>
              <a:rect l="0" t="0" r="r" b="b"/>
              <a:pathLst>
                <a:path w="144" h="248">
                  <a:moveTo>
                    <a:pt x="144" y="132"/>
                  </a:moveTo>
                  <a:lnTo>
                    <a:pt x="72" y="203"/>
                  </a:lnTo>
                  <a:lnTo>
                    <a:pt x="0" y="132"/>
                  </a:lnTo>
                  <a:moveTo>
                    <a:pt x="72" y="203"/>
                  </a:moveTo>
                  <a:lnTo>
                    <a:pt x="72" y="0"/>
                  </a:lnTo>
                  <a:moveTo>
                    <a:pt x="0" y="248"/>
                  </a:moveTo>
                  <a:lnTo>
                    <a:pt x="144" y="248"/>
                  </a:lnTo>
                </a:path>
              </a:pathLst>
            </a:custGeom>
            <a:noFill/>
            <a:ln w="19050" cap="flat">
              <a:solidFill>
                <a:srgbClr val="FFFFFF"/>
              </a:solidFill>
              <a:prstDash val="solid"/>
              <a:miter lim="800000"/>
              <a:headEnd/>
              <a:tailEnd/>
            </a:ln>
          </p:spPr>
          <p:txBody>
            <a:bodyPr vert="horz" wrap="square" lIns="88604" tIns="44302" rIns="88604" bIns="44302" numCol="1" anchor="t" anchorCtr="0" compatLnSpc="1">
              <a:prstTxWarp prst="textNoShape">
                <a:avLst/>
              </a:prstTxWarp>
            </a:bodyPr>
            <a:lstStyle/>
            <a:p>
              <a:pPr defTabSz="886022"/>
              <a:endParaRPr lang="en-US" sz="872" dirty="0">
                <a:gradFill>
                  <a:gsLst>
                    <a:gs pos="15356">
                      <a:srgbClr val="1A1A1A"/>
                    </a:gs>
                    <a:gs pos="56000">
                      <a:srgbClr val="1A1A1A"/>
                    </a:gs>
                  </a:gsLst>
                  <a:lin ang="5400000" scaled="0"/>
                </a:gradFill>
                <a:latin typeface="Segoe UI" panose="020B0502040204020203" pitchFamily="34" charset="0"/>
              </a:endParaRPr>
            </a:p>
          </p:txBody>
        </p:sp>
      </p:grpSp>
      <p:sp>
        <p:nvSpPr>
          <p:cNvPr id="60" name="Shape &amp; color instruciton text box">
            <a:extLst>
              <a:ext uri="{FF2B5EF4-FFF2-40B4-BE49-F238E27FC236}">
                <a16:creationId xmlns:a16="http://schemas.microsoft.com/office/drawing/2014/main" id="{C2360DC8-3A46-4137-A4F2-FDA24265CA9D}"/>
              </a:ext>
            </a:extLst>
          </p:cNvPr>
          <p:cNvSpPr txBox="1">
            <a:spLocks/>
          </p:cNvSpPr>
          <p:nvPr/>
        </p:nvSpPr>
        <p:spPr>
          <a:xfrm>
            <a:off x="2843458" y="1435100"/>
            <a:ext cx="1965960" cy="1717714"/>
          </a:xfrm>
          <a:prstGeom prst="rect">
            <a:avLst/>
          </a:prstGeom>
        </p:spPr>
        <p:txBody>
          <a:bodyPr lIns="0" tIns="0" rIns="0" bIns="0">
            <a:spAutoFit/>
          </a:bodyPr>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14367">
              <a:lnSpc>
                <a:spcPct val="100000"/>
              </a:lnSpc>
              <a:spcBef>
                <a:spcPts val="0"/>
              </a:spcBef>
              <a:spcAft>
                <a:spcPts val="600"/>
              </a:spcAft>
              <a:buNone/>
              <a:defRPr/>
            </a:pPr>
            <a:r>
              <a:rPr lang="en-US" sz="1600" dirty="0">
                <a:solidFill>
                  <a:schemeClr val="tx1"/>
                </a:solidFill>
                <a:cs typeface="Segoe UI Semibold" panose="020B0702040204020203" pitchFamily="34" charset="0"/>
              </a:rPr>
              <a:t>Shape and color</a:t>
            </a:r>
          </a:p>
          <a:p>
            <a:pPr marL="0" indent="0" defTabSz="903827">
              <a:lnSpc>
                <a:spcPct val="100000"/>
              </a:lnSpc>
              <a:spcBef>
                <a:spcPts val="775"/>
              </a:spcBef>
              <a:buNone/>
              <a:defRPr/>
            </a:pPr>
            <a:r>
              <a:rPr lang="en-US" sz="1200" dirty="0">
                <a:solidFill>
                  <a:schemeClr val="tx1"/>
                </a:solidFill>
                <a:latin typeface="Segoe UI" panose="020B0502040204020203" pitchFamily="34" charset="0"/>
                <a:cs typeface="Segoe UI" panose="020B0502040204020203" pitchFamily="34" charset="0"/>
              </a:rPr>
              <a:t>Use different shapes with a legend to indicate statuses to accommodate for color blindness</a:t>
            </a:r>
          </a:p>
          <a:p>
            <a:pPr marL="0" indent="0" defTabSz="903827">
              <a:lnSpc>
                <a:spcPct val="100000"/>
              </a:lnSpc>
              <a:spcBef>
                <a:spcPts val="1163"/>
              </a:spcBef>
              <a:buNone/>
              <a:defRPr/>
            </a:pPr>
            <a:r>
              <a:rPr lang="en-US" sz="1200" b="1" dirty="0">
                <a:solidFill>
                  <a:schemeClr val="tx1"/>
                </a:solidFill>
                <a:latin typeface="Segoe UI" panose="020B0502040204020203" pitchFamily="34" charset="0"/>
                <a:cs typeface="Segoe UI" panose="020B0502040204020203" pitchFamily="34" charset="0"/>
              </a:rPr>
              <a:t>Example: </a:t>
            </a:r>
          </a:p>
          <a:p>
            <a:pPr marL="0" indent="0" defTabSz="903827">
              <a:lnSpc>
                <a:spcPct val="100000"/>
              </a:lnSpc>
              <a:buNone/>
              <a:defRPr/>
            </a:pPr>
            <a:endParaRPr lang="en-US" sz="1163" dirty="0">
              <a:gradFill>
                <a:gsLst>
                  <a:gs pos="15356">
                    <a:srgbClr val="1A1A1A"/>
                  </a:gs>
                  <a:gs pos="56000">
                    <a:srgbClr val="1A1A1A"/>
                  </a:gs>
                </a:gsLst>
                <a:lin ang="5400000" scaled="0"/>
              </a:gradFill>
              <a:latin typeface="Segoe UI" panose="020B0502040204020203" pitchFamily="34" charset="0"/>
            </a:endParaRPr>
          </a:p>
        </p:txBody>
      </p:sp>
      <p:grpSp>
        <p:nvGrpSpPr>
          <p:cNvPr id="61" name="Shape usage example" descr="Demonstration of using both shape and color to identify different entities. &#10;&#10;This is a light grey box with three lines of text that read Subject 1 with a green circle next to it, Subject 2 with a yellow triangle, and Subject 3 with a red X. Each shape has a corresponding category assigned in a key at the bottom of the graphic. The green circle is titled C1, yellow triangle titled C2, and red X titled C3.">
            <a:extLst>
              <a:ext uri="{FF2B5EF4-FFF2-40B4-BE49-F238E27FC236}">
                <a16:creationId xmlns:a16="http://schemas.microsoft.com/office/drawing/2014/main" id="{3870E2D4-BB05-4292-8B2C-684463A840EA}"/>
              </a:ext>
            </a:extLst>
          </p:cNvPr>
          <p:cNvGrpSpPr/>
          <p:nvPr/>
        </p:nvGrpSpPr>
        <p:grpSpPr>
          <a:xfrm>
            <a:off x="2835881" y="3026393"/>
            <a:ext cx="1969570" cy="1878339"/>
            <a:chOff x="2835115" y="4084309"/>
            <a:chExt cx="2012787" cy="1919555"/>
          </a:xfrm>
        </p:grpSpPr>
        <p:sp>
          <p:nvSpPr>
            <p:cNvPr id="62" name="Background and text">
              <a:hlinkClick r:id="rId4"/>
              <a:extLst>
                <a:ext uri="{FF2B5EF4-FFF2-40B4-BE49-F238E27FC236}">
                  <a16:creationId xmlns:a16="http://schemas.microsoft.com/office/drawing/2014/main" id="{6A4B7AA5-AB2E-45C8-9D8A-BDE9E243F04F}"/>
                </a:ext>
              </a:extLst>
            </p:cNvPr>
            <p:cNvSpPr txBox="1">
              <a:spLocks/>
            </p:cNvSpPr>
            <p:nvPr/>
          </p:nvSpPr>
          <p:spPr>
            <a:xfrm>
              <a:off x="2835115" y="4084309"/>
              <a:ext cx="2012787" cy="1919555"/>
            </a:xfrm>
            <a:prstGeom prst="rect">
              <a:avLst/>
            </a:prstGeom>
            <a:solidFill>
              <a:srgbClr val="FFFFFF"/>
            </a:solidFill>
            <a:ln>
              <a:solidFill>
                <a:schemeClr val="tx1"/>
              </a:solidFill>
            </a:ln>
          </p:spPr>
          <p:txBody>
            <a:bodyPr wrap="square" lIns="177207" tIns="141766" rIns="177207" bIns="141766" anchor="t">
              <a:noAutofit/>
            </a:bodyPr>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03827">
                <a:lnSpc>
                  <a:spcPct val="200000"/>
                </a:lnSpc>
                <a:spcBef>
                  <a:spcPts val="0"/>
                </a:spcBef>
                <a:spcAft>
                  <a:spcPts val="581"/>
                </a:spcAft>
                <a:buNone/>
                <a:defRPr/>
              </a:pPr>
              <a:r>
                <a:rPr lang="en-US" sz="1066" b="1" dirty="0">
                  <a:gradFill>
                    <a:gsLst>
                      <a:gs pos="15356">
                        <a:srgbClr val="1A1A1A"/>
                      </a:gs>
                      <a:gs pos="56000">
                        <a:srgbClr val="1A1A1A"/>
                      </a:gs>
                    </a:gsLst>
                    <a:lin ang="5400000" scaled="0"/>
                  </a:gradFill>
                  <a:latin typeface="Segoe UI" panose="020B0502040204020203" pitchFamily="34" charset="0"/>
                </a:rPr>
                <a:t>Subject 1</a:t>
              </a:r>
            </a:p>
            <a:p>
              <a:pPr marL="0" indent="0" defTabSz="903827">
                <a:lnSpc>
                  <a:spcPct val="200000"/>
                </a:lnSpc>
                <a:spcBef>
                  <a:spcPts val="0"/>
                </a:spcBef>
                <a:spcAft>
                  <a:spcPts val="581"/>
                </a:spcAft>
                <a:buNone/>
                <a:defRPr/>
              </a:pPr>
              <a:r>
                <a:rPr lang="en-US" sz="1066" b="1" dirty="0">
                  <a:gradFill>
                    <a:gsLst>
                      <a:gs pos="15356">
                        <a:srgbClr val="1A1A1A"/>
                      </a:gs>
                      <a:gs pos="56000">
                        <a:srgbClr val="1A1A1A"/>
                      </a:gs>
                    </a:gsLst>
                    <a:lin ang="5400000" scaled="0"/>
                  </a:gradFill>
                  <a:latin typeface="Segoe UI" panose="020B0502040204020203" pitchFamily="34" charset="0"/>
                </a:rPr>
                <a:t>Subject 2</a:t>
              </a:r>
            </a:p>
            <a:p>
              <a:pPr marL="0" indent="0" defTabSz="903827">
                <a:lnSpc>
                  <a:spcPct val="200000"/>
                </a:lnSpc>
                <a:spcBef>
                  <a:spcPts val="0"/>
                </a:spcBef>
                <a:spcAft>
                  <a:spcPts val="581"/>
                </a:spcAft>
                <a:buNone/>
                <a:defRPr/>
              </a:pPr>
              <a:r>
                <a:rPr lang="en-US" sz="1066" b="1" dirty="0">
                  <a:gradFill>
                    <a:gsLst>
                      <a:gs pos="15356">
                        <a:srgbClr val="1A1A1A"/>
                      </a:gs>
                      <a:gs pos="56000">
                        <a:srgbClr val="1A1A1A"/>
                      </a:gs>
                    </a:gsLst>
                    <a:lin ang="5400000" scaled="0"/>
                  </a:gradFill>
                  <a:latin typeface="Segoe UI" panose="020B0502040204020203" pitchFamily="34" charset="0"/>
                </a:rPr>
                <a:t>Subject 3</a:t>
              </a:r>
            </a:p>
          </p:txBody>
        </p:sp>
        <p:grpSp>
          <p:nvGrpSpPr>
            <p:cNvPr id="63" name="Group 62">
              <a:extLst>
                <a:ext uri="{FF2B5EF4-FFF2-40B4-BE49-F238E27FC236}">
                  <a16:creationId xmlns:a16="http://schemas.microsoft.com/office/drawing/2014/main" id="{44044DA5-FA1B-4F48-9EAA-783D9941E3F6}"/>
                </a:ext>
              </a:extLst>
            </p:cNvPr>
            <p:cNvGrpSpPr/>
            <p:nvPr/>
          </p:nvGrpSpPr>
          <p:grpSpPr>
            <a:xfrm>
              <a:off x="3016089" y="4633595"/>
              <a:ext cx="1603535" cy="830385"/>
              <a:chOff x="3016090" y="4740275"/>
              <a:chExt cx="1578136" cy="830385"/>
            </a:xfrm>
          </p:grpSpPr>
          <p:cxnSp>
            <p:nvCxnSpPr>
              <p:cNvPr id="75" name="Top horizontal seperator">
                <a:extLst>
                  <a:ext uri="{FF2B5EF4-FFF2-40B4-BE49-F238E27FC236}">
                    <a16:creationId xmlns:a16="http://schemas.microsoft.com/office/drawing/2014/main" id="{AEA6491A-6412-48D9-9472-A6770D45F5C2}"/>
                  </a:ext>
                  <a:ext uri="{C183D7F6-B498-43B3-948B-1728B52AA6E4}">
                    <adec:decorative xmlns:adec="http://schemas.microsoft.com/office/drawing/2017/decorative" val="1"/>
                  </a:ext>
                </a:extLst>
              </p:cNvPr>
              <p:cNvCxnSpPr>
                <a:cxnSpLocks/>
              </p:cNvCxnSpPr>
              <p:nvPr/>
            </p:nvCxnSpPr>
            <p:spPr>
              <a:xfrm>
                <a:off x="3016090" y="4740275"/>
                <a:ext cx="1578136" cy="0"/>
              </a:xfrm>
              <a:prstGeom prst="line">
                <a:avLst/>
              </a:prstGeom>
              <a:ln>
                <a:solidFill>
                  <a:srgbClr val="969696"/>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4" name="Middle horizontal seperator">
                <a:extLst>
                  <a:ext uri="{FF2B5EF4-FFF2-40B4-BE49-F238E27FC236}">
                    <a16:creationId xmlns:a16="http://schemas.microsoft.com/office/drawing/2014/main" id="{4DC437DA-FE75-4947-B72F-FAA661F5E200}"/>
                  </a:ext>
                  <a:ext uri="{C183D7F6-B498-43B3-948B-1728B52AA6E4}">
                    <adec:decorative xmlns:adec="http://schemas.microsoft.com/office/drawing/2017/decorative" val="1"/>
                  </a:ext>
                </a:extLst>
              </p:cNvPr>
              <p:cNvCxnSpPr>
                <a:cxnSpLocks/>
              </p:cNvCxnSpPr>
              <p:nvPr/>
            </p:nvCxnSpPr>
            <p:spPr>
              <a:xfrm>
                <a:off x="3016090" y="5155467"/>
                <a:ext cx="1578136" cy="0"/>
              </a:xfrm>
              <a:prstGeom prst="line">
                <a:avLst/>
              </a:prstGeom>
              <a:ln>
                <a:solidFill>
                  <a:srgbClr val="969696"/>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3" name="Bottom horizontal seperator">
                <a:extLst>
                  <a:ext uri="{FF2B5EF4-FFF2-40B4-BE49-F238E27FC236}">
                    <a16:creationId xmlns:a16="http://schemas.microsoft.com/office/drawing/2014/main" id="{8DE5CF51-EC88-4552-AD5F-23FB8B8AA45E}"/>
                  </a:ext>
                  <a:ext uri="{C183D7F6-B498-43B3-948B-1728B52AA6E4}">
                    <adec:decorative xmlns:adec="http://schemas.microsoft.com/office/drawing/2017/decorative" val="1"/>
                  </a:ext>
                </a:extLst>
              </p:cNvPr>
              <p:cNvCxnSpPr>
                <a:cxnSpLocks/>
              </p:cNvCxnSpPr>
              <p:nvPr/>
            </p:nvCxnSpPr>
            <p:spPr>
              <a:xfrm>
                <a:off x="3016090" y="5570660"/>
                <a:ext cx="1578136" cy="0"/>
              </a:xfrm>
              <a:prstGeom prst="line">
                <a:avLst/>
              </a:prstGeom>
              <a:ln>
                <a:solidFill>
                  <a:srgbClr val="969696"/>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72" name="Example green circle">
              <a:extLst>
                <a:ext uri="{FF2B5EF4-FFF2-40B4-BE49-F238E27FC236}">
                  <a16:creationId xmlns:a16="http://schemas.microsoft.com/office/drawing/2014/main" id="{5CB610F4-9E39-4351-9E1D-639078FFA23D}"/>
                </a:ext>
              </a:extLst>
            </p:cNvPr>
            <p:cNvSpPr/>
            <p:nvPr/>
          </p:nvSpPr>
          <p:spPr bwMode="auto">
            <a:xfrm>
              <a:off x="4363877" y="4379595"/>
              <a:ext cx="111286" cy="111286"/>
            </a:xfrm>
            <a:prstGeom prst="ellipse">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7207" tIns="141766" rIns="177207" bIns="141766" numCol="1" spcCol="0" rtlCol="0" fromWordArt="0" anchor="t" anchorCtr="0" forceAA="0" compatLnSpc="1">
              <a:prstTxWarp prst="textNoShape">
                <a:avLst/>
              </a:prstTxWarp>
              <a:noAutofit/>
            </a:bodyPr>
            <a:lstStyle/>
            <a:p>
              <a:pPr algn="ctr" defTabSz="903565" fontAlgn="base">
                <a:lnSpc>
                  <a:spcPct val="90000"/>
                </a:lnSpc>
                <a:spcBef>
                  <a:spcPct val="0"/>
                </a:spcBef>
                <a:spcAft>
                  <a:spcPct val="0"/>
                </a:spcAft>
              </a:pPr>
              <a:endParaRPr lang="en-US" sz="2326" dirty="0">
                <a:gradFill>
                  <a:gsLst>
                    <a:gs pos="15356">
                      <a:srgbClr val="1A1A1A"/>
                    </a:gs>
                    <a:gs pos="56000">
                      <a:srgbClr val="1A1A1A"/>
                    </a:gs>
                  </a:gsLst>
                  <a:lin ang="5400000" scaled="0"/>
                </a:gradFill>
                <a:latin typeface="Segoe UI" panose="020B0502040204020203" pitchFamily="34" charset="0"/>
                <a:ea typeface="Segoe UI" pitchFamily="34" charset="0"/>
                <a:cs typeface="Segoe UI" pitchFamily="34" charset="0"/>
              </a:endParaRPr>
            </a:p>
          </p:txBody>
        </p:sp>
        <p:sp>
          <p:nvSpPr>
            <p:cNvPr id="71" name="Example blue triangle">
              <a:extLst>
                <a:ext uri="{FF2B5EF4-FFF2-40B4-BE49-F238E27FC236}">
                  <a16:creationId xmlns:a16="http://schemas.microsoft.com/office/drawing/2014/main" id="{EFD9DC73-1A5E-4EF5-A699-3B02680761FA}"/>
                </a:ext>
              </a:extLst>
            </p:cNvPr>
            <p:cNvSpPr/>
            <p:nvPr/>
          </p:nvSpPr>
          <p:spPr bwMode="auto">
            <a:xfrm>
              <a:off x="4363877" y="4785548"/>
              <a:ext cx="111286" cy="111286"/>
            </a:xfrm>
            <a:prstGeom prst="triangle">
              <a:avLst/>
            </a:prstGeom>
            <a:solidFill>
              <a:srgbClr val="0078D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7207" tIns="141766" rIns="177207" bIns="141766" numCol="1" spcCol="0" rtlCol="0" fromWordArt="0" anchor="t" anchorCtr="0" forceAA="0" compatLnSpc="1">
              <a:prstTxWarp prst="textNoShape">
                <a:avLst/>
              </a:prstTxWarp>
              <a:noAutofit/>
            </a:bodyPr>
            <a:lstStyle/>
            <a:p>
              <a:pPr algn="ctr" defTabSz="903565" fontAlgn="base">
                <a:lnSpc>
                  <a:spcPct val="90000"/>
                </a:lnSpc>
                <a:spcBef>
                  <a:spcPct val="0"/>
                </a:spcBef>
                <a:spcAft>
                  <a:spcPct val="0"/>
                </a:spcAft>
              </a:pPr>
              <a:endParaRPr lang="en-US" sz="2326" dirty="0">
                <a:gradFill>
                  <a:gsLst>
                    <a:gs pos="15356">
                      <a:srgbClr val="1A1A1A"/>
                    </a:gs>
                    <a:gs pos="56000">
                      <a:srgbClr val="1A1A1A"/>
                    </a:gs>
                  </a:gsLst>
                  <a:lin ang="5400000" scaled="0"/>
                </a:gradFill>
                <a:latin typeface="Segoe UI" panose="020B0502040204020203" pitchFamily="34" charset="0"/>
                <a:ea typeface="Segoe UI" pitchFamily="34" charset="0"/>
                <a:cs typeface="Segoe UI" pitchFamily="34" charset="0"/>
              </a:endParaRPr>
            </a:p>
          </p:txBody>
        </p:sp>
        <p:sp>
          <p:nvSpPr>
            <p:cNvPr id="70" name="Example red X">
              <a:extLst>
                <a:ext uri="{FF2B5EF4-FFF2-40B4-BE49-F238E27FC236}">
                  <a16:creationId xmlns:a16="http://schemas.microsoft.com/office/drawing/2014/main" id="{3E1E1946-154C-47E3-86A8-1553499C78A8}"/>
                </a:ext>
              </a:extLst>
            </p:cNvPr>
            <p:cNvSpPr/>
            <p:nvPr/>
          </p:nvSpPr>
          <p:spPr bwMode="auto">
            <a:xfrm rot="2700000">
              <a:off x="4363877" y="5200740"/>
              <a:ext cx="111286" cy="111286"/>
            </a:xfrm>
            <a:prstGeom prst="plus">
              <a:avLst>
                <a:gd name="adj" fmla="val 37839"/>
              </a:avLst>
            </a:prstGeom>
            <a:solidFill>
              <a:srgbClr val="C0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7207" tIns="141766" rIns="177207" bIns="141766" numCol="1" spcCol="0" rtlCol="0" fromWordArt="0" anchor="t" anchorCtr="0" forceAA="0" compatLnSpc="1">
              <a:prstTxWarp prst="textNoShape">
                <a:avLst/>
              </a:prstTxWarp>
              <a:noAutofit/>
            </a:bodyPr>
            <a:lstStyle/>
            <a:p>
              <a:pPr algn="ctr" defTabSz="903565" fontAlgn="base">
                <a:lnSpc>
                  <a:spcPct val="90000"/>
                </a:lnSpc>
                <a:spcBef>
                  <a:spcPct val="0"/>
                </a:spcBef>
                <a:spcAft>
                  <a:spcPct val="0"/>
                </a:spcAft>
              </a:pPr>
              <a:endParaRPr lang="en-US" sz="2326" dirty="0">
                <a:gradFill>
                  <a:gsLst>
                    <a:gs pos="15356">
                      <a:srgbClr val="1A1A1A"/>
                    </a:gs>
                    <a:gs pos="56000">
                      <a:srgbClr val="1A1A1A"/>
                    </a:gs>
                  </a:gsLst>
                  <a:lin ang="5400000" scaled="0"/>
                </a:gradFill>
                <a:latin typeface="Segoe UI" panose="020B0502040204020203" pitchFamily="34" charset="0"/>
                <a:ea typeface="Segoe UI" pitchFamily="34" charset="0"/>
                <a:cs typeface="Segoe UI" pitchFamily="34" charset="0"/>
              </a:endParaRPr>
            </a:p>
          </p:txBody>
        </p:sp>
        <p:sp>
          <p:nvSpPr>
            <p:cNvPr id="69" name="Legend green circle">
              <a:extLst>
                <a:ext uri="{FF2B5EF4-FFF2-40B4-BE49-F238E27FC236}">
                  <a16:creationId xmlns:a16="http://schemas.microsoft.com/office/drawing/2014/main" id="{457BB82C-CE20-4597-88E3-60F2DAF3D41E}"/>
                </a:ext>
              </a:extLst>
            </p:cNvPr>
            <p:cNvSpPr/>
            <p:nvPr/>
          </p:nvSpPr>
          <p:spPr bwMode="auto">
            <a:xfrm>
              <a:off x="3025614" y="5661498"/>
              <a:ext cx="111286" cy="111286"/>
            </a:xfrm>
            <a:prstGeom prst="ellipse">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7207" tIns="141766" rIns="177207" bIns="141766" numCol="1" spcCol="0" rtlCol="0" fromWordArt="0" anchor="t" anchorCtr="0" forceAA="0" compatLnSpc="1">
              <a:prstTxWarp prst="textNoShape">
                <a:avLst/>
              </a:prstTxWarp>
              <a:noAutofit/>
            </a:bodyPr>
            <a:lstStyle/>
            <a:p>
              <a:pPr algn="ctr" defTabSz="903565" fontAlgn="base">
                <a:lnSpc>
                  <a:spcPct val="90000"/>
                </a:lnSpc>
                <a:spcBef>
                  <a:spcPct val="0"/>
                </a:spcBef>
                <a:spcAft>
                  <a:spcPct val="0"/>
                </a:spcAft>
              </a:pPr>
              <a:endParaRPr lang="en-US" sz="2326" dirty="0">
                <a:gradFill>
                  <a:gsLst>
                    <a:gs pos="15356">
                      <a:srgbClr val="1A1A1A"/>
                    </a:gs>
                    <a:gs pos="56000">
                      <a:srgbClr val="1A1A1A"/>
                    </a:gs>
                  </a:gsLst>
                  <a:lin ang="5400000" scaled="0"/>
                </a:gradFill>
                <a:latin typeface="Segoe UI" panose="020B0502040204020203" pitchFamily="34" charset="0"/>
                <a:ea typeface="Segoe UI" pitchFamily="34" charset="0"/>
                <a:cs typeface="Segoe UI" pitchFamily="34" charset="0"/>
              </a:endParaRPr>
            </a:p>
          </p:txBody>
        </p:sp>
        <p:sp>
          <p:nvSpPr>
            <p:cNvPr id="68" name="Legend green circle label">
              <a:extLst>
                <a:ext uri="{FF2B5EF4-FFF2-40B4-BE49-F238E27FC236}">
                  <a16:creationId xmlns:a16="http://schemas.microsoft.com/office/drawing/2014/main" id="{53BDBD52-F752-4F48-9135-3E49279B23BC}"/>
                </a:ext>
              </a:extLst>
            </p:cNvPr>
            <p:cNvSpPr txBox="1">
              <a:spLocks/>
            </p:cNvSpPr>
            <p:nvPr/>
          </p:nvSpPr>
          <p:spPr>
            <a:xfrm>
              <a:off x="3025614" y="5490006"/>
              <a:ext cx="652731" cy="454270"/>
            </a:xfrm>
            <a:prstGeom prst="rect">
              <a:avLst/>
            </a:prstGeom>
          </p:spPr>
          <p:txBody>
            <a:bodyPr lIns="177207" tIns="141766" rIns="177207" bIns="141766"/>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03827">
                <a:lnSpc>
                  <a:spcPct val="100000"/>
                </a:lnSpc>
                <a:spcBef>
                  <a:spcPts val="0"/>
                </a:spcBef>
                <a:spcAft>
                  <a:spcPts val="581"/>
                </a:spcAft>
                <a:buNone/>
                <a:defRPr/>
              </a:pPr>
              <a:r>
                <a:rPr lang="en-US" sz="1017" dirty="0">
                  <a:gradFill>
                    <a:gsLst>
                      <a:gs pos="15356">
                        <a:srgbClr val="1A1A1A"/>
                      </a:gs>
                      <a:gs pos="56000">
                        <a:srgbClr val="1A1A1A"/>
                      </a:gs>
                    </a:gsLst>
                    <a:lin ang="5400000" scaled="0"/>
                  </a:gradFill>
                  <a:latin typeface="Segoe UI" panose="020B0502040204020203" pitchFamily="34" charset="0"/>
                </a:rPr>
                <a:t>C1</a:t>
              </a:r>
            </a:p>
          </p:txBody>
        </p:sp>
        <p:sp>
          <p:nvSpPr>
            <p:cNvPr id="67" name="Legend blue triangle">
              <a:extLst>
                <a:ext uri="{FF2B5EF4-FFF2-40B4-BE49-F238E27FC236}">
                  <a16:creationId xmlns:a16="http://schemas.microsoft.com/office/drawing/2014/main" id="{DFF4A861-C7D3-44A7-AAE6-AC402265A3A4}"/>
                </a:ext>
              </a:extLst>
            </p:cNvPr>
            <p:cNvSpPr/>
            <p:nvPr/>
          </p:nvSpPr>
          <p:spPr bwMode="auto">
            <a:xfrm>
              <a:off x="3645474" y="5661498"/>
              <a:ext cx="111286" cy="111286"/>
            </a:xfrm>
            <a:prstGeom prst="triangle">
              <a:avLst/>
            </a:prstGeom>
            <a:solidFill>
              <a:srgbClr val="0078D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7207" tIns="141766" rIns="177207" bIns="141766" numCol="1" spcCol="0" rtlCol="0" fromWordArt="0" anchor="t" anchorCtr="0" forceAA="0" compatLnSpc="1">
              <a:prstTxWarp prst="textNoShape">
                <a:avLst/>
              </a:prstTxWarp>
              <a:noAutofit/>
            </a:bodyPr>
            <a:lstStyle/>
            <a:p>
              <a:pPr algn="ctr" defTabSz="903565" fontAlgn="base">
                <a:lnSpc>
                  <a:spcPct val="90000"/>
                </a:lnSpc>
                <a:spcBef>
                  <a:spcPct val="0"/>
                </a:spcBef>
                <a:spcAft>
                  <a:spcPct val="0"/>
                </a:spcAft>
              </a:pPr>
              <a:endParaRPr lang="en-US" sz="2326" dirty="0">
                <a:gradFill>
                  <a:gsLst>
                    <a:gs pos="15356">
                      <a:srgbClr val="1A1A1A"/>
                    </a:gs>
                    <a:gs pos="56000">
                      <a:srgbClr val="1A1A1A"/>
                    </a:gs>
                  </a:gsLst>
                  <a:lin ang="5400000" scaled="0"/>
                </a:gradFill>
                <a:latin typeface="Segoe UI" panose="020B0502040204020203" pitchFamily="34" charset="0"/>
                <a:ea typeface="Segoe UI" pitchFamily="34" charset="0"/>
                <a:cs typeface="Segoe UI" pitchFamily="34" charset="0"/>
              </a:endParaRPr>
            </a:p>
          </p:txBody>
        </p:sp>
        <p:sp>
          <p:nvSpPr>
            <p:cNvPr id="66" name="Legend blue triangle label">
              <a:extLst>
                <a:ext uri="{FF2B5EF4-FFF2-40B4-BE49-F238E27FC236}">
                  <a16:creationId xmlns:a16="http://schemas.microsoft.com/office/drawing/2014/main" id="{6225911D-5A72-47CA-98E8-0D988191A3B6}"/>
                </a:ext>
              </a:extLst>
            </p:cNvPr>
            <p:cNvSpPr txBox="1">
              <a:spLocks/>
            </p:cNvSpPr>
            <p:nvPr/>
          </p:nvSpPr>
          <p:spPr>
            <a:xfrm>
              <a:off x="3638569" y="5490006"/>
              <a:ext cx="652731" cy="454270"/>
            </a:xfrm>
            <a:prstGeom prst="rect">
              <a:avLst/>
            </a:prstGeom>
          </p:spPr>
          <p:txBody>
            <a:bodyPr lIns="177207" tIns="141766" rIns="177207" bIns="141766"/>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03827">
                <a:lnSpc>
                  <a:spcPct val="100000"/>
                </a:lnSpc>
                <a:spcBef>
                  <a:spcPts val="0"/>
                </a:spcBef>
                <a:spcAft>
                  <a:spcPts val="581"/>
                </a:spcAft>
                <a:buNone/>
                <a:defRPr/>
              </a:pPr>
              <a:r>
                <a:rPr lang="en-US" sz="1017" dirty="0">
                  <a:gradFill>
                    <a:gsLst>
                      <a:gs pos="15356">
                        <a:srgbClr val="1A1A1A"/>
                      </a:gs>
                      <a:gs pos="56000">
                        <a:srgbClr val="1A1A1A"/>
                      </a:gs>
                    </a:gsLst>
                    <a:lin ang="5400000" scaled="0"/>
                  </a:gradFill>
                  <a:latin typeface="Segoe UI" panose="020B0502040204020203" pitchFamily="34" charset="0"/>
                </a:rPr>
                <a:t>C2</a:t>
              </a:r>
            </a:p>
          </p:txBody>
        </p:sp>
        <p:sp>
          <p:nvSpPr>
            <p:cNvPr id="65" name="Legend red X">
              <a:extLst>
                <a:ext uri="{FF2B5EF4-FFF2-40B4-BE49-F238E27FC236}">
                  <a16:creationId xmlns:a16="http://schemas.microsoft.com/office/drawing/2014/main" id="{7CF09216-6727-4F12-A814-68F2639285D4}"/>
                </a:ext>
              </a:extLst>
            </p:cNvPr>
            <p:cNvSpPr/>
            <p:nvPr/>
          </p:nvSpPr>
          <p:spPr bwMode="auto">
            <a:xfrm rot="2700000">
              <a:off x="4276563" y="5661498"/>
              <a:ext cx="111286" cy="111286"/>
            </a:xfrm>
            <a:prstGeom prst="plus">
              <a:avLst>
                <a:gd name="adj" fmla="val 37839"/>
              </a:avLst>
            </a:prstGeom>
            <a:solidFill>
              <a:srgbClr val="C0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7207" tIns="141766" rIns="177207" bIns="141766" numCol="1" spcCol="0" rtlCol="0" fromWordArt="0" anchor="t" anchorCtr="0" forceAA="0" compatLnSpc="1">
              <a:prstTxWarp prst="textNoShape">
                <a:avLst/>
              </a:prstTxWarp>
              <a:noAutofit/>
            </a:bodyPr>
            <a:lstStyle/>
            <a:p>
              <a:pPr algn="ctr" defTabSz="903565" fontAlgn="base">
                <a:lnSpc>
                  <a:spcPct val="90000"/>
                </a:lnSpc>
                <a:spcBef>
                  <a:spcPct val="0"/>
                </a:spcBef>
                <a:spcAft>
                  <a:spcPct val="0"/>
                </a:spcAft>
              </a:pPr>
              <a:endParaRPr lang="en-US" sz="2326" dirty="0">
                <a:gradFill>
                  <a:gsLst>
                    <a:gs pos="15356">
                      <a:srgbClr val="1A1A1A"/>
                    </a:gs>
                    <a:gs pos="56000">
                      <a:srgbClr val="1A1A1A"/>
                    </a:gs>
                  </a:gsLst>
                  <a:lin ang="5400000" scaled="0"/>
                </a:gradFill>
                <a:latin typeface="Segoe UI" panose="020B0502040204020203" pitchFamily="34" charset="0"/>
                <a:ea typeface="Segoe UI" pitchFamily="34" charset="0"/>
                <a:cs typeface="Segoe UI" pitchFamily="34" charset="0"/>
              </a:endParaRPr>
            </a:p>
          </p:txBody>
        </p:sp>
        <p:sp>
          <p:nvSpPr>
            <p:cNvPr id="64" name="Legend red X label">
              <a:extLst>
                <a:ext uri="{FF2B5EF4-FFF2-40B4-BE49-F238E27FC236}">
                  <a16:creationId xmlns:a16="http://schemas.microsoft.com/office/drawing/2014/main" id="{0EE6D2B5-5EDE-47FF-BD37-3CD823588424}"/>
                </a:ext>
              </a:extLst>
            </p:cNvPr>
            <p:cNvSpPr txBox="1">
              <a:spLocks/>
            </p:cNvSpPr>
            <p:nvPr/>
          </p:nvSpPr>
          <p:spPr>
            <a:xfrm>
              <a:off x="4287555" y="5490006"/>
              <a:ext cx="560347" cy="454270"/>
            </a:xfrm>
            <a:prstGeom prst="rect">
              <a:avLst/>
            </a:prstGeom>
          </p:spPr>
          <p:txBody>
            <a:bodyPr lIns="177207" tIns="141766" rIns="177207" bIns="141766"/>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03827">
                <a:lnSpc>
                  <a:spcPct val="100000"/>
                </a:lnSpc>
                <a:spcBef>
                  <a:spcPts val="0"/>
                </a:spcBef>
                <a:spcAft>
                  <a:spcPts val="581"/>
                </a:spcAft>
                <a:buNone/>
                <a:defRPr/>
              </a:pPr>
              <a:r>
                <a:rPr lang="en-US" sz="1017" dirty="0">
                  <a:gradFill>
                    <a:gsLst>
                      <a:gs pos="15356">
                        <a:srgbClr val="1A1A1A"/>
                      </a:gs>
                      <a:gs pos="56000">
                        <a:srgbClr val="1A1A1A"/>
                      </a:gs>
                    </a:gsLst>
                    <a:lin ang="5400000" scaled="0"/>
                  </a:gradFill>
                  <a:latin typeface="Segoe UI" panose="020B0502040204020203" pitchFamily="34" charset="0"/>
                </a:rPr>
                <a:t>C3</a:t>
              </a:r>
            </a:p>
          </p:txBody>
        </p:sp>
      </p:grpSp>
      <p:sp>
        <p:nvSpPr>
          <p:cNvPr id="76" name="Alt Text instruction text box">
            <a:extLst>
              <a:ext uri="{FF2B5EF4-FFF2-40B4-BE49-F238E27FC236}">
                <a16:creationId xmlns:a16="http://schemas.microsoft.com/office/drawing/2014/main" id="{025BF72B-ABAB-457D-8CA8-6EB737BCD263}"/>
              </a:ext>
              <a:ext uri="{C183D7F6-B498-43B3-948B-1728B52AA6E4}">
                <adec:decorative xmlns:adec="http://schemas.microsoft.com/office/drawing/2017/decorative" val="0"/>
              </a:ext>
            </a:extLst>
          </p:cNvPr>
          <p:cNvSpPr txBox="1">
            <a:spLocks/>
          </p:cNvSpPr>
          <p:nvPr/>
        </p:nvSpPr>
        <p:spPr>
          <a:xfrm>
            <a:off x="5115917" y="1435100"/>
            <a:ext cx="1965960" cy="3544147"/>
          </a:xfrm>
          <a:prstGeom prst="rect">
            <a:avLst/>
          </a:prstGeom>
        </p:spPr>
        <p:txBody>
          <a:bodyPr lIns="0" tIns="0" rIns="0" bIns="0"/>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14367">
              <a:lnSpc>
                <a:spcPct val="100000"/>
              </a:lnSpc>
              <a:spcBef>
                <a:spcPts val="0"/>
              </a:spcBef>
              <a:spcAft>
                <a:spcPts val="600"/>
              </a:spcAft>
              <a:buNone/>
              <a:defRPr/>
            </a:pPr>
            <a:r>
              <a:rPr lang="en-US" sz="1600" dirty="0">
                <a:solidFill>
                  <a:schemeClr val="tx1"/>
                </a:solidFill>
                <a:cs typeface="Segoe UI Semibold" panose="020B0702040204020203" pitchFamily="34" charset="0"/>
              </a:rPr>
              <a:t>Alt text</a:t>
            </a:r>
          </a:p>
          <a:p>
            <a:pPr marL="0" indent="0" defTabSz="903827">
              <a:lnSpc>
                <a:spcPct val="100000"/>
              </a:lnSpc>
              <a:spcBef>
                <a:spcPts val="775"/>
              </a:spcBef>
              <a:buNone/>
              <a:defRPr/>
            </a:pPr>
            <a:r>
              <a:rPr lang="en-US" sz="1200" dirty="0">
                <a:solidFill>
                  <a:schemeClr val="tx1"/>
                </a:solidFill>
                <a:latin typeface="Segoe UI" panose="020B0502040204020203" pitchFamily="34" charset="0"/>
                <a:cs typeface="Segoe UI" panose="020B0502040204020203" pitchFamily="34" charset="0"/>
              </a:rPr>
              <a:t>Alt text helps people with screen readers understand the content of slides</a:t>
            </a:r>
          </a:p>
          <a:p>
            <a:pPr marL="0" indent="0" defTabSz="903827">
              <a:lnSpc>
                <a:spcPct val="100000"/>
              </a:lnSpc>
              <a:spcBef>
                <a:spcPts val="291"/>
              </a:spcBef>
              <a:buNone/>
              <a:defRPr/>
            </a:pPr>
            <a:r>
              <a:rPr lang="en-US" sz="1200" dirty="0">
                <a:solidFill>
                  <a:schemeClr val="tx1"/>
                </a:solidFill>
                <a:latin typeface="Segoe UI" panose="020B0502040204020203" pitchFamily="34" charset="0"/>
                <a:cs typeface="Segoe UI" panose="020B0502040204020203" pitchFamily="34" charset="0"/>
              </a:rPr>
              <a:t>You should create alternative text for shapes, pictures, charts, tables, SmartArt graphics, or other objects</a:t>
            </a:r>
            <a:endParaRPr lang="en-US" sz="1200" b="1" dirty="0">
              <a:solidFill>
                <a:schemeClr val="tx1"/>
              </a:solidFill>
              <a:latin typeface="Segoe UI" panose="020B0502040204020203" pitchFamily="34" charset="0"/>
              <a:cs typeface="Segoe UI" panose="020B0502040204020203" pitchFamily="34" charset="0"/>
            </a:endParaRPr>
          </a:p>
          <a:p>
            <a:pPr marL="0" indent="0" defTabSz="903827">
              <a:lnSpc>
                <a:spcPct val="100000"/>
              </a:lnSpc>
              <a:spcBef>
                <a:spcPts val="1163"/>
              </a:spcBef>
              <a:buNone/>
              <a:defRPr/>
            </a:pPr>
            <a:r>
              <a:rPr lang="en-US" sz="1200" b="1" dirty="0">
                <a:solidFill>
                  <a:schemeClr val="tx1"/>
                </a:solidFill>
                <a:latin typeface="Segoe UI Semibold" panose="020B0702040204020203" pitchFamily="34" charset="0"/>
                <a:cs typeface="Segoe UI Semibold" panose="020B0702040204020203" pitchFamily="34" charset="0"/>
              </a:rPr>
              <a:t>Here’s how:</a:t>
            </a:r>
          </a:p>
          <a:p>
            <a:pPr marL="0" indent="0" defTabSz="903827">
              <a:lnSpc>
                <a:spcPct val="100000"/>
              </a:lnSpc>
              <a:spcBef>
                <a:spcPts val="581"/>
              </a:spcBef>
              <a:buNone/>
              <a:defRPr/>
            </a:pPr>
            <a:r>
              <a:rPr lang="en-US" sz="1000" dirty="0">
                <a:solidFill>
                  <a:schemeClr val="tx1"/>
                </a:solidFill>
                <a:latin typeface="Segoe UI" panose="020B0502040204020203" pitchFamily="34" charset="0"/>
                <a:cs typeface="Segoe UI" panose="020B0502040204020203" pitchFamily="34" charset="0"/>
              </a:rPr>
              <a:t>Right click on item</a:t>
            </a:r>
          </a:p>
          <a:p>
            <a:pPr marL="0" indent="0" defTabSz="903827">
              <a:lnSpc>
                <a:spcPct val="100000"/>
              </a:lnSpc>
              <a:spcBef>
                <a:spcPts val="581"/>
              </a:spcBef>
              <a:buNone/>
              <a:defRPr/>
            </a:pPr>
            <a:r>
              <a:rPr lang="en-US" sz="1000" dirty="0">
                <a:solidFill>
                  <a:schemeClr val="tx1"/>
                </a:solidFill>
                <a:latin typeface="Segoe UI" panose="020B0502040204020203" pitchFamily="34" charset="0"/>
                <a:cs typeface="Segoe UI" panose="020B0502040204020203" pitchFamily="34" charset="0"/>
              </a:rPr>
              <a:t>Select </a:t>
            </a:r>
            <a:r>
              <a:rPr lang="en-US" sz="1000" dirty="0">
                <a:solidFill>
                  <a:schemeClr val="tx1"/>
                </a:solidFill>
                <a:latin typeface="Segoe UI Semibold" panose="020B0702040204020203" pitchFamily="34" charset="0"/>
                <a:cs typeface="Segoe UI Semibold" panose="020B0702040204020203" pitchFamily="34" charset="0"/>
              </a:rPr>
              <a:t>Edit Alt Text</a:t>
            </a:r>
          </a:p>
          <a:p>
            <a:pPr marL="0" indent="0" defTabSz="903827">
              <a:lnSpc>
                <a:spcPct val="100000"/>
              </a:lnSpc>
              <a:spcBef>
                <a:spcPts val="581"/>
              </a:spcBef>
              <a:buNone/>
              <a:defRPr/>
            </a:pPr>
            <a:r>
              <a:rPr lang="en-US" sz="1000" dirty="0">
                <a:solidFill>
                  <a:schemeClr val="tx1"/>
                </a:solidFill>
                <a:latin typeface="Segoe UI" panose="020B0502040204020203" pitchFamily="34" charset="0"/>
                <a:cs typeface="Segoe UI" panose="020B0502040204020203" pitchFamily="34" charset="0"/>
              </a:rPr>
              <a:t>Enter a </a:t>
            </a:r>
            <a:r>
              <a:rPr lang="en-US" sz="1000" dirty="0">
                <a:solidFill>
                  <a:schemeClr val="tx1"/>
                </a:solidFill>
                <a:latin typeface="Segoe UI Semibold" panose="020B0702040204020203" pitchFamily="34" charset="0"/>
                <a:cs typeface="Segoe UI Semibold" panose="020B0702040204020203" pitchFamily="34" charset="0"/>
              </a:rPr>
              <a:t>Description</a:t>
            </a:r>
            <a:r>
              <a:rPr lang="en-US" sz="1000" dirty="0">
                <a:solidFill>
                  <a:schemeClr val="tx1"/>
                </a:solidFill>
                <a:latin typeface="Segoe UI" panose="020B0502040204020203" pitchFamily="34" charset="0"/>
                <a:cs typeface="Segoe UI" panose="020B0502040204020203" pitchFamily="34" charset="0"/>
              </a:rPr>
              <a:t> </a:t>
            </a:r>
          </a:p>
          <a:p>
            <a:pPr marL="0" indent="0" defTabSz="903827">
              <a:lnSpc>
                <a:spcPct val="100000"/>
              </a:lnSpc>
              <a:spcBef>
                <a:spcPts val="581"/>
              </a:spcBef>
              <a:buNone/>
              <a:defRPr/>
            </a:pPr>
            <a:r>
              <a:rPr lang="en-US" sz="1000" dirty="0">
                <a:solidFill>
                  <a:schemeClr val="tx1"/>
                </a:solidFill>
                <a:latin typeface="Segoe UI" panose="020B0502040204020203" pitchFamily="34" charset="0"/>
                <a:cs typeface="Segoe UI" panose="020B0502040204020203" pitchFamily="34" charset="0"/>
              </a:rPr>
              <a:t>If an object is meant to add visual styling and doesn’t contain meaning (</a:t>
            </a:r>
            <a:r>
              <a:rPr lang="en-US" sz="1000" i="1" dirty="0">
                <a:solidFill>
                  <a:schemeClr val="tx1"/>
                </a:solidFill>
                <a:latin typeface="Segoe UI" panose="020B0502040204020203" pitchFamily="34" charset="0"/>
                <a:cs typeface="Segoe UI" panose="020B0502040204020203" pitchFamily="34" charset="0"/>
              </a:rPr>
              <a:t>e.g., </a:t>
            </a:r>
            <a:r>
              <a:rPr lang="en-US" sz="1000" dirty="0">
                <a:solidFill>
                  <a:schemeClr val="tx1"/>
                </a:solidFill>
                <a:latin typeface="Segoe UI" panose="020B0502040204020203" pitchFamily="34" charset="0"/>
                <a:cs typeface="Segoe UI" panose="020B0502040204020203" pitchFamily="34" charset="0"/>
              </a:rPr>
              <a:t>stylistic borders), do not add alt text and instead check </a:t>
            </a:r>
            <a:r>
              <a:rPr lang="en-US" sz="1000" dirty="0">
                <a:solidFill>
                  <a:schemeClr val="tx1"/>
                </a:solidFill>
                <a:latin typeface="Segoe UI Semibold" panose="020B0702040204020203" pitchFamily="34" charset="0"/>
                <a:cs typeface="Segoe UI Semibold" panose="020B0702040204020203" pitchFamily="34" charset="0"/>
              </a:rPr>
              <a:t>Mark as decorative</a:t>
            </a:r>
          </a:p>
        </p:txBody>
      </p:sp>
      <p:sp>
        <p:nvSpPr>
          <p:cNvPr id="77" name="Slide layouts text box">
            <a:extLst>
              <a:ext uri="{FF2B5EF4-FFF2-40B4-BE49-F238E27FC236}">
                <a16:creationId xmlns:a16="http://schemas.microsoft.com/office/drawing/2014/main" id="{5F8C91B6-75EF-4AEA-A867-5311E5777535}"/>
              </a:ext>
            </a:extLst>
          </p:cNvPr>
          <p:cNvSpPr txBox="1">
            <a:spLocks/>
          </p:cNvSpPr>
          <p:nvPr/>
        </p:nvSpPr>
        <p:spPr>
          <a:xfrm>
            <a:off x="7377113" y="1435100"/>
            <a:ext cx="1965960" cy="2349361"/>
          </a:xfrm>
          <a:prstGeom prst="rect">
            <a:avLst/>
          </a:prstGeom>
        </p:spPr>
        <p:txBody>
          <a:bodyPr lIns="0" tIns="0" rIns="0" bIns="0">
            <a:spAutoFit/>
          </a:bodyPr>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14367">
              <a:lnSpc>
                <a:spcPct val="100000"/>
              </a:lnSpc>
              <a:spcBef>
                <a:spcPts val="0"/>
              </a:spcBef>
              <a:spcAft>
                <a:spcPts val="600"/>
              </a:spcAft>
              <a:buNone/>
              <a:defRPr/>
            </a:pPr>
            <a:r>
              <a:rPr lang="en-US" sz="1600" dirty="0">
                <a:solidFill>
                  <a:schemeClr val="tx1"/>
                </a:solidFill>
                <a:cs typeface="Segoe UI Semibold" panose="020B0702040204020203" pitchFamily="34" charset="0"/>
              </a:rPr>
              <a:t>Slide layouts</a:t>
            </a:r>
          </a:p>
          <a:p>
            <a:pPr marL="0" indent="0" defTabSz="903827">
              <a:lnSpc>
                <a:spcPct val="100000"/>
              </a:lnSpc>
              <a:spcBef>
                <a:spcPts val="775"/>
              </a:spcBef>
              <a:buNone/>
              <a:defRPr/>
            </a:pPr>
            <a:r>
              <a:rPr lang="en-US" sz="1200" dirty="0">
                <a:solidFill>
                  <a:schemeClr val="tx1"/>
                </a:solidFill>
                <a:latin typeface="Segoe UI" panose="020B0502040204020203" pitchFamily="34" charset="0"/>
                <a:cs typeface="Segoe UI" panose="020B0502040204020203" pitchFamily="34" charset="0"/>
              </a:rPr>
              <a:t>Using a built-in slide layout that matches your content ensures a hierarchical reading order of text blocks</a:t>
            </a:r>
          </a:p>
          <a:p>
            <a:pPr marL="0" indent="0" defTabSz="903827">
              <a:lnSpc>
                <a:spcPct val="100000"/>
              </a:lnSpc>
              <a:spcBef>
                <a:spcPts val="1163"/>
              </a:spcBef>
              <a:buNone/>
              <a:defRPr/>
            </a:pPr>
            <a:r>
              <a:rPr lang="en-US" sz="1200" b="1" dirty="0">
                <a:solidFill>
                  <a:schemeClr val="tx1"/>
                </a:solidFill>
                <a:latin typeface="Segoe UI Semibold" panose="020B0702040204020203" pitchFamily="34" charset="0"/>
                <a:cs typeface="Segoe UI Semibold" panose="020B0702040204020203" pitchFamily="34" charset="0"/>
              </a:rPr>
              <a:t>Example: </a:t>
            </a:r>
          </a:p>
          <a:p>
            <a:pPr marL="0" indent="0" defTabSz="903827">
              <a:lnSpc>
                <a:spcPct val="100000"/>
              </a:lnSpc>
              <a:spcBef>
                <a:spcPts val="581"/>
              </a:spcBef>
              <a:buNone/>
              <a:defRPr/>
            </a:pPr>
            <a:r>
              <a:rPr lang="en-US" sz="1000" dirty="0">
                <a:solidFill>
                  <a:schemeClr val="tx1"/>
                </a:solidFill>
                <a:latin typeface="Segoe UI" panose="020B0502040204020203" pitchFamily="34" charset="0"/>
                <a:cs typeface="Segoe UI" panose="020B0502040204020203" pitchFamily="34" charset="0"/>
              </a:rPr>
              <a:t>If a new slide will have a title, rather than starting with a blank layout and adding a text block for the title, choose one of the built-in layouts with a title placeholder</a:t>
            </a:r>
          </a:p>
        </p:txBody>
      </p:sp>
      <p:pic>
        <p:nvPicPr>
          <p:cNvPr id="4" name="Title only layout" descr="Title only layout">
            <a:extLst>
              <a:ext uri="{FF2B5EF4-FFF2-40B4-BE49-F238E27FC236}">
                <a16:creationId xmlns:a16="http://schemas.microsoft.com/office/drawing/2014/main" id="{E97A695E-63F5-4C68-816E-58CCA5FF3002}"/>
              </a:ext>
            </a:extLst>
          </p:cNvPr>
          <p:cNvPicPr>
            <a:picLocks noChangeAspect="1"/>
          </p:cNvPicPr>
          <p:nvPr/>
        </p:nvPicPr>
        <p:blipFill rotWithShape="1">
          <a:blip r:embed="rId5" cstate="print">
            <a:extLst>
              <a:ext uri="{28A0092B-C50C-407E-A947-70E740481C1C}">
                <a14:useLocalDpi xmlns:a14="http://schemas.microsoft.com/office/drawing/2010/main"/>
              </a:ext>
            </a:extLst>
          </a:blip>
          <a:srcRect/>
          <a:stretch/>
        </p:blipFill>
        <p:spPr>
          <a:xfrm>
            <a:off x="7380756" y="3908221"/>
            <a:ext cx="1965960" cy="996512"/>
          </a:xfrm>
          <a:prstGeom prst="rect">
            <a:avLst/>
          </a:prstGeom>
          <a:ln>
            <a:solidFill>
              <a:schemeClr val="tx1"/>
            </a:solidFill>
          </a:ln>
        </p:spPr>
      </p:pic>
      <p:sp>
        <p:nvSpPr>
          <p:cNvPr id="78" name="Reading order text box">
            <a:extLst>
              <a:ext uri="{FF2B5EF4-FFF2-40B4-BE49-F238E27FC236}">
                <a16:creationId xmlns:a16="http://schemas.microsoft.com/office/drawing/2014/main" id="{9F406E1D-7257-4083-BB72-5A97505EB9C4}"/>
              </a:ext>
            </a:extLst>
          </p:cNvPr>
          <p:cNvSpPr txBox="1">
            <a:spLocks/>
          </p:cNvSpPr>
          <p:nvPr/>
        </p:nvSpPr>
        <p:spPr>
          <a:xfrm>
            <a:off x="9650469" y="1435100"/>
            <a:ext cx="1965960" cy="3544147"/>
          </a:xfrm>
          <a:prstGeom prst="rect">
            <a:avLst/>
          </a:prstGeom>
        </p:spPr>
        <p:txBody>
          <a:bodyPr lIns="0" tIns="0" rIns="0" bIns="0"/>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14367">
              <a:lnSpc>
                <a:spcPct val="100000"/>
              </a:lnSpc>
              <a:spcBef>
                <a:spcPts val="0"/>
              </a:spcBef>
              <a:spcAft>
                <a:spcPts val="600"/>
              </a:spcAft>
              <a:buNone/>
              <a:defRPr/>
            </a:pPr>
            <a:r>
              <a:rPr lang="en-US" sz="1600" dirty="0">
                <a:solidFill>
                  <a:schemeClr val="tx1"/>
                </a:solidFill>
                <a:cs typeface="Segoe UI Semibold" panose="020B0702040204020203" pitchFamily="34" charset="0"/>
              </a:rPr>
              <a:t>Reading order</a:t>
            </a:r>
          </a:p>
          <a:p>
            <a:pPr marL="0" indent="0" defTabSz="903827">
              <a:lnSpc>
                <a:spcPct val="100000"/>
              </a:lnSpc>
              <a:spcBef>
                <a:spcPts val="775"/>
              </a:spcBef>
              <a:buNone/>
              <a:defRPr/>
            </a:pPr>
            <a:r>
              <a:rPr lang="en-US" sz="1200" dirty="0">
                <a:solidFill>
                  <a:schemeClr val="tx1"/>
                </a:solidFill>
                <a:latin typeface="Segoe UI" panose="020B0502040204020203" pitchFamily="34" charset="0"/>
                <a:cs typeface="Segoe UI" panose="020B0502040204020203" pitchFamily="34" charset="0"/>
              </a:rPr>
              <a:t>Screen readers describe content on the screen in the order it was created</a:t>
            </a:r>
          </a:p>
          <a:p>
            <a:pPr marL="0" indent="0" defTabSz="903827">
              <a:lnSpc>
                <a:spcPct val="100000"/>
              </a:lnSpc>
              <a:spcBef>
                <a:spcPts val="581"/>
              </a:spcBef>
              <a:buNone/>
              <a:defRPr/>
            </a:pPr>
            <a:r>
              <a:rPr lang="en-US" sz="1200" dirty="0">
                <a:solidFill>
                  <a:schemeClr val="tx1"/>
                </a:solidFill>
                <a:latin typeface="Segoe UI" panose="020B0502040204020203" pitchFamily="34" charset="0"/>
                <a:cs typeface="Segoe UI" panose="020B0502040204020203" pitchFamily="34" charset="0"/>
              </a:rPr>
              <a:t>To ensure your content is read back in the order you prefer, arrange your objects in the Selection Pane appropriately. Objects on the bottom of the selection pane are read first</a:t>
            </a:r>
          </a:p>
          <a:p>
            <a:pPr marL="0" indent="0" defTabSz="903827">
              <a:lnSpc>
                <a:spcPct val="100000"/>
              </a:lnSpc>
              <a:spcBef>
                <a:spcPts val="1163"/>
              </a:spcBef>
              <a:buNone/>
              <a:defRPr/>
            </a:pPr>
            <a:r>
              <a:rPr lang="en-US" sz="1200" b="1" dirty="0">
                <a:solidFill>
                  <a:schemeClr val="tx1"/>
                </a:solidFill>
                <a:latin typeface="Segoe UI Semibold" panose="020B0702040204020203" pitchFamily="34" charset="0"/>
                <a:cs typeface="Segoe UI Semibold" panose="020B0702040204020203" pitchFamily="34" charset="0"/>
              </a:rPr>
              <a:t>Here’s how:</a:t>
            </a:r>
          </a:p>
          <a:p>
            <a:pPr marL="0" indent="0" defTabSz="903827">
              <a:lnSpc>
                <a:spcPct val="100000"/>
              </a:lnSpc>
              <a:spcBef>
                <a:spcPts val="581"/>
              </a:spcBef>
              <a:buNone/>
              <a:defRPr/>
            </a:pPr>
            <a:r>
              <a:rPr lang="en-US" sz="1000" dirty="0">
                <a:solidFill>
                  <a:schemeClr val="tx1"/>
                </a:solidFill>
                <a:latin typeface="Segoe UI" panose="020B0502040204020203" pitchFamily="34" charset="0"/>
                <a:cs typeface="Segoe UI" panose="020B0502040204020203" pitchFamily="34" charset="0"/>
              </a:rPr>
              <a:t>Click the </a:t>
            </a:r>
            <a:r>
              <a:rPr lang="en-US" sz="1000" dirty="0">
                <a:solidFill>
                  <a:schemeClr val="tx1"/>
                </a:solidFill>
                <a:latin typeface="Segoe UI Semibold" panose="020B0702040204020203" pitchFamily="34" charset="0"/>
                <a:cs typeface="Segoe UI Semibold" panose="020B0702040204020203" pitchFamily="34" charset="0"/>
              </a:rPr>
              <a:t>Home</a:t>
            </a:r>
            <a:r>
              <a:rPr lang="en-US" sz="1000" dirty="0">
                <a:solidFill>
                  <a:schemeClr val="tx1"/>
                </a:solidFill>
                <a:latin typeface="Segoe UI" panose="020B0502040204020203" pitchFamily="34" charset="0"/>
                <a:cs typeface="Segoe UI" panose="020B0502040204020203" pitchFamily="34" charset="0"/>
              </a:rPr>
              <a:t> tab</a:t>
            </a:r>
          </a:p>
          <a:p>
            <a:pPr marL="0" indent="0" defTabSz="903827">
              <a:lnSpc>
                <a:spcPct val="100000"/>
              </a:lnSpc>
              <a:spcBef>
                <a:spcPts val="581"/>
              </a:spcBef>
              <a:buNone/>
              <a:defRPr/>
            </a:pPr>
            <a:r>
              <a:rPr lang="en-US" sz="1000" dirty="0">
                <a:solidFill>
                  <a:schemeClr val="tx1"/>
                </a:solidFill>
                <a:latin typeface="Segoe UI" panose="020B0502040204020203" pitchFamily="34" charset="0"/>
                <a:cs typeface="Segoe UI" panose="020B0502040204020203" pitchFamily="34" charset="0"/>
              </a:rPr>
              <a:t>In the </a:t>
            </a:r>
            <a:r>
              <a:rPr lang="en-US" sz="1000" dirty="0">
                <a:solidFill>
                  <a:schemeClr val="tx1"/>
                </a:solidFill>
                <a:latin typeface="Segoe UI Semibold" panose="020B0702040204020203" pitchFamily="34" charset="0"/>
                <a:cs typeface="Segoe UI Semibold" panose="020B0702040204020203" pitchFamily="34" charset="0"/>
              </a:rPr>
              <a:t>Drawing</a:t>
            </a:r>
            <a:r>
              <a:rPr lang="en-US" sz="1000" dirty="0">
                <a:solidFill>
                  <a:schemeClr val="tx1"/>
                </a:solidFill>
                <a:latin typeface="Segoe UI" panose="020B0502040204020203" pitchFamily="34" charset="0"/>
                <a:cs typeface="Segoe UI" panose="020B0502040204020203" pitchFamily="34" charset="0"/>
              </a:rPr>
              <a:t> group, select the </a:t>
            </a:r>
            <a:r>
              <a:rPr lang="en-US" sz="1000" dirty="0">
                <a:solidFill>
                  <a:schemeClr val="tx1"/>
                </a:solidFill>
                <a:latin typeface="Segoe UI Semibold" panose="020B0702040204020203" pitchFamily="34" charset="0"/>
                <a:cs typeface="Segoe UI Semibold" panose="020B0702040204020203" pitchFamily="34" charset="0"/>
              </a:rPr>
              <a:t>Arrange</a:t>
            </a:r>
            <a:r>
              <a:rPr lang="en-US" sz="1000" dirty="0">
                <a:solidFill>
                  <a:schemeClr val="tx1"/>
                </a:solidFill>
                <a:latin typeface="Segoe UI" panose="020B0502040204020203" pitchFamily="34" charset="0"/>
                <a:cs typeface="Segoe UI" panose="020B0502040204020203" pitchFamily="34" charset="0"/>
              </a:rPr>
              <a:t> drop-down menu</a:t>
            </a:r>
          </a:p>
          <a:p>
            <a:pPr marL="0" indent="0" defTabSz="903827">
              <a:lnSpc>
                <a:spcPct val="100000"/>
              </a:lnSpc>
              <a:spcBef>
                <a:spcPts val="581"/>
              </a:spcBef>
              <a:buNone/>
              <a:defRPr/>
            </a:pPr>
            <a:r>
              <a:rPr lang="en-US" sz="1000" dirty="0">
                <a:solidFill>
                  <a:schemeClr val="tx1"/>
                </a:solidFill>
                <a:latin typeface="Segoe UI" panose="020B0502040204020203" pitchFamily="34" charset="0"/>
                <a:cs typeface="Segoe UI" panose="020B0502040204020203" pitchFamily="34" charset="0"/>
              </a:rPr>
              <a:t>Click </a:t>
            </a:r>
            <a:r>
              <a:rPr lang="en-US" sz="1000" dirty="0">
                <a:solidFill>
                  <a:schemeClr val="tx1"/>
                </a:solidFill>
                <a:latin typeface="Segoe UI Semibold" panose="020B0702040204020203" pitchFamily="34" charset="0"/>
                <a:cs typeface="Segoe UI Semibold" panose="020B0702040204020203" pitchFamily="34" charset="0"/>
              </a:rPr>
              <a:t>Selection Pane…</a:t>
            </a:r>
          </a:p>
          <a:p>
            <a:pPr marL="0" indent="0" defTabSz="903827">
              <a:lnSpc>
                <a:spcPct val="100000"/>
              </a:lnSpc>
              <a:buNone/>
              <a:defRPr/>
            </a:pPr>
            <a:endParaRPr lang="en-US" sz="1163" dirty="0">
              <a:solidFill>
                <a:schemeClr val="tx1"/>
              </a:solidFill>
              <a:latin typeface="Segoe UI" panose="020B0502040204020203" pitchFamily="34" charset="0"/>
            </a:endParaRPr>
          </a:p>
        </p:txBody>
      </p:sp>
      <p:sp>
        <p:nvSpPr>
          <p:cNvPr id="36" name="TextBox 35">
            <a:extLst>
              <a:ext uri="{FF2B5EF4-FFF2-40B4-BE49-F238E27FC236}">
                <a16:creationId xmlns:a16="http://schemas.microsoft.com/office/drawing/2014/main" id="{7B9BDECC-D62F-449D-AA5A-A5F28D0E2BCC}"/>
              </a:ext>
            </a:extLst>
          </p:cNvPr>
          <p:cNvSpPr txBox="1"/>
          <p:nvPr/>
        </p:nvSpPr>
        <p:spPr>
          <a:xfrm>
            <a:off x="597535" y="5232468"/>
            <a:ext cx="11013441" cy="1041311"/>
          </a:xfrm>
          <a:prstGeom prst="rect">
            <a:avLst/>
          </a:prstGeom>
          <a:noFill/>
        </p:spPr>
        <p:txBody>
          <a:bodyPr wrap="square" lIns="0" tIns="0" rIns="0" bIns="0" rtlCol="0">
            <a:spAutoFit/>
          </a:bodyPr>
          <a:lstStyle/>
          <a:p>
            <a:pPr>
              <a:spcAft>
                <a:spcPts val="600"/>
              </a:spcAft>
              <a:buSzPct val="90000"/>
              <a:defRPr/>
            </a:pPr>
            <a:r>
              <a:rPr lang="en-US" sz="1600" dirty="0">
                <a:latin typeface="+mj-lt"/>
                <a:cs typeface="Segoe UI Semibold" panose="020B0702040204020203" pitchFamily="34" charset="0"/>
              </a:rPr>
              <a:t>Additional tips</a:t>
            </a:r>
          </a:p>
          <a:p>
            <a:pPr defTabSz="886022">
              <a:spcBef>
                <a:spcPts val="775"/>
              </a:spcBef>
              <a:buSzPct val="90000"/>
              <a:defRPr/>
            </a:pPr>
            <a:r>
              <a:rPr lang="en-US" sz="1000" dirty="0">
                <a:cs typeface="Segoe UI Semibold" panose="020B0702040204020203" pitchFamily="34" charset="0"/>
              </a:rPr>
              <a:t>Be sure to run the Accessibility Checker! </a:t>
            </a:r>
            <a:r>
              <a:rPr lang="en-US" sz="1000" dirty="0">
                <a:cs typeface="Segoe UI" panose="020B0502040204020203" pitchFamily="34" charset="0"/>
              </a:rPr>
              <a:t>Go to </a:t>
            </a:r>
            <a:r>
              <a:rPr lang="en-US" sz="1000" dirty="0">
                <a:cs typeface="Segoe UI Semibold" panose="020B0702040204020203" pitchFamily="34" charset="0"/>
              </a:rPr>
              <a:t>File</a:t>
            </a:r>
            <a:r>
              <a:rPr lang="en-US" sz="1000" dirty="0">
                <a:cs typeface="Segoe UI" panose="020B0502040204020203" pitchFamily="34" charset="0"/>
              </a:rPr>
              <a:t>      click the </a:t>
            </a:r>
            <a:r>
              <a:rPr lang="en-US" sz="1000" dirty="0">
                <a:cs typeface="Segoe UI Semibold" panose="020B0702040204020203" pitchFamily="34" charset="0"/>
              </a:rPr>
              <a:t>Check for Issues </a:t>
            </a:r>
            <a:r>
              <a:rPr lang="en-US" sz="1000" dirty="0">
                <a:cs typeface="Segoe UI" panose="020B0502040204020203" pitchFamily="34" charset="0"/>
              </a:rPr>
              <a:t>drop down menu      click </a:t>
            </a:r>
            <a:r>
              <a:rPr lang="en-US" sz="1000" dirty="0">
                <a:cs typeface="Segoe UI Semibold" panose="020B0702040204020203" pitchFamily="34" charset="0"/>
              </a:rPr>
              <a:t>Check Accessibility</a:t>
            </a:r>
          </a:p>
          <a:p>
            <a:pPr defTabSz="886022">
              <a:spcBef>
                <a:spcPts val="581"/>
              </a:spcBef>
              <a:buSzPct val="90000"/>
              <a:defRPr/>
            </a:pPr>
            <a:r>
              <a:rPr lang="en-US" sz="1000" dirty="0">
                <a:cs typeface="Segoe UI Semibold" panose="020B0702040204020203" pitchFamily="34" charset="0"/>
              </a:rPr>
              <a:t>Videos need to be accessible: </a:t>
            </a:r>
            <a:r>
              <a:rPr lang="en-US" sz="1000" dirty="0">
                <a:cs typeface="Segoe UI" panose="020B0502040204020203" pitchFamily="34" charset="0"/>
              </a:rPr>
              <a:t>If your presentation includes a video, ensure it is captioned and audio described (if appropriate)</a:t>
            </a:r>
          </a:p>
          <a:p>
            <a:pPr defTabSz="886022">
              <a:spcBef>
                <a:spcPts val="581"/>
              </a:spcBef>
              <a:buSzPct val="90000"/>
              <a:defRPr/>
            </a:pPr>
            <a:r>
              <a:rPr lang="en-US" sz="1000" dirty="0">
                <a:cs typeface="Segoe UI Semibold" panose="020B0702040204020203" pitchFamily="34" charset="0"/>
              </a:rPr>
              <a:t>Visit the </a:t>
            </a:r>
            <a:r>
              <a:rPr lang="en-US" sz="1000" dirty="0">
                <a:cs typeface="Segoe UI Semibold" panose="020B0702040204020203" pitchFamily="34" charset="0"/>
                <a:hlinkClick r:id="rId6"/>
              </a:rPr>
              <a:t>Office Accessibility Center</a:t>
            </a:r>
            <a:r>
              <a:rPr lang="en-US" sz="1000" dirty="0">
                <a:cs typeface="Segoe UI Semibold" panose="020B0702040204020203" pitchFamily="34" charset="0"/>
              </a:rPr>
              <a:t> </a:t>
            </a:r>
            <a:r>
              <a:rPr lang="en-US" sz="1000" dirty="0">
                <a:cs typeface="Segoe UI" panose="020B0502040204020203" pitchFamily="34" charset="0"/>
              </a:rPr>
              <a:t>to learn more about accessibility in PowerPoint</a:t>
            </a:r>
          </a:p>
        </p:txBody>
      </p:sp>
      <p:cxnSp>
        <p:nvCxnSpPr>
          <p:cNvPr id="80" name="Straight Arrow Connector 79">
            <a:extLst>
              <a:ext uri="{FF2B5EF4-FFF2-40B4-BE49-F238E27FC236}">
                <a16:creationId xmlns:a16="http://schemas.microsoft.com/office/drawing/2014/main" id="{4004316C-A172-4666-9087-AA99DD600ABB}"/>
              </a:ext>
              <a:ext uri="{C183D7F6-B498-43B3-948B-1728B52AA6E4}">
                <adec:decorative xmlns:adec="http://schemas.microsoft.com/office/drawing/2017/decorative" val="1"/>
              </a:ext>
            </a:extLst>
          </p:cNvPr>
          <p:cNvCxnSpPr>
            <a:cxnSpLocks/>
          </p:cNvCxnSpPr>
          <p:nvPr/>
        </p:nvCxnSpPr>
        <p:spPr>
          <a:xfrm>
            <a:off x="3444175" y="5738174"/>
            <a:ext cx="132495" cy="0"/>
          </a:xfrm>
          <a:prstGeom prst="straightConnector1">
            <a:avLst/>
          </a:prstGeom>
          <a:ln w="19050">
            <a:solidFill>
              <a:schemeClr val="tx1"/>
            </a:solidFill>
            <a:headEnd type="none"/>
            <a:tailEnd type="arrow" w="med" len="sm"/>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CF41BA70-AA85-4D92-AA87-689DAB76DD7F}"/>
              </a:ext>
              <a:ext uri="{C183D7F6-B498-43B3-948B-1728B52AA6E4}">
                <adec:decorative xmlns:adec="http://schemas.microsoft.com/office/drawing/2017/decorative" val="1"/>
              </a:ext>
            </a:extLst>
          </p:cNvPr>
          <p:cNvCxnSpPr>
            <a:cxnSpLocks/>
          </p:cNvCxnSpPr>
          <p:nvPr/>
        </p:nvCxnSpPr>
        <p:spPr>
          <a:xfrm>
            <a:off x="6041819" y="5738174"/>
            <a:ext cx="132495" cy="0"/>
          </a:xfrm>
          <a:prstGeom prst="straightConnector1">
            <a:avLst/>
          </a:prstGeom>
          <a:ln w="19050">
            <a:solidFill>
              <a:schemeClr val="tx1"/>
            </a:solidFill>
            <a:headEnd type="none"/>
            <a:tailEnd type="arrow" w="med"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2356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E797E3-1A35-7F5B-6E27-2DF651E8BCB7}"/>
              </a:ext>
            </a:extLst>
          </p:cNvPr>
          <p:cNvSpPr>
            <a:spLocks noGrp="1"/>
          </p:cNvSpPr>
          <p:nvPr>
            <p:ph type="title"/>
          </p:nvPr>
        </p:nvSpPr>
        <p:spPr/>
        <p:txBody>
          <a:bodyPr/>
          <a:lstStyle/>
          <a:p>
            <a:r>
              <a:rPr lang="en-US" dirty="0"/>
              <a:t>Guide for using AI tools</a:t>
            </a:r>
          </a:p>
        </p:txBody>
      </p:sp>
      <p:sp>
        <p:nvSpPr>
          <p:cNvPr id="25" name="TextBox 24">
            <a:extLst>
              <a:ext uri="{FF2B5EF4-FFF2-40B4-BE49-F238E27FC236}">
                <a16:creationId xmlns:a16="http://schemas.microsoft.com/office/drawing/2014/main" id="{294ACE83-BD00-A7AC-49CD-AD126DC32E88}"/>
              </a:ext>
            </a:extLst>
          </p:cNvPr>
          <p:cNvSpPr txBox="1"/>
          <p:nvPr/>
        </p:nvSpPr>
        <p:spPr>
          <a:xfrm>
            <a:off x="571500" y="1436688"/>
            <a:ext cx="11049000" cy="307777"/>
          </a:xfrm>
          <a:prstGeom prst="rect">
            <a:avLst/>
          </a:prstGeom>
          <a:noFill/>
        </p:spPr>
        <p:txBody>
          <a:bodyPr wrap="square" lIns="0" tIns="0" rIns="0" bIns="0" rtlCol="0">
            <a:spAutoFit/>
          </a:bodyPr>
          <a:lstStyle/>
          <a:p>
            <a:pPr algn="l"/>
            <a:r>
              <a:rPr lang="en-US" sz="2000" dirty="0"/>
              <a:t>Use the following 5 guidelines when using AI tools to generate content for your presentations.</a:t>
            </a:r>
          </a:p>
        </p:txBody>
      </p:sp>
      <p:sp>
        <p:nvSpPr>
          <p:cNvPr id="22" name="Rectangle 21">
            <a:extLst>
              <a:ext uri="{FF2B5EF4-FFF2-40B4-BE49-F238E27FC236}">
                <a16:creationId xmlns:a16="http://schemas.microsoft.com/office/drawing/2014/main" id="{B1A78BB1-FBB8-42AD-9A19-946F97178DCE}"/>
              </a:ext>
            </a:extLst>
          </p:cNvPr>
          <p:cNvSpPr/>
          <p:nvPr/>
        </p:nvSpPr>
        <p:spPr bwMode="auto">
          <a:xfrm>
            <a:off x="588419" y="2400300"/>
            <a:ext cx="1975104" cy="3207430"/>
          </a:xfrm>
          <a:prstGeom prst="rect">
            <a:avLst/>
          </a:prstGeom>
          <a:solidFill>
            <a:schemeClr val="tx1">
              <a:alpha val="12157"/>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a:r>
              <a:rPr lang="en-US" sz="1600" dirty="0">
                <a:solidFill>
                  <a:schemeClr val="tx1"/>
                </a:solidFill>
                <a:latin typeface="Segoe UI Semibold" panose="020B0702040204020203" pitchFamily="34" charset="0"/>
                <a:cs typeface="Segoe UI Semibold" panose="020B0702040204020203" pitchFamily="34" charset="0"/>
              </a:rPr>
              <a:t>Review &amp; revise</a:t>
            </a:r>
            <a:endParaRPr lang="en-US" sz="2000" b="0" i="0" dirty="0">
              <a:solidFill>
                <a:schemeClr val="tx1"/>
              </a:solidFill>
              <a:effectLst/>
              <a:latin typeface="Segoe UI" panose="020B0502040204020203" pitchFamily="34" charset="0"/>
            </a:endParaRPr>
          </a:p>
          <a:p>
            <a:pPr>
              <a:lnSpc>
                <a:spcPts val="1000"/>
              </a:lnSpc>
              <a:spcBef>
                <a:spcPts val="600"/>
              </a:spcBef>
              <a:spcAft>
                <a:spcPts val="130"/>
              </a:spcAft>
            </a:pPr>
            <a:r>
              <a:rPr lang="en-US" sz="800" dirty="0">
                <a:solidFill>
                  <a:schemeClr val="tx1"/>
                </a:solidFill>
                <a:latin typeface="Segoe UI" panose="020B0502040204020203" pitchFamily="34" charset="0"/>
              </a:rPr>
              <a:t>AI tools can be used as drafting/creation tools, but</a:t>
            </a:r>
            <a:r>
              <a:rPr lang="en-US" sz="800" b="1" dirty="0">
                <a:solidFill>
                  <a:schemeClr val="tx1"/>
                </a:solidFill>
                <a:latin typeface="Segoe UI" panose="020B0502040204020203" pitchFamily="34" charset="0"/>
              </a:rPr>
              <a:t> human editing must be part of the process </a:t>
            </a:r>
            <a:r>
              <a:rPr lang="en-US" sz="800" dirty="0">
                <a:solidFill>
                  <a:schemeClr val="tx1"/>
                </a:solidFill>
                <a:latin typeface="Segoe UI" panose="020B0502040204020203" pitchFamily="34" charset="0"/>
              </a:rPr>
              <a:t>and all final materials should be prepared with the same care and attention you use today. Any output from an AI tool (including text, images, video and audio) should be revised to a meaningful degree. Small amounts of text (1 sentence or less) do not need to be revised. AI output should also be reviewed and scrubbed of any third-party content, such as names, logos and brands. </a:t>
            </a:r>
          </a:p>
        </p:txBody>
      </p:sp>
      <p:sp>
        <p:nvSpPr>
          <p:cNvPr id="21" name="Rectangle 20">
            <a:extLst>
              <a:ext uri="{FF2B5EF4-FFF2-40B4-BE49-F238E27FC236}">
                <a16:creationId xmlns:a16="http://schemas.microsoft.com/office/drawing/2014/main" id="{182DD649-BB9A-4648-F75D-30FA82CBE36F}"/>
              </a:ext>
            </a:extLst>
          </p:cNvPr>
          <p:cNvSpPr/>
          <p:nvPr/>
        </p:nvSpPr>
        <p:spPr bwMode="auto">
          <a:xfrm>
            <a:off x="2861356" y="2400300"/>
            <a:ext cx="1975104" cy="3207430"/>
          </a:xfrm>
          <a:prstGeom prst="rect">
            <a:avLst/>
          </a:prstGeom>
          <a:solidFill>
            <a:schemeClr val="tx1">
              <a:alpha val="12157"/>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a:r>
              <a:rPr lang="en-US" sz="1600" dirty="0">
                <a:solidFill>
                  <a:schemeClr val="tx1"/>
                </a:solidFill>
                <a:latin typeface="Segoe UI Semibold" panose="020B0702040204020203" pitchFamily="34" charset="0"/>
                <a:cs typeface="Segoe UI Semibold" panose="020B0702040204020203" pitchFamily="34" charset="0"/>
              </a:rPr>
              <a:t>Easy takedown</a:t>
            </a:r>
            <a:r>
              <a:rPr lang="en-US" sz="2000" b="0" i="0" dirty="0">
                <a:solidFill>
                  <a:schemeClr val="tx1"/>
                </a:solidFill>
                <a:effectLst/>
                <a:latin typeface="Segoe UI" panose="020B0502040204020203" pitchFamily="34" charset="0"/>
              </a:rPr>
              <a:t> </a:t>
            </a:r>
          </a:p>
          <a:p>
            <a:pPr>
              <a:lnSpc>
                <a:spcPts val="1000"/>
              </a:lnSpc>
              <a:spcBef>
                <a:spcPts val="600"/>
              </a:spcBef>
            </a:pPr>
            <a:r>
              <a:rPr lang="en-US" sz="800" dirty="0">
                <a:solidFill>
                  <a:schemeClr val="tx1"/>
                </a:solidFill>
                <a:latin typeface="Segoe UI" panose="020B0502040204020203" pitchFamily="34" charset="0"/>
              </a:rPr>
              <a:t>Only use AI tools to help create advertising, marketing and PR materials that are </a:t>
            </a:r>
            <a:r>
              <a:rPr lang="en-US" sz="800" b="1" dirty="0">
                <a:solidFill>
                  <a:schemeClr val="tx1"/>
                </a:solidFill>
                <a:latin typeface="Segoe UI" panose="020B0502040204020203" pitchFamily="34" charset="0"/>
              </a:rPr>
              <a:t>quick and easy to take down if necessary</a:t>
            </a:r>
            <a:r>
              <a:rPr lang="en-US" sz="800" dirty="0">
                <a:solidFill>
                  <a:schemeClr val="tx1"/>
                </a:solidFill>
                <a:latin typeface="Segoe UI" panose="020B0502040204020203" pitchFamily="34" charset="0"/>
              </a:rPr>
              <a:t> (e.g., social media, web content). AI tools should not be used to create materials such as packaging, physical retail assets or television commercials that cannot be quickly removed from circulation.  </a:t>
            </a:r>
          </a:p>
        </p:txBody>
      </p:sp>
      <p:sp>
        <p:nvSpPr>
          <p:cNvPr id="23" name="Rectangle 22">
            <a:extLst>
              <a:ext uri="{FF2B5EF4-FFF2-40B4-BE49-F238E27FC236}">
                <a16:creationId xmlns:a16="http://schemas.microsoft.com/office/drawing/2014/main" id="{3D8A0CE6-93BA-39AC-F77D-38DD9874C8CE}"/>
              </a:ext>
            </a:extLst>
          </p:cNvPr>
          <p:cNvSpPr/>
          <p:nvPr/>
        </p:nvSpPr>
        <p:spPr bwMode="auto">
          <a:xfrm>
            <a:off x="5134293" y="2400300"/>
            <a:ext cx="1975104" cy="3207430"/>
          </a:xfrm>
          <a:prstGeom prst="rect">
            <a:avLst/>
          </a:prstGeom>
          <a:solidFill>
            <a:schemeClr val="tx1">
              <a:alpha val="12157"/>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a:r>
              <a:rPr lang="en-US" sz="1600" dirty="0">
                <a:solidFill>
                  <a:schemeClr val="tx1"/>
                </a:solidFill>
                <a:latin typeface="Segoe UI Semibold" panose="020B0702040204020203" pitchFamily="34" charset="0"/>
                <a:cs typeface="Segoe UI Semibold" panose="020B0702040204020203" pitchFamily="34" charset="0"/>
              </a:rPr>
              <a:t>Avoid certain prompts</a:t>
            </a:r>
            <a:endParaRPr lang="en-US" sz="2000" b="0" i="0" dirty="0">
              <a:solidFill>
                <a:schemeClr val="tx1"/>
              </a:solidFill>
              <a:effectLst/>
              <a:latin typeface="Segoe UI" panose="020B0502040204020203" pitchFamily="34" charset="0"/>
            </a:endParaRPr>
          </a:p>
          <a:p>
            <a:pPr marL="0" lvl="1">
              <a:lnSpc>
                <a:spcPts val="1000"/>
              </a:lnSpc>
              <a:spcBef>
                <a:spcPts val="600"/>
              </a:spcBef>
            </a:pPr>
            <a:r>
              <a:rPr lang="en-US" sz="800" b="1" dirty="0">
                <a:solidFill>
                  <a:schemeClr val="tx1"/>
                </a:solidFill>
                <a:latin typeface="Segoe UI" panose="020B0502040204020203" pitchFamily="34" charset="0"/>
              </a:rPr>
              <a:t>Avoid AI prompts including Microsoft Confidential Information </a:t>
            </a:r>
            <a:r>
              <a:rPr lang="en-US" sz="800" dirty="0">
                <a:solidFill>
                  <a:schemeClr val="tx1"/>
                </a:solidFill>
                <a:latin typeface="Segoe UI" panose="020B0502040204020203" pitchFamily="34" charset="0"/>
              </a:rPr>
              <a:t>(e.g., undisclosed information about pre-release products), unless the tool is approved for confidential data. Includes personal information belonging to any Microsoft employee, contractor, partner, vendor, customer or lead,</a:t>
            </a:r>
          </a:p>
          <a:p>
            <a:pPr marL="0" lvl="1">
              <a:lnSpc>
                <a:spcPts val="1000"/>
              </a:lnSpc>
              <a:spcBef>
                <a:spcPts val="600"/>
              </a:spcBef>
            </a:pPr>
            <a:r>
              <a:rPr lang="en-US" sz="800" b="1" dirty="0">
                <a:solidFill>
                  <a:schemeClr val="tx1"/>
                </a:solidFill>
                <a:latin typeface="Segoe UI" panose="020B0502040204020203" pitchFamily="34" charset="0"/>
              </a:rPr>
              <a:t>Avoid asking for content to be created in the style of a specific author or artist </a:t>
            </a:r>
            <a:r>
              <a:rPr lang="en-US" sz="800" dirty="0">
                <a:solidFill>
                  <a:schemeClr val="tx1"/>
                </a:solidFill>
                <a:latin typeface="Segoe UI" panose="020B0502040204020203" pitchFamily="34" charset="0"/>
              </a:rPr>
              <a:t>(e.g., avoid prompts such as, “Write a paragraph about the benefits of Edge with Bing in the style of Stephen King” or “Draw a Monet-style Xbox controller).  </a:t>
            </a:r>
          </a:p>
        </p:txBody>
      </p:sp>
      <p:sp>
        <p:nvSpPr>
          <p:cNvPr id="12" name="Rectangle 11">
            <a:extLst>
              <a:ext uri="{FF2B5EF4-FFF2-40B4-BE49-F238E27FC236}">
                <a16:creationId xmlns:a16="http://schemas.microsoft.com/office/drawing/2014/main" id="{ACE8B3BF-16CB-E4A0-6220-C37441BCDB09}"/>
              </a:ext>
            </a:extLst>
          </p:cNvPr>
          <p:cNvSpPr/>
          <p:nvPr/>
        </p:nvSpPr>
        <p:spPr bwMode="auto">
          <a:xfrm>
            <a:off x="7383418" y="2400300"/>
            <a:ext cx="1975104" cy="3207430"/>
          </a:xfrm>
          <a:prstGeom prst="rect">
            <a:avLst/>
          </a:prstGeom>
          <a:solidFill>
            <a:schemeClr val="tx1">
              <a:alpha val="12157"/>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a:r>
              <a:rPr lang="en-US" sz="1600" dirty="0">
                <a:solidFill>
                  <a:schemeClr val="tx1"/>
                </a:solidFill>
                <a:latin typeface="Segoe UI Semibold" panose="020B0702040204020203" pitchFamily="34" charset="0"/>
                <a:cs typeface="Segoe UI Semibold" panose="020B0702040204020203" pitchFamily="34" charset="0"/>
              </a:rPr>
              <a:t>Disclosure</a:t>
            </a:r>
            <a:r>
              <a:rPr lang="en-US" sz="2000" b="0" i="0" dirty="0">
                <a:solidFill>
                  <a:schemeClr val="tx1"/>
                </a:solidFill>
                <a:effectLst/>
                <a:latin typeface="Segoe UI" panose="020B0502040204020203" pitchFamily="34" charset="0"/>
              </a:rPr>
              <a:t> </a:t>
            </a:r>
          </a:p>
          <a:p>
            <a:pPr>
              <a:lnSpc>
                <a:spcPts val="1000"/>
              </a:lnSpc>
              <a:spcBef>
                <a:spcPts val="600"/>
              </a:spcBef>
            </a:pPr>
            <a:r>
              <a:rPr lang="en-US" sz="800" dirty="0">
                <a:solidFill>
                  <a:schemeClr val="tx1"/>
                </a:solidFill>
                <a:latin typeface="Segoe UI" panose="020B0502040204020203" pitchFamily="34" charset="0"/>
              </a:rPr>
              <a:t>When using AI-generated images, audio or videos, </a:t>
            </a:r>
            <a:r>
              <a:rPr lang="en-US" sz="800" b="1" dirty="0">
                <a:solidFill>
                  <a:schemeClr val="tx1"/>
                </a:solidFill>
                <a:latin typeface="Segoe UI" panose="020B0502040204020203" pitchFamily="34" charset="0"/>
              </a:rPr>
              <a:t>include a disclosure explaining the role of AI in creating the content</a:t>
            </a:r>
            <a:r>
              <a:rPr lang="en-US" sz="800" dirty="0">
                <a:solidFill>
                  <a:schemeClr val="tx1"/>
                </a:solidFill>
                <a:latin typeface="Segoe UI" panose="020B0502040204020203" pitchFamily="34" charset="0"/>
              </a:rPr>
              <a:t>. For example, "Created with the help of AI" or "AI generated, human customized."</a:t>
            </a:r>
          </a:p>
        </p:txBody>
      </p:sp>
      <p:sp>
        <p:nvSpPr>
          <p:cNvPr id="24" name="Rectangle 23">
            <a:extLst>
              <a:ext uri="{FF2B5EF4-FFF2-40B4-BE49-F238E27FC236}">
                <a16:creationId xmlns:a16="http://schemas.microsoft.com/office/drawing/2014/main" id="{78D0022D-42D0-E309-D650-47AE9EDB0A2F}"/>
              </a:ext>
            </a:extLst>
          </p:cNvPr>
          <p:cNvSpPr/>
          <p:nvPr/>
        </p:nvSpPr>
        <p:spPr bwMode="auto">
          <a:xfrm>
            <a:off x="9645396" y="2400300"/>
            <a:ext cx="1975104" cy="3207430"/>
          </a:xfrm>
          <a:prstGeom prst="rect">
            <a:avLst/>
          </a:prstGeom>
          <a:solidFill>
            <a:schemeClr val="tx1">
              <a:alpha val="12157"/>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a:r>
              <a:rPr lang="en-US" sz="1600" dirty="0">
                <a:solidFill>
                  <a:schemeClr val="tx1"/>
                </a:solidFill>
                <a:latin typeface="Segoe UI Semibold" panose="020B0702040204020203" pitchFamily="34" charset="0"/>
                <a:cs typeface="Segoe UI Semibold" panose="020B0702040204020203" pitchFamily="34" charset="0"/>
              </a:rPr>
              <a:t>Review license terms</a:t>
            </a:r>
            <a:endParaRPr lang="en-US" sz="2000" b="0" i="0" dirty="0">
              <a:solidFill>
                <a:schemeClr val="tx1"/>
              </a:solidFill>
              <a:effectLst/>
              <a:latin typeface="Segoe UI" panose="020B0502040204020203" pitchFamily="34" charset="0"/>
            </a:endParaRPr>
          </a:p>
          <a:p>
            <a:pPr>
              <a:lnSpc>
                <a:spcPts val="1000"/>
              </a:lnSpc>
              <a:spcBef>
                <a:spcPts val="600"/>
              </a:spcBef>
            </a:pPr>
            <a:r>
              <a:rPr lang="en-US" sz="800" dirty="0">
                <a:solidFill>
                  <a:schemeClr val="tx1"/>
                </a:solidFill>
                <a:latin typeface="Segoe UI" panose="020B0502040204020203" pitchFamily="34" charset="0"/>
              </a:rPr>
              <a:t>If you want to use a tool other than Bing chatbot, Bing Image Creator, or another Microsoft AI feature, </a:t>
            </a:r>
            <a:r>
              <a:rPr lang="en-US" sz="800" b="1" dirty="0">
                <a:solidFill>
                  <a:schemeClr val="tx1"/>
                </a:solidFill>
                <a:latin typeface="Segoe UI" panose="020B0502040204020203" pitchFamily="34" charset="0"/>
              </a:rPr>
              <a:t>contact your CELA representative to review the applicable license terms </a:t>
            </a:r>
            <a:r>
              <a:rPr lang="en-US" sz="800" dirty="0">
                <a:solidFill>
                  <a:schemeClr val="tx1"/>
                </a:solidFill>
                <a:latin typeface="Segoe UI" panose="020B0502040204020203" pitchFamily="34" charset="0"/>
              </a:rPr>
              <a:t>to ensure the tool can be used for your intended purpose and to understand any licensing restrictions or requirements</a:t>
            </a:r>
          </a:p>
        </p:txBody>
      </p:sp>
      <p:sp>
        <p:nvSpPr>
          <p:cNvPr id="32" name="TextBox 31">
            <a:extLst>
              <a:ext uri="{FF2B5EF4-FFF2-40B4-BE49-F238E27FC236}">
                <a16:creationId xmlns:a16="http://schemas.microsoft.com/office/drawing/2014/main" id="{2D541ECD-EE57-B0A9-107C-DACE4186C421}"/>
              </a:ext>
            </a:extLst>
          </p:cNvPr>
          <p:cNvSpPr txBox="1"/>
          <p:nvPr/>
        </p:nvSpPr>
        <p:spPr>
          <a:xfrm>
            <a:off x="597345" y="5962030"/>
            <a:ext cx="11049000" cy="307777"/>
          </a:xfrm>
          <a:prstGeom prst="rect">
            <a:avLst/>
          </a:prstGeom>
          <a:noFill/>
        </p:spPr>
        <p:txBody>
          <a:bodyPr wrap="square" lIns="0" tIns="0" rIns="0" bIns="0" rtlCol="0">
            <a:spAutoFit/>
          </a:bodyPr>
          <a:lstStyle/>
          <a:p>
            <a:pPr algn="l"/>
            <a:r>
              <a:rPr lang="en-US" sz="1000" b="1" dirty="0"/>
              <a:t>Source: </a:t>
            </a:r>
            <a:r>
              <a:rPr lang="en-US" sz="1000" b="1" dirty="0">
                <a:hlinkClick r:id="rId2">
                  <a:extLst>
                    <a:ext uri="{A12FA001-AC4F-418D-AE19-62706E023703}">
                      <ahyp:hlinkClr xmlns:ahyp="http://schemas.microsoft.com/office/drawing/2018/hyperlinkcolor" val="tx"/>
                    </a:ext>
                  </a:extLst>
                </a:hlinkClick>
              </a:rPr>
              <a:t>Using AI to Create Advertising, Marketing and PR Content</a:t>
            </a:r>
            <a:r>
              <a:rPr lang="en-US" sz="1000" b="1" dirty="0"/>
              <a:t> </a:t>
            </a:r>
            <a:r>
              <a:rPr lang="en-US" sz="1000" dirty="0"/>
              <a:t>(Internal access only)</a:t>
            </a:r>
          </a:p>
          <a:p>
            <a:pPr algn="l"/>
            <a:r>
              <a:rPr lang="en-US" sz="1000" b="1" dirty="0"/>
              <a:t>Contact: </a:t>
            </a:r>
            <a:r>
              <a:rPr lang="en-US" sz="1000" dirty="0"/>
              <a:t>If you have any questions, comments or concerns contact your team CELA representative. All suppliers should direct questions to execppt@microsoft.com.</a:t>
            </a:r>
          </a:p>
        </p:txBody>
      </p:sp>
      <p:grpSp>
        <p:nvGrpSpPr>
          <p:cNvPr id="3" name="Group 2">
            <a:extLst>
              <a:ext uri="{FF2B5EF4-FFF2-40B4-BE49-F238E27FC236}">
                <a16:creationId xmlns:a16="http://schemas.microsoft.com/office/drawing/2014/main" id="{0168A53A-A65B-8E32-DCCE-51EC84D79177}"/>
              </a:ext>
              <a:ext uri="{C183D7F6-B498-43B3-948B-1728B52AA6E4}">
                <adec:decorative xmlns:adec="http://schemas.microsoft.com/office/drawing/2017/decorative" val="1"/>
              </a:ext>
            </a:extLst>
          </p:cNvPr>
          <p:cNvGrpSpPr/>
          <p:nvPr/>
        </p:nvGrpSpPr>
        <p:grpSpPr>
          <a:xfrm>
            <a:off x="418306" y="1998347"/>
            <a:ext cx="9662536" cy="548640"/>
            <a:chOff x="418306" y="1998347"/>
            <a:chExt cx="9662536" cy="548640"/>
          </a:xfrm>
          <a:solidFill>
            <a:schemeClr val="bg1"/>
          </a:solidFill>
        </p:grpSpPr>
        <p:sp>
          <p:nvSpPr>
            <p:cNvPr id="4" name="Oval 3">
              <a:extLst>
                <a:ext uri="{FF2B5EF4-FFF2-40B4-BE49-F238E27FC236}">
                  <a16:creationId xmlns:a16="http://schemas.microsoft.com/office/drawing/2014/main" id="{122B2DAC-EC6B-26A6-0575-ACFC34A8BC23}"/>
                </a:ext>
              </a:extLst>
            </p:cNvPr>
            <p:cNvSpPr/>
            <p:nvPr/>
          </p:nvSpPr>
          <p:spPr bwMode="auto">
            <a:xfrm>
              <a:off x="418306" y="1998347"/>
              <a:ext cx="548640" cy="548640"/>
            </a:xfrm>
            <a:prstGeom prst="ellipse">
              <a:avLst/>
            </a:prstGeom>
            <a:grpFill/>
            <a:ln w="25400" cmpd="sng">
              <a:solidFill>
                <a:schemeClr val="tx1">
                  <a:alpha val="54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932472" fontAlgn="base">
                <a:spcBef>
                  <a:spcPct val="0"/>
                </a:spcBef>
                <a:spcAft>
                  <a:spcPct val="0"/>
                </a:spcAft>
              </a:pPr>
              <a:r>
                <a:rPr lang="en-US" sz="2500" dirty="0">
                  <a:solidFill>
                    <a:schemeClr val="tx1"/>
                  </a:solidFill>
                  <a:latin typeface="+mj-lt"/>
                  <a:ea typeface="Segoe UI" pitchFamily="34" charset="0"/>
                  <a:cs typeface="Segoe UI" pitchFamily="34" charset="0"/>
                </a:rPr>
                <a:t>1</a:t>
              </a:r>
            </a:p>
          </p:txBody>
        </p:sp>
        <p:sp>
          <p:nvSpPr>
            <p:cNvPr id="5" name="Oval 4">
              <a:extLst>
                <a:ext uri="{FF2B5EF4-FFF2-40B4-BE49-F238E27FC236}">
                  <a16:creationId xmlns:a16="http://schemas.microsoft.com/office/drawing/2014/main" id="{435E10D4-41D6-0CDA-5035-051CFC26AC51}"/>
                </a:ext>
              </a:extLst>
            </p:cNvPr>
            <p:cNvSpPr/>
            <p:nvPr/>
          </p:nvSpPr>
          <p:spPr bwMode="auto">
            <a:xfrm>
              <a:off x="2696780" y="1998347"/>
              <a:ext cx="548640" cy="548640"/>
            </a:xfrm>
            <a:prstGeom prst="ellipse">
              <a:avLst/>
            </a:prstGeom>
            <a:grpFill/>
            <a:ln w="25400" cmpd="sng">
              <a:solidFill>
                <a:schemeClr val="tx1">
                  <a:alpha val="54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932472" fontAlgn="base">
                <a:spcBef>
                  <a:spcPct val="0"/>
                </a:spcBef>
                <a:spcAft>
                  <a:spcPct val="0"/>
                </a:spcAft>
              </a:pPr>
              <a:r>
                <a:rPr lang="en-US" sz="2500" dirty="0">
                  <a:solidFill>
                    <a:schemeClr val="tx1"/>
                  </a:solidFill>
                  <a:latin typeface="+mj-lt"/>
                  <a:cs typeface="Segoe UI" pitchFamily="34" charset="0"/>
                </a:rPr>
                <a:t>2</a:t>
              </a:r>
            </a:p>
          </p:txBody>
        </p:sp>
        <p:sp>
          <p:nvSpPr>
            <p:cNvPr id="6" name="Oval 5">
              <a:extLst>
                <a:ext uri="{FF2B5EF4-FFF2-40B4-BE49-F238E27FC236}">
                  <a16:creationId xmlns:a16="http://schemas.microsoft.com/office/drawing/2014/main" id="{C3B020D3-4A7A-B32A-5181-F6EA8757D6AC}"/>
                </a:ext>
              </a:extLst>
            </p:cNvPr>
            <p:cNvSpPr/>
            <p:nvPr/>
          </p:nvSpPr>
          <p:spPr bwMode="auto">
            <a:xfrm>
              <a:off x="4975254" y="1998347"/>
              <a:ext cx="548640" cy="548640"/>
            </a:xfrm>
            <a:prstGeom prst="ellipse">
              <a:avLst/>
            </a:prstGeom>
            <a:grpFill/>
            <a:ln w="25400" cmpd="sng">
              <a:solidFill>
                <a:schemeClr val="tx1">
                  <a:alpha val="54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932472" fontAlgn="base">
                <a:spcBef>
                  <a:spcPct val="0"/>
                </a:spcBef>
                <a:spcAft>
                  <a:spcPct val="0"/>
                </a:spcAft>
              </a:pPr>
              <a:r>
                <a:rPr lang="en-US" sz="2500" dirty="0">
                  <a:solidFill>
                    <a:schemeClr val="tx1"/>
                  </a:solidFill>
                  <a:latin typeface="+mj-lt"/>
                  <a:cs typeface="Segoe UI" pitchFamily="34" charset="0"/>
                </a:rPr>
                <a:t>3</a:t>
              </a:r>
            </a:p>
          </p:txBody>
        </p:sp>
        <p:sp>
          <p:nvSpPr>
            <p:cNvPr id="7" name="Oval 6">
              <a:extLst>
                <a:ext uri="{FF2B5EF4-FFF2-40B4-BE49-F238E27FC236}">
                  <a16:creationId xmlns:a16="http://schemas.microsoft.com/office/drawing/2014/main" id="{DB94DCAF-B19F-FBA0-5AC2-43D861EF39CB}"/>
                </a:ext>
              </a:extLst>
            </p:cNvPr>
            <p:cNvSpPr/>
            <p:nvPr/>
          </p:nvSpPr>
          <p:spPr bwMode="auto">
            <a:xfrm>
              <a:off x="7253728" y="1998347"/>
              <a:ext cx="548640" cy="548640"/>
            </a:xfrm>
            <a:prstGeom prst="ellipse">
              <a:avLst/>
            </a:prstGeom>
            <a:grpFill/>
            <a:ln w="25400" cmpd="sng">
              <a:solidFill>
                <a:schemeClr val="tx1">
                  <a:alpha val="54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932472" fontAlgn="base">
                <a:spcBef>
                  <a:spcPct val="0"/>
                </a:spcBef>
                <a:spcAft>
                  <a:spcPct val="0"/>
                </a:spcAft>
              </a:pPr>
              <a:r>
                <a:rPr lang="en-US" sz="2500" dirty="0">
                  <a:solidFill>
                    <a:schemeClr val="tx1"/>
                  </a:solidFill>
                  <a:latin typeface="+mj-lt"/>
                  <a:cs typeface="Segoe UI" pitchFamily="34" charset="0"/>
                </a:rPr>
                <a:t>4</a:t>
              </a:r>
            </a:p>
          </p:txBody>
        </p:sp>
        <p:sp>
          <p:nvSpPr>
            <p:cNvPr id="8" name="Oval 7">
              <a:extLst>
                <a:ext uri="{FF2B5EF4-FFF2-40B4-BE49-F238E27FC236}">
                  <a16:creationId xmlns:a16="http://schemas.microsoft.com/office/drawing/2014/main" id="{70A27A15-78BB-1F7E-94EE-A00E0424D5C1}"/>
                </a:ext>
              </a:extLst>
            </p:cNvPr>
            <p:cNvSpPr/>
            <p:nvPr/>
          </p:nvSpPr>
          <p:spPr bwMode="auto">
            <a:xfrm>
              <a:off x="9532202" y="1998347"/>
              <a:ext cx="548640" cy="548640"/>
            </a:xfrm>
            <a:prstGeom prst="ellipse">
              <a:avLst/>
            </a:prstGeom>
            <a:grpFill/>
            <a:ln w="25400" cmpd="sng">
              <a:solidFill>
                <a:schemeClr val="tx1">
                  <a:alpha val="54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932472" fontAlgn="base">
                <a:spcBef>
                  <a:spcPct val="0"/>
                </a:spcBef>
                <a:spcAft>
                  <a:spcPct val="0"/>
                </a:spcAft>
              </a:pPr>
              <a:r>
                <a:rPr lang="en-US" sz="2500" dirty="0">
                  <a:solidFill>
                    <a:schemeClr val="tx1"/>
                  </a:solidFill>
                  <a:latin typeface="+mj-lt"/>
                  <a:cs typeface="Segoe UI" pitchFamily="34" charset="0"/>
                </a:rPr>
                <a:t>5</a:t>
              </a:r>
            </a:p>
          </p:txBody>
        </p:sp>
      </p:grpSp>
    </p:spTree>
    <p:extLst>
      <p:ext uri="{BB962C8B-B14F-4D97-AF65-F5344CB8AC3E}">
        <p14:creationId xmlns:p14="http://schemas.microsoft.com/office/powerpoint/2010/main" val="2923959522"/>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Title 36">
            <a:extLst>
              <a:ext uri="{FF2B5EF4-FFF2-40B4-BE49-F238E27FC236}">
                <a16:creationId xmlns:a16="http://schemas.microsoft.com/office/drawing/2014/main" id="{4622A3A5-8FE5-44DD-B7B1-A05435F85799}"/>
              </a:ext>
            </a:extLst>
          </p:cNvPr>
          <p:cNvSpPr>
            <a:spLocks noGrp="1"/>
          </p:cNvSpPr>
          <p:nvPr>
            <p:ph type="title"/>
          </p:nvPr>
        </p:nvSpPr>
        <p:spPr/>
        <p:txBody>
          <a:bodyPr/>
          <a:lstStyle/>
          <a:p>
            <a:r>
              <a:rPr lang="en-US" dirty="0"/>
              <a:t>Microsoft brand colors</a:t>
            </a:r>
          </a:p>
        </p:txBody>
      </p:sp>
      <p:sp>
        <p:nvSpPr>
          <p:cNvPr id="4" name="object 22">
            <a:extLst>
              <a:ext uri="{FF2B5EF4-FFF2-40B4-BE49-F238E27FC236}">
                <a16:creationId xmlns:a16="http://schemas.microsoft.com/office/drawing/2014/main" id="{DE45C2CD-49CE-3613-3AF6-F5BA123DBE7E}"/>
              </a:ext>
            </a:extLst>
          </p:cNvPr>
          <p:cNvSpPr txBox="1"/>
          <p:nvPr/>
        </p:nvSpPr>
        <p:spPr>
          <a:xfrm>
            <a:off x="575426" y="1272928"/>
            <a:ext cx="10981800" cy="380018"/>
          </a:xfrm>
          <a:prstGeom prst="rect">
            <a:avLst/>
          </a:prstGeom>
        </p:spPr>
        <p:txBody>
          <a:bodyPr vert="horz" wrap="square" lIns="0" tIns="10583" rIns="0" bIns="0" rtlCol="0">
            <a:spAutoFit/>
          </a:bodyPr>
          <a:lstStyle/>
          <a:p>
            <a:pPr marL="10583" marR="0" lvl="0" indent="0" algn="l" defTabSz="914367" rtl="0" eaLnBrk="1" fontAlgn="auto" latinLnBrk="0" hangingPunct="1">
              <a:lnSpc>
                <a:spcPct val="100000"/>
              </a:lnSpc>
              <a:spcBef>
                <a:spcPts val="800"/>
              </a:spcBef>
              <a:spcAft>
                <a:spcPts val="0"/>
              </a:spcAft>
              <a:buClrTx/>
              <a:buSzTx/>
              <a:buFontTx/>
              <a:buNone/>
              <a:tabLst/>
              <a:defRPr/>
            </a:pPr>
            <a:r>
              <a:rPr kumimoji="0" lang="en-US" sz="1200" b="0" i="0" u="none" strike="noStrike" kern="1200" cap="none" spc="0" normalizeH="0" baseline="0" noProof="0" dirty="0">
                <a:ln>
                  <a:noFill/>
                </a:ln>
                <a:effectLst/>
                <a:uLnTx/>
                <a:uFillTx/>
                <a:latin typeface="Segoe UI"/>
                <a:ea typeface="+mn-ea"/>
                <a:cs typeface="Segoe UI"/>
              </a:rPr>
              <a:t>Type and background combinations must meet a minimum 4.5:1 contrast ratio to help ensure people of all abilities can access and understand our communications. </a:t>
            </a:r>
            <a:br>
              <a:rPr kumimoji="0" lang="en-US" sz="1200" b="0" i="0" u="none" strike="noStrike" kern="1200" cap="none" spc="0" normalizeH="0" baseline="0" noProof="0" dirty="0">
                <a:ln>
                  <a:noFill/>
                </a:ln>
                <a:effectLst/>
                <a:uLnTx/>
                <a:uFillTx/>
                <a:latin typeface="Segoe UI"/>
                <a:ea typeface="+mn-ea"/>
                <a:cs typeface="Segoe UI"/>
              </a:rPr>
            </a:br>
            <a:r>
              <a:rPr kumimoji="0" lang="en-US" sz="1200" b="0" i="0" u="none" strike="noStrike" kern="1200" cap="none" spc="0" normalizeH="0" baseline="0" noProof="0" dirty="0">
                <a:ln>
                  <a:noFill/>
                </a:ln>
                <a:effectLst/>
                <a:uLnTx/>
                <a:uFillTx/>
                <a:latin typeface="Segoe UI"/>
                <a:ea typeface="+mn-ea"/>
                <a:cs typeface="Segoe UI"/>
              </a:rPr>
              <a:t>Pick colors carefully and avoid relying on color alone to convey information. </a:t>
            </a:r>
          </a:p>
        </p:txBody>
      </p:sp>
      <p:sp>
        <p:nvSpPr>
          <p:cNvPr id="110" name="Freeform: Shape 109">
            <a:extLst>
              <a:ext uri="{FF2B5EF4-FFF2-40B4-BE49-F238E27FC236}">
                <a16:creationId xmlns:a16="http://schemas.microsoft.com/office/drawing/2014/main" id="{73BFCC0B-A0F7-20B9-42C8-21B317F3B696}"/>
              </a:ext>
            </a:extLst>
          </p:cNvPr>
          <p:cNvSpPr/>
          <p:nvPr/>
        </p:nvSpPr>
        <p:spPr>
          <a:xfrm>
            <a:off x="980770" y="2249245"/>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FFFFFF"/>
          </a:solidFill>
          <a:ln w="6320" cap="flat">
            <a:noFill/>
            <a:prstDash val="solid"/>
            <a:miter/>
          </a:ln>
        </p:spPr>
        <p:txBody>
          <a:bodyPr lIns="91440" tIns="91440" rIns="73152" bIns="0" rtlCol="0" anchor="t" anchorCtr="0"/>
          <a:lstStyle/>
          <a:p>
            <a:pPr marL="0" marR="0" lvl="0" indent="0" algn="l" defTabSz="914367" rtl="0" eaLnBrk="1" fontAlgn="auto" latinLnBrk="0" hangingPunct="1">
              <a:lnSpc>
                <a:spcPct val="100000"/>
              </a:lnSpc>
              <a:spcBef>
                <a:spcPts val="400"/>
              </a:spcBef>
              <a:spcAft>
                <a:spcPts val="600"/>
              </a:spcAft>
              <a:buClrTx/>
              <a:buSzTx/>
              <a:buFontTx/>
              <a:buNone/>
              <a:tabLst/>
              <a:defRPr/>
            </a:pPr>
            <a:r>
              <a:rPr lang="en-US" sz="650" dirty="0">
                <a:solidFill>
                  <a:srgbClr val="000000"/>
                </a:solidFill>
                <a:latin typeface="Segoe UI Semibold"/>
              </a:rPr>
              <a:t>Pure White</a:t>
            </a:r>
          </a:p>
          <a:p>
            <a:pPr marL="0" marR="0" lvl="0" indent="0" algn="l" defTabSz="914367" rtl="0" eaLnBrk="1" fontAlgn="auto" latinLnBrk="0" hangingPunct="1">
              <a:lnSpc>
                <a:spcPct val="100000"/>
              </a:lnSpc>
              <a:spcBef>
                <a:spcPts val="400"/>
              </a:spcBef>
              <a:spcAft>
                <a:spcPts val="0"/>
              </a:spcAft>
              <a:buClrTx/>
              <a:buSzTx/>
              <a:buFontTx/>
              <a:buNone/>
              <a:tabLst/>
              <a:defRPr/>
            </a:pPr>
            <a:r>
              <a:rPr lang="en-US" sz="650" dirty="0">
                <a:solidFill>
                  <a:srgbClr val="000000"/>
                </a:solidFill>
                <a:latin typeface="Segoe UI Semibold"/>
              </a:rPr>
              <a:t>R255 G255 B255</a:t>
            </a:r>
          </a:p>
          <a:p>
            <a:pPr marL="0" marR="0" lvl="0" indent="0" algn="l" defTabSz="914367" rtl="0" eaLnBrk="1" fontAlgn="auto" latinLnBrk="0" hangingPunct="1">
              <a:lnSpc>
                <a:spcPct val="100000"/>
              </a:lnSpc>
              <a:spcBef>
                <a:spcPts val="400"/>
              </a:spcBef>
              <a:spcAft>
                <a:spcPts val="0"/>
              </a:spcAft>
              <a:buClrTx/>
              <a:buSzTx/>
              <a:buFontTx/>
              <a:buNone/>
              <a:tabLst/>
              <a:defRPr/>
            </a:pPr>
            <a:r>
              <a:rPr lang="en-US" sz="650" dirty="0">
                <a:solidFill>
                  <a:srgbClr val="000000"/>
                </a:solidFill>
                <a:latin typeface="Segoe UI Semibold"/>
              </a:rPr>
              <a:t>Hex #FFFFFF</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177" name="Freeform: Shape 176">
            <a:extLst>
              <a:ext uri="{FF2B5EF4-FFF2-40B4-BE49-F238E27FC236}">
                <a16:creationId xmlns:a16="http://schemas.microsoft.com/office/drawing/2014/main" id="{7FED4855-84AB-5279-73AB-BB6401863427}"/>
              </a:ext>
            </a:extLst>
          </p:cNvPr>
          <p:cNvSpPr/>
          <p:nvPr/>
        </p:nvSpPr>
        <p:spPr>
          <a:xfrm>
            <a:off x="1798337" y="2249245"/>
            <a:ext cx="817630" cy="1163801"/>
          </a:xfrm>
          <a:custGeom>
            <a:avLst/>
            <a:gdLst>
              <a:gd name="connsiteX0" fmla="*/ 0 w 802632"/>
              <a:gd name="connsiteY0" fmla="*/ 0 h 1163890"/>
              <a:gd name="connsiteX1" fmla="*/ 802633 w 802632"/>
              <a:gd name="connsiteY1" fmla="*/ 0 h 1163890"/>
              <a:gd name="connsiteX2" fmla="*/ 802633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3" y="0"/>
                </a:lnTo>
                <a:lnTo>
                  <a:pt x="802633" y="1163890"/>
                </a:lnTo>
                <a:lnTo>
                  <a:pt x="0" y="1163890"/>
                </a:lnTo>
                <a:lnTo>
                  <a:pt x="0" y="0"/>
                </a:lnTo>
              </a:path>
            </a:pathLst>
          </a:custGeom>
          <a:solidFill>
            <a:srgbClr val="E8E6DF"/>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Warm Light Gray</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R232 G230 B223</a:t>
            </a:r>
          </a:p>
          <a:p>
            <a:pPr>
              <a:spcBef>
                <a:spcPts val="400"/>
              </a:spcBef>
              <a:defRPr/>
            </a:pPr>
            <a:r>
              <a:rPr lang="en-US" sz="650" dirty="0">
                <a:solidFill>
                  <a:srgbClr val="000000"/>
                </a:solidFill>
                <a:latin typeface="Segoe UI Semibold"/>
              </a:rPr>
              <a:t>Hex #E8E6DF</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175" name="Freeform: Shape 174">
            <a:extLst>
              <a:ext uri="{FF2B5EF4-FFF2-40B4-BE49-F238E27FC236}">
                <a16:creationId xmlns:a16="http://schemas.microsoft.com/office/drawing/2014/main" id="{AE1A0C5C-F0E7-A759-4264-5420345E3339}"/>
              </a:ext>
            </a:extLst>
          </p:cNvPr>
          <p:cNvSpPr/>
          <p:nvPr/>
        </p:nvSpPr>
        <p:spPr>
          <a:xfrm>
            <a:off x="2615968" y="2249245"/>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D9D9D6"/>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Gray</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R217 G217 B214</a:t>
            </a:r>
          </a:p>
          <a:p>
            <a:pPr>
              <a:spcBef>
                <a:spcPts val="400"/>
              </a:spcBef>
              <a:defRPr/>
            </a:pPr>
            <a:r>
              <a:rPr lang="en-US" sz="650" dirty="0">
                <a:solidFill>
                  <a:srgbClr val="000000"/>
                </a:solidFill>
                <a:latin typeface="Segoe UI Semibold"/>
              </a:rPr>
              <a:t>Hex #D9D9D6</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179" name="Freeform: Shape 178">
            <a:extLst>
              <a:ext uri="{FF2B5EF4-FFF2-40B4-BE49-F238E27FC236}">
                <a16:creationId xmlns:a16="http://schemas.microsoft.com/office/drawing/2014/main" id="{AC94C86B-78EE-83DD-89C7-603E4EAD2A14}"/>
              </a:ext>
            </a:extLst>
          </p:cNvPr>
          <p:cNvSpPr/>
          <p:nvPr/>
        </p:nvSpPr>
        <p:spPr>
          <a:xfrm>
            <a:off x="3433534" y="2249245"/>
            <a:ext cx="817566" cy="1163801"/>
          </a:xfrm>
          <a:custGeom>
            <a:avLst/>
            <a:gdLst>
              <a:gd name="connsiteX0" fmla="*/ 0 w 802569"/>
              <a:gd name="connsiteY0" fmla="*/ 0 h 1163890"/>
              <a:gd name="connsiteX1" fmla="*/ 802569 w 802569"/>
              <a:gd name="connsiteY1" fmla="*/ 0 h 1163890"/>
              <a:gd name="connsiteX2" fmla="*/ 802569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69" y="0"/>
                </a:lnTo>
                <a:lnTo>
                  <a:pt x="802569" y="1163890"/>
                </a:lnTo>
                <a:lnTo>
                  <a:pt x="0" y="1163890"/>
                </a:lnTo>
                <a:lnTo>
                  <a:pt x="0" y="0"/>
                </a:lnTo>
              </a:path>
            </a:pathLst>
          </a:custGeom>
          <a:solidFill>
            <a:srgbClr val="E1D3C7"/>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Brown</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R225 G211 B199</a:t>
            </a:r>
          </a:p>
          <a:p>
            <a:pPr>
              <a:spcBef>
                <a:spcPts val="400"/>
              </a:spcBef>
              <a:defRPr/>
            </a:pPr>
            <a:r>
              <a:rPr lang="en-US" sz="650" dirty="0">
                <a:solidFill>
                  <a:srgbClr val="000000"/>
                </a:solidFill>
                <a:latin typeface="Segoe UI Semibold"/>
              </a:rPr>
              <a:t>Hex #E1D3C7</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181" name="Freeform: Shape 180">
            <a:extLst>
              <a:ext uri="{FF2B5EF4-FFF2-40B4-BE49-F238E27FC236}">
                <a16:creationId xmlns:a16="http://schemas.microsoft.com/office/drawing/2014/main" id="{DA6D20EF-4AB7-54CB-01E6-9033C805855E}"/>
              </a:ext>
              <a:ext uri="{C183D7F6-B498-43B3-948B-1728B52AA6E4}">
                <adec:decorative xmlns:adec="http://schemas.microsoft.com/office/drawing/2017/decorative" val="0"/>
              </a:ext>
            </a:extLst>
          </p:cNvPr>
          <p:cNvSpPr/>
          <p:nvPr/>
        </p:nvSpPr>
        <p:spPr>
          <a:xfrm>
            <a:off x="4251100" y="2249245"/>
            <a:ext cx="817630" cy="1163801"/>
          </a:xfrm>
          <a:custGeom>
            <a:avLst/>
            <a:gdLst>
              <a:gd name="connsiteX0" fmla="*/ 0 w 802632"/>
              <a:gd name="connsiteY0" fmla="*/ 0 h 1163890"/>
              <a:gd name="connsiteX1" fmla="*/ 802633 w 802632"/>
              <a:gd name="connsiteY1" fmla="*/ 0 h 1163890"/>
              <a:gd name="connsiteX2" fmla="*/ 802633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3" y="0"/>
                </a:lnTo>
                <a:lnTo>
                  <a:pt x="802633" y="1163890"/>
                </a:lnTo>
                <a:lnTo>
                  <a:pt x="0" y="1163890"/>
                </a:lnTo>
                <a:lnTo>
                  <a:pt x="0" y="0"/>
                </a:lnTo>
              </a:path>
            </a:pathLst>
          </a:custGeom>
          <a:solidFill>
            <a:srgbClr val="FFE399"/>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Yellow</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R255 G227 B153</a:t>
            </a:r>
          </a:p>
          <a:p>
            <a:pPr>
              <a:spcBef>
                <a:spcPts val="400"/>
              </a:spcBef>
              <a:defRPr/>
            </a:pPr>
            <a:r>
              <a:rPr lang="en-US" sz="650" dirty="0">
                <a:solidFill>
                  <a:srgbClr val="000000"/>
                </a:solidFill>
                <a:latin typeface="Segoe UI Semibold"/>
              </a:rPr>
              <a:t>Hex #FFE399</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106" name="Freeform: Shape 105">
            <a:extLst>
              <a:ext uri="{FF2B5EF4-FFF2-40B4-BE49-F238E27FC236}">
                <a16:creationId xmlns:a16="http://schemas.microsoft.com/office/drawing/2014/main" id="{AF138D22-8996-A490-B76A-05406587A346}"/>
              </a:ext>
            </a:extLst>
          </p:cNvPr>
          <p:cNvSpPr/>
          <p:nvPr/>
        </p:nvSpPr>
        <p:spPr>
          <a:xfrm>
            <a:off x="5068667" y="2249245"/>
            <a:ext cx="817630" cy="1163801"/>
          </a:xfrm>
          <a:custGeom>
            <a:avLst/>
            <a:gdLst>
              <a:gd name="connsiteX0" fmla="*/ 0 w 802632"/>
              <a:gd name="connsiteY0" fmla="*/ 0 h 1163890"/>
              <a:gd name="connsiteX1" fmla="*/ 802633 w 802632"/>
              <a:gd name="connsiteY1" fmla="*/ 0 h 1163890"/>
              <a:gd name="connsiteX2" fmla="*/ 802633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3" y="0"/>
                </a:lnTo>
                <a:lnTo>
                  <a:pt x="802633" y="1163890"/>
                </a:lnTo>
                <a:lnTo>
                  <a:pt x="0" y="1163890"/>
                </a:lnTo>
                <a:lnTo>
                  <a:pt x="0" y="0"/>
                </a:lnTo>
              </a:path>
            </a:pathLst>
          </a:custGeom>
          <a:solidFill>
            <a:srgbClr val="FFA38B"/>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Orange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R255 G163 B139</a:t>
            </a:r>
          </a:p>
          <a:p>
            <a:pPr>
              <a:spcBef>
                <a:spcPts val="400"/>
              </a:spcBef>
              <a:defRPr/>
            </a:pPr>
            <a:r>
              <a:rPr lang="en-US" sz="650" dirty="0">
                <a:solidFill>
                  <a:srgbClr val="000000"/>
                </a:solidFill>
                <a:latin typeface="Segoe UI Semibold"/>
              </a:rPr>
              <a:t>Hex #FFA38B</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99" name="Freeform: Shape 98">
            <a:extLst>
              <a:ext uri="{FF2B5EF4-FFF2-40B4-BE49-F238E27FC236}">
                <a16:creationId xmlns:a16="http://schemas.microsoft.com/office/drawing/2014/main" id="{46D7A762-9F3D-0A47-615E-A3879684DE86}"/>
              </a:ext>
            </a:extLst>
          </p:cNvPr>
          <p:cNvSpPr/>
          <p:nvPr/>
        </p:nvSpPr>
        <p:spPr>
          <a:xfrm>
            <a:off x="5886297" y="2249245"/>
            <a:ext cx="817566" cy="1163801"/>
          </a:xfrm>
          <a:custGeom>
            <a:avLst/>
            <a:gdLst>
              <a:gd name="connsiteX0" fmla="*/ 0 w 802569"/>
              <a:gd name="connsiteY0" fmla="*/ 0 h 1163890"/>
              <a:gd name="connsiteX1" fmla="*/ 802569 w 802569"/>
              <a:gd name="connsiteY1" fmla="*/ 0 h 1163890"/>
              <a:gd name="connsiteX2" fmla="*/ 802569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69" y="0"/>
                </a:lnTo>
                <a:lnTo>
                  <a:pt x="802569" y="1163890"/>
                </a:lnTo>
                <a:lnTo>
                  <a:pt x="0" y="1163890"/>
                </a:lnTo>
                <a:lnTo>
                  <a:pt x="0" y="0"/>
                </a:lnTo>
              </a:path>
            </a:pathLst>
          </a:custGeom>
          <a:solidFill>
            <a:srgbClr val="FFB3BB"/>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Red</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R255 G179 B187</a:t>
            </a:r>
          </a:p>
          <a:p>
            <a:pPr>
              <a:spcBef>
                <a:spcPts val="400"/>
              </a:spcBef>
              <a:defRPr/>
            </a:pPr>
            <a:r>
              <a:rPr lang="en-US" sz="650" dirty="0">
                <a:solidFill>
                  <a:srgbClr val="000000"/>
                </a:solidFill>
                <a:latin typeface="Segoe UI Semibold"/>
              </a:rPr>
              <a:t>Hex #FFB3BB</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91" name="Freeform: Shape 90">
            <a:extLst>
              <a:ext uri="{FF2B5EF4-FFF2-40B4-BE49-F238E27FC236}">
                <a16:creationId xmlns:a16="http://schemas.microsoft.com/office/drawing/2014/main" id="{30603BA0-A103-D225-94AA-59B8272EF177}"/>
              </a:ext>
            </a:extLst>
          </p:cNvPr>
          <p:cNvSpPr/>
          <p:nvPr/>
        </p:nvSpPr>
        <p:spPr>
          <a:xfrm>
            <a:off x="6703865" y="2249245"/>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D59ED7"/>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Magenta</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R213 G158 B215</a:t>
            </a:r>
          </a:p>
          <a:p>
            <a:pPr>
              <a:spcBef>
                <a:spcPts val="400"/>
              </a:spcBef>
              <a:defRPr/>
            </a:pPr>
            <a:r>
              <a:rPr lang="en-US" sz="650" dirty="0">
                <a:solidFill>
                  <a:srgbClr val="000000"/>
                </a:solidFill>
                <a:latin typeface="Segoe UI Semibold"/>
              </a:rPr>
              <a:t>Hex #D59ED7</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89" name="Freeform: Shape 88">
            <a:extLst>
              <a:ext uri="{FF2B5EF4-FFF2-40B4-BE49-F238E27FC236}">
                <a16:creationId xmlns:a16="http://schemas.microsoft.com/office/drawing/2014/main" id="{ABEC99E0-1B94-F82D-FFA9-39D4BD0BBBFB}"/>
              </a:ext>
            </a:extLst>
          </p:cNvPr>
          <p:cNvSpPr/>
          <p:nvPr/>
        </p:nvSpPr>
        <p:spPr>
          <a:xfrm>
            <a:off x="7521431" y="2249245"/>
            <a:ext cx="817631" cy="1163801"/>
          </a:xfrm>
          <a:custGeom>
            <a:avLst/>
            <a:gdLst>
              <a:gd name="connsiteX0" fmla="*/ 0 w 802633"/>
              <a:gd name="connsiteY0" fmla="*/ 0 h 1163890"/>
              <a:gd name="connsiteX1" fmla="*/ 802633 w 802633"/>
              <a:gd name="connsiteY1" fmla="*/ 0 h 1163890"/>
              <a:gd name="connsiteX2" fmla="*/ 802633 w 802633"/>
              <a:gd name="connsiteY2" fmla="*/ 1163890 h 1163890"/>
              <a:gd name="connsiteX3" fmla="*/ 0 w 802633"/>
              <a:gd name="connsiteY3" fmla="*/ 1163890 h 1163890"/>
              <a:gd name="connsiteX4" fmla="*/ 0 w 802633"/>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3" h="1163890">
                <a:moveTo>
                  <a:pt x="0" y="0"/>
                </a:moveTo>
                <a:lnTo>
                  <a:pt x="802633" y="0"/>
                </a:lnTo>
                <a:lnTo>
                  <a:pt x="802633" y="1163890"/>
                </a:lnTo>
                <a:lnTo>
                  <a:pt x="0" y="1163890"/>
                </a:lnTo>
                <a:lnTo>
                  <a:pt x="0" y="0"/>
                </a:lnTo>
              </a:path>
            </a:pathLst>
          </a:custGeom>
          <a:solidFill>
            <a:srgbClr val="C5B4E3"/>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Purple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R197 G180 B227</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Hex #C5B4E3</a:t>
            </a:r>
          </a:p>
          <a:p>
            <a:pPr marL="0" marR="0" lvl="0" indent="0" algn="l" defTabSz="914367" rtl="0" eaLnBrk="1" fontAlgn="auto" latinLnBrk="0" hangingPunct="1">
              <a:lnSpc>
                <a:spcPct val="100000"/>
              </a:lnSpc>
              <a:spcBef>
                <a:spcPts val="400"/>
              </a:spcBef>
              <a:spcAft>
                <a:spcPts val="0"/>
              </a:spcAft>
              <a:buClrTx/>
              <a:buSzTx/>
              <a:buFontTx/>
              <a:buNone/>
              <a:tabLst/>
              <a:defRPr/>
            </a:pPr>
            <a:endParaRPr kumimoji="0" lang="en-US" sz="650" b="0" i="0" u="none" strike="noStrike" kern="1200" cap="none" spc="0" normalizeH="0" baseline="0" noProof="0" dirty="0">
              <a:ln>
                <a:noFill/>
              </a:ln>
              <a:solidFill>
                <a:srgbClr val="000000"/>
              </a:solidFill>
              <a:effectLst/>
              <a:uLnTx/>
              <a:uFillTx/>
              <a:latin typeface="Segoe UI Semibold"/>
              <a:ea typeface="+mn-ea"/>
              <a:cs typeface="+mn-cs"/>
            </a:endParaRPr>
          </a:p>
        </p:txBody>
      </p:sp>
      <p:sp>
        <p:nvSpPr>
          <p:cNvPr id="87" name="Freeform: Shape 86">
            <a:extLst>
              <a:ext uri="{FF2B5EF4-FFF2-40B4-BE49-F238E27FC236}">
                <a16:creationId xmlns:a16="http://schemas.microsoft.com/office/drawing/2014/main" id="{4EED3960-F097-3B49-8BC1-91997F2B271D}"/>
              </a:ext>
            </a:extLst>
          </p:cNvPr>
          <p:cNvSpPr/>
          <p:nvPr/>
        </p:nvSpPr>
        <p:spPr>
          <a:xfrm>
            <a:off x="8339062" y="2249245"/>
            <a:ext cx="817565" cy="1163801"/>
          </a:xfrm>
          <a:custGeom>
            <a:avLst/>
            <a:gdLst>
              <a:gd name="connsiteX0" fmla="*/ 0 w 802568"/>
              <a:gd name="connsiteY0" fmla="*/ 0 h 1163890"/>
              <a:gd name="connsiteX1" fmla="*/ 802569 w 802568"/>
              <a:gd name="connsiteY1" fmla="*/ 0 h 1163890"/>
              <a:gd name="connsiteX2" fmla="*/ 802569 w 802568"/>
              <a:gd name="connsiteY2" fmla="*/ 1163890 h 1163890"/>
              <a:gd name="connsiteX3" fmla="*/ 0 w 802568"/>
              <a:gd name="connsiteY3" fmla="*/ 1163890 h 1163890"/>
              <a:gd name="connsiteX4" fmla="*/ 0 w 802568"/>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8" h="1163890">
                <a:moveTo>
                  <a:pt x="0" y="0"/>
                </a:moveTo>
                <a:lnTo>
                  <a:pt x="802569" y="0"/>
                </a:lnTo>
                <a:lnTo>
                  <a:pt x="802569" y="1163890"/>
                </a:lnTo>
                <a:lnTo>
                  <a:pt x="0" y="1163890"/>
                </a:lnTo>
                <a:lnTo>
                  <a:pt x="0" y="0"/>
                </a:lnTo>
              </a:path>
            </a:pathLst>
          </a:custGeom>
          <a:solidFill>
            <a:srgbClr val="8DC8E8"/>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Blue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R141 G200 B232</a:t>
            </a:r>
          </a:p>
          <a:p>
            <a:pPr>
              <a:spcBef>
                <a:spcPts val="400"/>
              </a:spcBef>
              <a:defRPr/>
            </a:pPr>
            <a:r>
              <a:rPr lang="en-US" sz="650" dirty="0">
                <a:solidFill>
                  <a:srgbClr val="000000"/>
                </a:solidFill>
                <a:latin typeface="Segoe UI Semibold"/>
              </a:rPr>
              <a:t>Hex #8DC8E8</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60" name="Freeform: Shape 59">
            <a:extLst>
              <a:ext uri="{FF2B5EF4-FFF2-40B4-BE49-F238E27FC236}">
                <a16:creationId xmlns:a16="http://schemas.microsoft.com/office/drawing/2014/main" id="{B9EFDAE6-DFE7-90FA-37AA-78DC0CE16707}"/>
              </a:ext>
            </a:extLst>
          </p:cNvPr>
          <p:cNvSpPr/>
          <p:nvPr/>
        </p:nvSpPr>
        <p:spPr>
          <a:xfrm>
            <a:off x="9156628" y="2249245"/>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B9DCD2"/>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Teal</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R185 G220 B210</a:t>
            </a:r>
          </a:p>
          <a:p>
            <a:pPr>
              <a:spcBef>
                <a:spcPts val="400"/>
              </a:spcBef>
              <a:defRPr/>
            </a:pPr>
            <a:r>
              <a:rPr lang="en-US" sz="650" dirty="0">
                <a:solidFill>
                  <a:srgbClr val="000000"/>
                </a:solidFill>
                <a:latin typeface="Segoe UI Semibold"/>
              </a:rPr>
              <a:t>Hex #B9DCD2 </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	</a:t>
            </a:r>
          </a:p>
        </p:txBody>
      </p:sp>
      <p:sp>
        <p:nvSpPr>
          <p:cNvPr id="85" name="Freeform: Shape 84">
            <a:extLst>
              <a:ext uri="{FF2B5EF4-FFF2-40B4-BE49-F238E27FC236}">
                <a16:creationId xmlns:a16="http://schemas.microsoft.com/office/drawing/2014/main" id="{A2DBB59D-802A-502E-D6AB-F3CD1EFF681A}"/>
              </a:ext>
            </a:extLst>
          </p:cNvPr>
          <p:cNvSpPr/>
          <p:nvPr/>
        </p:nvSpPr>
        <p:spPr>
          <a:xfrm>
            <a:off x="9974195" y="2249245"/>
            <a:ext cx="817630" cy="1163801"/>
          </a:xfrm>
          <a:custGeom>
            <a:avLst/>
            <a:gdLst>
              <a:gd name="connsiteX0" fmla="*/ 0 w 802632"/>
              <a:gd name="connsiteY0" fmla="*/ 0 h 1163890"/>
              <a:gd name="connsiteX1" fmla="*/ 802632 w 802632"/>
              <a:gd name="connsiteY1" fmla="*/ 0 h 1163890"/>
              <a:gd name="connsiteX2" fmla="*/ 802632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2" y="0"/>
                </a:lnTo>
                <a:lnTo>
                  <a:pt x="802632" y="1163890"/>
                </a:lnTo>
                <a:lnTo>
                  <a:pt x="0" y="1163890"/>
                </a:lnTo>
                <a:lnTo>
                  <a:pt x="0" y="0"/>
                </a:lnTo>
              </a:path>
            </a:pathLst>
          </a:custGeom>
          <a:solidFill>
            <a:srgbClr val="D4EC8E"/>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Green</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R212 G236 B142</a:t>
            </a:r>
          </a:p>
          <a:p>
            <a:pPr>
              <a:spcBef>
                <a:spcPts val="400"/>
              </a:spcBef>
              <a:defRPr/>
            </a:pPr>
            <a:r>
              <a:rPr lang="en-US" sz="650" dirty="0">
                <a:solidFill>
                  <a:srgbClr val="000000"/>
                </a:solidFill>
                <a:latin typeface="Segoe UI Semibold"/>
              </a:rPr>
              <a:t>Hex #D4EC8E</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83" name="Freeform: Shape 82">
            <a:extLst>
              <a:ext uri="{FF2B5EF4-FFF2-40B4-BE49-F238E27FC236}">
                <a16:creationId xmlns:a16="http://schemas.microsoft.com/office/drawing/2014/main" id="{81C13EFF-D026-C1AF-A2BB-CF3A50AA6A96}"/>
              </a:ext>
            </a:extLst>
          </p:cNvPr>
          <p:cNvSpPr/>
          <p:nvPr/>
        </p:nvSpPr>
        <p:spPr>
          <a:xfrm>
            <a:off x="10791825" y="2249245"/>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091F2C"/>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Blue Black</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R9 G31 B44</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#091F2C </a:t>
            </a:r>
          </a:p>
          <a:p>
            <a:pPr marL="0" marR="0" lvl="0" indent="0" algn="l" defTabSz="914367" rtl="0" eaLnBrk="1" fontAlgn="auto" latinLnBrk="0" hangingPunct="1">
              <a:lnSpc>
                <a:spcPct val="100000"/>
              </a:lnSpc>
              <a:spcBef>
                <a:spcPts val="400"/>
              </a:spcBef>
              <a:spcAft>
                <a:spcPts val="0"/>
              </a:spcAft>
              <a:buClrTx/>
              <a:buSzTx/>
              <a:buFontTx/>
              <a:buNone/>
              <a:tabLst/>
              <a:defRPr/>
            </a:pP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108" name="Freeform: Shape 107">
            <a:extLst>
              <a:ext uri="{FF2B5EF4-FFF2-40B4-BE49-F238E27FC236}">
                <a16:creationId xmlns:a16="http://schemas.microsoft.com/office/drawing/2014/main" id="{FA5B755E-A3EB-BCA1-0CF2-D1E8FF81FC97}"/>
              </a:ext>
            </a:extLst>
          </p:cNvPr>
          <p:cNvSpPr/>
          <p:nvPr/>
        </p:nvSpPr>
        <p:spPr>
          <a:xfrm>
            <a:off x="980770" y="3413110"/>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F4F3F5"/>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Off White</a:t>
            </a:r>
          </a:p>
          <a:p>
            <a:pPr marL="0" marR="0" lvl="0" indent="0" algn="l" defTabSz="914367" rtl="0" eaLnBrk="1" fontAlgn="auto" latinLnBrk="0" hangingPunct="1">
              <a:lnSpc>
                <a:spcPct val="100000"/>
              </a:lnSpc>
              <a:spcBef>
                <a:spcPts val="400"/>
              </a:spcBef>
              <a:spcAft>
                <a:spcPts val="0"/>
              </a:spcAft>
              <a:buClrTx/>
              <a:buSzTx/>
              <a:buFontTx/>
              <a:buNone/>
              <a:tabLst/>
              <a:defRPr/>
            </a:pPr>
            <a:r>
              <a:rPr lang="en-US" sz="650" dirty="0">
                <a:solidFill>
                  <a:srgbClr val="000000"/>
                </a:solidFill>
                <a:latin typeface="Segoe UI Semibold"/>
              </a:rPr>
              <a:t>R244 G243 B245</a:t>
            </a:r>
          </a:p>
          <a:p>
            <a:pPr marL="0" marR="0" lvl="0" indent="0" algn="l" defTabSz="914367" rtl="0" eaLnBrk="1" fontAlgn="auto" latinLnBrk="0" hangingPunct="1">
              <a:lnSpc>
                <a:spcPct val="100000"/>
              </a:lnSpc>
              <a:spcBef>
                <a:spcPts val="400"/>
              </a:spcBef>
              <a:spcAft>
                <a:spcPts val="0"/>
              </a:spcAft>
              <a:buClrTx/>
              <a:buSzTx/>
              <a:buFontTx/>
              <a:buNone/>
              <a:tabLst/>
              <a:defRPr/>
            </a:pPr>
            <a:r>
              <a:rPr lang="en-US" sz="650" dirty="0">
                <a:solidFill>
                  <a:srgbClr val="000000"/>
                </a:solidFill>
                <a:latin typeface="Segoe UI Semibold"/>
              </a:rPr>
              <a:t>Hex # F4F3F5</a:t>
            </a:r>
            <a:endParaRPr kumimoji="0" lang="en-US" sz="650" b="0" i="0" u="none" strike="noStrike" kern="1200" cap="none" spc="0" normalizeH="0" baseline="0" noProof="0" dirty="0">
              <a:ln>
                <a:noFill/>
              </a:ln>
              <a:solidFill>
                <a:srgbClr val="000000"/>
              </a:solidFill>
              <a:effectLst/>
              <a:uLnTx/>
              <a:uFillTx/>
              <a:latin typeface="Segoe UI Semibold"/>
              <a:ea typeface="+mn-ea"/>
              <a:cs typeface="+mn-cs"/>
            </a:endParaRPr>
          </a:p>
        </p:txBody>
      </p:sp>
      <p:sp>
        <p:nvSpPr>
          <p:cNvPr id="81" name="Freeform: Shape 80">
            <a:extLst>
              <a:ext uri="{FF2B5EF4-FFF2-40B4-BE49-F238E27FC236}">
                <a16:creationId xmlns:a16="http://schemas.microsoft.com/office/drawing/2014/main" id="{280A2F3E-7726-A3D3-27D4-968C8DAC56DA}"/>
              </a:ext>
            </a:extLst>
          </p:cNvPr>
          <p:cNvSpPr/>
          <p:nvPr/>
        </p:nvSpPr>
        <p:spPr>
          <a:xfrm>
            <a:off x="1798337" y="3413110"/>
            <a:ext cx="817630" cy="1163801"/>
          </a:xfrm>
          <a:custGeom>
            <a:avLst/>
            <a:gdLst>
              <a:gd name="connsiteX0" fmla="*/ 0 w 802632"/>
              <a:gd name="connsiteY0" fmla="*/ 0 h 1163890"/>
              <a:gd name="connsiteX1" fmla="*/ 802633 w 802632"/>
              <a:gd name="connsiteY1" fmla="*/ 0 h 1163890"/>
              <a:gd name="connsiteX2" fmla="*/ 802633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3" y="0"/>
                </a:lnTo>
                <a:lnTo>
                  <a:pt x="802633" y="1163890"/>
                </a:lnTo>
                <a:lnTo>
                  <a:pt x="0" y="1163890"/>
                </a:lnTo>
                <a:lnTo>
                  <a:pt x="0" y="0"/>
                </a:lnTo>
              </a:path>
            </a:pathLst>
          </a:custGeom>
          <a:solidFill>
            <a:srgbClr val="D7D2CB"/>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Mid Gray</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R215 G210 B203</a:t>
            </a:r>
          </a:p>
          <a:p>
            <a:pPr>
              <a:spcBef>
                <a:spcPts val="400"/>
              </a:spcBef>
              <a:defRPr/>
            </a:pPr>
            <a:r>
              <a:rPr lang="en-US" sz="650" dirty="0">
                <a:solidFill>
                  <a:srgbClr val="000000"/>
                </a:solidFill>
                <a:latin typeface="Segoe UI Semibold"/>
              </a:rPr>
              <a:t>Hex #D7D2CB</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79" name="Freeform: Shape 78">
            <a:extLst>
              <a:ext uri="{FF2B5EF4-FFF2-40B4-BE49-F238E27FC236}">
                <a16:creationId xmlns:a16="http://schemas.microsoft.com/office/drawing/2014/main" id="{1CCBD1F3-6AD0-B37C-78AC-BAD233480953}"/>
              </a:ext>
            </a:extLst>
          </p:cNvPr>
          <p:cNvSpPr/>
          <p:nvPr/>
        </p:nvSpPr>
        <p:spPr>
          <a:xfrm>
            <a:off x="2615968" y="3413110"/>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B1B3B3"/>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Cool Gray</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R177 G179 B179</a:t>
            </a:r>
          </a:p>
          <a:p>
            <a:pPr>
              <a:spcBef>
                <a:spcPts val="400"/>
              </a:spcBef>
              <a:defRPr/>
            </a:pPr>
            <a:r>
              <a:rPr lang="en-US" sz="650" dirty="0">
                <a:solidFill>
                  <a:srgbClr val="000000"/>
                </a:solidFill>
                <a:latin typeface="Segoe UI Semibold"/>
              </a:rPr>
              <a:t>Hex #B1B3B3</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77" name="Freeform: Shape 76">
            <a:extLst>
              <a:ext uri="{FF2B5EF4-FFF2-40B4-BE49-F238E27FC236}">
                <a16:creationId xmlns:a16="http://schemas.microsoft.com/office/drawing/2014/main" id="{465F125F-BD2A-FFB5-E9AC-1FB5C192E2B8}"/>
              </a:ext>
            </a:extLst>
          </p:cNvPr>
          <p:cNvSpPr/>
          <p:nvPr/>
        </p:nvSpPr>
        <p:spPr>
          <a:xfrm>
            <a:off x="3433534" y="3413110"/>
            <a:ext cx="817566" cy="1163801"/>
          </a:xfrm>
          <a:custGeom>
            <a:avLst/>
            <a:gdLst>
              <a:gd name="connsiteX0" fmla="*/ 0 w 802569"/>
              <a:gd name="connsiteY0" fmla="*/ 0 h 1163890"/>
              <a:gd name="connsiteX1" fmla="*/ 802569 w 802569"/>
              <a:gd name="connsiteY1" fmla="*/ 0 h 1163890"/>
              <a:gd name="connsiteX2" fmla="*/ 802569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69" y="0"/>
                </a:lnTo>
                <a:lnTo>
                  <a:pt x="802569" y="1163890"/>
                </a:lnTo>
                <a:lnTo>
                  <a:pt x="0" y="1163890"/>
                </a:lnTo>
                <a:lnTo>
                  <a:pt x="0" y="0"/>
                </a:lnTo>
              </a:path>
            </a:pathLst>
          </a:custGeom>
          <a:solidFill>
            <a:srgbClr val="BF9474"/>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Brown</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R191 G148 B116</a:t>
            </a:r>
          </a:p>
          <a:p>
            <a:pPr>
              <a:spcBef>
                <a:spcPts val="400"/>
              </a:spcBef>
              <a:defRPr/>
            </a:pPr>
            <a:r>
              <a:rPr lang="en-US" sz="650" dirty="0">
                <a:solidFill>
                  <a:srgbClr val="000000"/>
                </a:solidFill>
                <a:latin typeface="Segoe UI Semibold"/>
              </a:rPr>
              <a:t>Hex #BF9474</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75" name="Freeform: Shape 74">
            <a:extLst>
              <a:ext uri="{FF2B5EF4-FFF2-40B4-BE49-F238E27FC236}">
                <a16:creationId xmlns:a16="http://schemas.microsoft.com/office/drawing/2014/main" id="{DA84DA77-3DB7-6EEF-009E-413A15419F14}"/>
              </a:ext>
            </a:extLst>
          </p:cNvPr>
          <p:cNvSpPr/>
          <p:nvPr/>
        </p:nvSpPr>
        <p:spPr>
          <a:xfrm>
            <a:off x="4251100" y="3413110"/>
            <a:ext cx="817630" cy="1163801"/>
          </a:xfrm>
          <a:custGeom>
            <a:avLst/>
            <a:gdLst>
              <a:gd name="connsiteX0" fmla="*/ 0 w 802632"/>
              <a:gd name="connsiteY0" fmla="*/ 0 h 1163890"/>
              <a:gd name="connsiteX1" fmla="*/ 802633 w 802632"/>
              <a:gd name="connsiteY1" fmla="*/ 0 h 1163890"/>
              <a:gd name="connsiteX2" fmla="*/ 802633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3" y="0"/>
                </a:lnTo>
                <a:lnTo>
                  <a:pt x="802633" y="1163890"/>
                </a:lnTo>
                <a:lnTo>
                  <a:pt x="0" y="1163890"/>
                </a:lnTo>
                <a:lnTo>
                  <a:pt x="0" y="0"/>
                </a:lnTo>
              </a:path>
            </a:pathLst>
          </a:custGeom>
          <a:solidFill>
            <a:srgbClr val="FFB900"/>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Yellow</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R255 G185 B0</a:t>
            </a:r>
          </a:p>
          <a:p>
            <a:pPr>
              <a:spcBef>
                <a:spcPts val="400"/>
              </a:spcBef>
              <a:defRPr/>
            </a:pPr>
            <a:r>
              <a:rPr lang="en-US" sz="650" dirty="0">
                <a:solidFill>
                  <a:srgbClr val="000000"/>
                </a:solidFill>
                <a:latin typeface="Segoe UI Semibold"/>
              </a:rPr>
              <a:t>Hex #FFB900</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73" name="Freeform: Shape 72">
            <a:extLst>
              <a:ext uri="{FF2B5EF4-FFF2-40B4-BE49-F238E27FC236}">
                <a16:creationId xmlns:a16="http://schemas.microsoft.com/office/drawing/2014/main" id="{364E5C97-567B-1221-CABA-122FE4A21655}"/>
              </a:ext>
            </a:extLst>
          </p:cNvPr>
          <p:cNvSpPr/>
          <p:nvPr/>
        </p:nvSpPr>
        <p:spPr>
          <a:xfrm>
            <a:off x="5068667" y="3413110"/>
            <a:ext cx="817630" cy="1163801"/>
          </a:xfrm>
          <a:custGeom>
            <a:avLst/>
            <a:gdLst>
              <a:gd name="connsiteX0" fmla="*/ 0 w 802632"/>
              <a:gd name="connsiteY0" fmla="*/ 0 h 1163890"/>
              <a:gd name="connsiteX1" fmla="*/ 802633 w 802632"/>
              <a:gd name="connsiteY1" fmla="*/ 0 h 1163890"/>
              <a:gd name="connsiteX2" fmla="*/ 802633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3" y="0"/>
                </a:lnTo>
                <a:lnTo>
                  <a:pt x="802633" y="1163890"/>
                </a:lnTo>
                <a:lnTo>
                  <a:pt x="0" y="1163890"/>
                </a:lnTo>
                <a:lnTo>
                  <a:pt x="0" y="0"/>
                </a:lnTo>
              </a:path>
            </a:pathLst>
          </a:custGeom>
          <a:solidFill>
            <a:srgbClr val="FF5C39"/>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Orange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R255 G92 B57</a:t>
            </a:r>
          </a:p>
          <a:p>
            <a:pPr>
              <a:spcBef>
                <a:spcPts val="400"/>
              </a:spcBef>
              <a:defRPr/>
            </a:pPr>
            <a:r>
              <a:rPr lang="en-US" sz="650" dirty="0">
                <a:solidFill>
                  <a:srgbClr val="000000"/>
                </a:solidFill>
                <a:latin typeface="Segoe UI Semibold"/>
              </a:rPr>
              <a:t>Hex #FF5C39</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71" name="Freeform: Shape 70">
            <a:extLst>
              <a:ext uri="{FF2B5EF4-FFF2-40B4-BE49-F238E27FC236}">
                <a16:creationId xmlns:a16="http://schemas.microsoft.com/office/drawing/2014/main" id="{3CEB18E2-8DED-982D-CE16-C58DEF0F5A2B}"/>
              </a:ext>
            </a:extLst>
          </p:cNvPr>
          <p:cNvSpPr/>
          <p:nvPr/>
        </p:nvSpPr>
        <p:spPr>
          <a:xfrm>
            <a:off x="5886297" y="3413110"/>
            <a:ext cx="817566" cy="1163801"/>
          </a:xfrm>
          <a:custGeom>
            <a:avLst/>
            <a:gdLst>
              <a:gd name="connsiteX0" fmla="*/ 0 w 802569"/>
              <a:gd name="connsiteY0" fmla="*/ 0 h 1163890"/>
              <a:gd name="connsiteX1" fmla="*/ 802569 w 802569"/>
              <a:gd name="connsiteY1" fmla="*/ 0 h 1163890"/>
              <a:gd name="connsiteX2" fmla="*/ 802569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69" y="0"/>
                </a:lnTo>
                <a:lnTo>
                  <a:pt x="802569" y="1163890"/>
                </a:lnTo>
                <a:lnTo>
                  <a:pt x="0" y="1163890"/>
                </a:lnTo>
                <a:lnTo>
                  <a:pt x="0" y="0"/>
                </a:lnTo>
              </a:path>
            </a:pathLst>
          </a:custGeom>
          <a:solidFill>
            <a:srgbClr val="F4364C"/>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Red</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R244 G54 B76</a:t>
            </a:r>
          </a:p>
          <a:p>
            <a:pPr>
              <a:spcBef>
                <a:spcPts val="400"/>
              </a:spcBef>
              <a:defRPr/>
            </a:pPr>
            <a:r>
              <a:rPr lang="en-US" sz="650" dirty="0">
                <a:solidFill>
                  <a:srgbClr val="000000"/>
                </a:solidFill>
                <a:latin typeface="Segoe UI Semibold"/>
              </a:rPr>
              <a:t>Hex #F4364C</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69" name="Freeform: Shape 68">
            <a:extLst>
              <a:ext uri="{FF2B5EF4-FFF2-40B4-BE49-F238E27FC236}">
                <a16:creationId xmlns:a16="http://schemas.microsoft.com/office/drawing/2014/main" id="{75755343-D07B-2D0F-BEC4-C809041B3174}"/>
              </a:ext>
            </a:extLst>
          </p:cNvPr>
          <p:cNvSpPr/>
          <p:nvPr/>
        </p:nvSpPr>
        <p:spPr>
          <a:xfrm>
            <a:off x="6703865" y="3413110"/>
            <a:ext cx="817631" cy="1163801"/>
          </a:xfrm>
          <a:custGeom>
            <a:avLst/>
            <a:gdLst>
              <a:gd name="connsiteX0" fmla="*/ 0 w 802633"/>
              <a:gd name="connsiteY0" fmla="*/ 0 h 1163890"/>
              <a:gd name="connsiteX1" fmla="*/ 802633 w 802633"/>
              <a:gd name="connsiteY1" fmla="*/ 0 h 1163890"/>
              <a:gd name="connsiteX2" fmla="*/ 802633 w 802633"/>
              <a:gd name="connsiteY2" fmla="*/ 1163890 h 1163890"/>
              <a:gd name="connsiteX3" fmla="*/ 0 w 802633"/>
              <a:gd name="connsiteY3" fmla="*/ 1163890 h 1163890"/>
              <a:gd name="connsiteX4" fmla="*/ 0 w 802633"/>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3" h="1163890">
                <a:moveTo>
                  <a:pt x="0" y="0"/>
                </a:moveTo>
                <a:lnTo>
                  <a:pt x="802633" y="0"/>
                </a:lnTo>
                <a:lnTo>
                  <a:pt x="802633" y="1163890"/>
                </a:lnTo>
                <a:lnTo>
                  <a:pt x="0" y="1163890"/>
                </a:lnTo>
                <a:lnTo>
                  <a:pt x="0" y="0"/>
                </a:lnTo>
              </a:path>
            </a:pathLst>
          </a:custGeom>
          <a:solidFill>
            <a:srgbClr val="C03BC4"/>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Magenta</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R192 G59 B196</a:t>
            </a:r>
          </a:p>
          <a:p>
            <a:pPr>
              <a:spcBef>
                <a:spcPts val="400"/>
              </a:spcBef>
              <a:defRPr/>
            </a:pPr>
            <a:r>
              <a:rPr lang="en-US" sz="650" dirty="0">
                <a:solidFill>
                  <a:srgbClr val="000000"/>
                </a:solidFill>
                <a:latin typeface="Segoe UI Semibold"/>
              </a:rPr>
              <a:t>Hex #C03BC4</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67" name="Freeform: Shape 66">
            <a:extLst>
              <a:ext uri="{FF2B5EF4-FFF2-40B4-BE49-F238E27FC236}">
                <a16:creationId xmlns:a16="http://schemas.microsoft.com/office/drawing/2014/main" id="{5CD5DBDE-C944-1CC7-9E14-DB96D7B01827}"/>
              </a:ext>
            </a:extLst>
          </p:cNvPr>
          <p:cNvSpPr/>
          <p:nvPr/>
        </p:nvSpPr>
        <p:spPr>
          <a:xfrm>
            <a:off x="7521431" y="3413110"/>
            <a:ext cx="817631" cy="1163801"/>
          </a:xfrm>
          <a:custGeom>
            <a:avLst/>
            <a:gdLst>
              <a:gd name="connsiteX0" fmla="*/ 0 w 802633"/>
              <a:gd name="connsiteY0" fmla="*/ 0 h 1163890"/>
              <a:gd name="connsiteX1" fmla="*/ 802633 w 802633"/>
              <a:gd name="connsiteY1" fmla="*/ 0 h 1163890"/>
              <a:gd name="connsiteX2" fmla="*/ 802633 w 802633"/>
              <a:gd name="connsiteY2" fmla="*/ 1163890 h 1163890"/>
              <a:gd name="connsiteX3" fmla="*/ 0 w 802633"/>
              <a:gd name="connsiteY3" fmla="*/ 1163890 h 1163890"/>
              <a:gd name="connsiteX4" fmla="*/ 0 w 802633"/>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3" h="1163890">
                <a:moveTo>
                  <a:pt x="0" y="0"/>
                </a:moveTo>
                <a:lnTo>
                  <a:pt x="802633" y="0"/>
                </a:lnTo>
                <a:lnTo>
                  <a:pt x="802633" y="1163890"/>
                </a:lnTo>
                <a:lnTo>
                  <a:pt x="0" y="1163890"/>
                </a:lnTo>
                <a:lnTo>
                  <a:pt x="0" y="0"/>
                </a:lnTo>
              </a:path>
            </a:pathLst>
          </a:custGeom>
          <a:solidFill>
            <a:srgbClr val="8661C5"/>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Purple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R134 G97 B197</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#8661C5</a:t>
            </a:r>
          </a:p>
          <a:p>
            <a:pPr marL="0" marR="0" lvl="0" indent="0" algn="l" defTabSz="914367" rtl="0" eaLnBrk="1" fontAlgn="auto" latinLnBrk="0" hangingPunct="1">
              <a:lnSpc>
                <a:spcPct val="100000"/>
              </a:lnSpc>
              <a:spcBef>
                <a:spcPts val="400"/>
              </a:spcBef>
              <a:spcAft>
                <a:spcPts val="0"/>
              </a:spcAft>
              <a:buClrTx/>
              <a:buSzTx/>
              <a:buFontTx/>
              <a:buNone/>
              <a:tabLst/>
              <a:defRPr/>
            </a:pP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62" name="Freeform: Shape 61">
            <a:extLst>
              <a:ext uri="{FF2B5EF4-FFF2-40B4-BE49-F238E27FC236}">
                <a16:creationId xmlns:a16="http://schemas.microsoft.com/office/drawing/2014/main" id="{EDB1528D-5252-3CB5-521C-E6AF74DB8D51}"/>
              </a:ext>
            </a:extLst>
          </p:cNvPr>
          <p:cNvSpPr/>
          <p:nvPr/>
        </p:nvSpPr>
        <p:spPr>
          <a:xfrm>
            <a:off x="8339062" y="3413110"/>
            <a:ext cx="817565" cy="1163801"/>
          </a:xfrm>
          <a:custGeom>
            <a:avLst/>
            <a:gdLst>
              <a:gd name="connsiteX0" fmla="*/ 0 w 802568"/>
              <a:gd name="connsiteY0" fmla="*/ 0 h 1163890"/>
              <a:gd name="connsiteX1" fmla="*/ 802569 w 802568"/>
              <a:gd name="connsiteY1" fmla="*/ 0 h 1163890"/>
              <a:gd name="connsiteX2" fmla="*/ 802569 w 802568"/>
              <a:gd name="connsiteY2" fmla="*/ 1163890 h 1163890"/>
              <a:gd name="connsiteX3" fmla="*/ 0 w 802568"/>
              <a:gd name="connsiteY3" fmla="*/ 1163890 h 1163890"/>
              <a:gd name="connsiteX4" fmla="*/ 0 w 802568"/>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8" h="1163890">
                <a:moveTo>
                  <a:pt x="0" y="0"/>
                </a:moveTo>
                <a:lnTo>
                  <a:pt x="802569" y="0"/>
                </a:lnTo>
                <a:lnTo>
                  <a:pt x="802569" y="1163890"/>
                </a:lnTo>
                <a:lnTo>
                  <a:pt x="0" y="1163890"/>
                </a:lnTo>
                <a:lnTo>
                  <a:pt x="0" y="0"/>
                </a:lnTo>
              </a:path>
            </a:pathLst>
          </a:custGeom>
          <a:solidFill>
            <a:srgbClr val="0078D4"/>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Blue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R0 G120 B212</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#0078D4 </a:t>
            </a:r>
          </a:p>
          <a:p>
            <a:pPr marL="0" marR="0" lvl="0" indent="0" algn="l" defTabSz="914367" rtl="0" eaLnBrk="1" fontAlgn="auto" latinLnBrk="0" hangingPunct="1">
              <a:lnSpc>
                <a:spcPct val="100000"/>
              </a:lnSpc>
              <a:spcBef>
                <a:spcPts val="400"/>
              </a:spcBef>
              <a:spcAft>
                <a:spcPts val="0"/>
              </a:spcAft>
              <a:buClrTx/>
              <a:buSzTx/>
              <a:buFontTx/>
              <a:buNone/>
              <a:tabLst/>
              <a:defRPr/>
            </a:pP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56" name="Freeform: Shape 55">
            <a:extLst>
              <a:ext uri="{FF2B5EF4-FFF2-40B4-BE49-F238E27FC236}">
                <a16:creationId xmlns:a16="http://schemas.microsoft.com/office/drawing/2014/main" id="{008343CD-7193-742A-F1D2-B2DE26CBA603}"/>
              </a:ext>
            </a:extLst>
          </p:cNvPr>
          <p:cNvSpPr/>
          <p:nvPr/>
        </p:nvSpPr>
        <p:spPr>
          <a:xfrm>
            <a:off x="9156628" y="3413110"/>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49C5B1"/>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Teal</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R73 G197 B177</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Hex #49C5B1 </a:t>
            </a:r>
          </a:p>
        </p:txBody>
      </p:sp>
      <p:sp>
        <p:nvSpPr>
          <p:cNvPr id="54" name="Freeform: Shape 53">
            <a:extLst>
              <a:ext uri="{FF2B5EF4-FFF2-40B4-BE49-F238E27FC236}">
                <a16:creationId xmlns:a16="http://schemas.microsoft.com/office/drawing/2014/main" id="{CD1299B3-948E-6516-4D2F-E09B9D5E7322}"/>
              </a:ext>
            </a:extLst>
          </p:cNvPr>
          <p:cNvSpPr/>
          <p:nvPr/>
        </p:nvSpPr>
        <p:spPr>
          <a:xfrm>
            <a:off x="9974195" y="3413110"/>
            <a:ext cx="817630" cy="1163801"/>
          </a:xfrm>
          <a:custGeom>
            <a:avLst/>
            <a:gdLst>
              <a:gd name="connsiteX0" fmla="*/ 0 w 802632"/>
              <a:gd name="connsiteY0" fmla="*/ 0 h 1163890"/>
              <a:gd name="connsiteX1" fmla="*/ 802632 w 802632"/>
              <a:gd name="connsiteY1" fmla="*/ 0 h 1163890"/>
              <a:gd name="connsiteX2" fmla="*/ 802632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2" y="0"/>
                </a:lnTo>
                <a:lnTo>
                  <a:pt x="802632" y="1163890"/>
                </a:lnTo>
                <a:lnTo>
                  <a:pt x="0" y="1163890"/>
                </a:lnTo>
                <a:lnTo>
                  <a:pt x="0" y="0"/>
                </a:lnTo>
              </a:path>
            </a:pathLst>
          </a:custGeom>
          <a:solidFill>
            <a:srgbClr val="8DE971"/>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Green</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R141 G233 B113</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Hex #8DE971 </a:t>
            </a:r>
          </a:p>
        </p:txBody>
      </p:sp>
      <p:sp>
        <p:nvSpPr>
          <p:cNvPr id="49" name="Freeform: Shape 48">
            <a:extLst>
              <a:ext uri="{FF2B5EF4-FFF2-40B4-BE49-F238E27FC236}">
                <a16:creationId xmlns:a16="http://schemas.microsoft.com/office/drawing/2014/main" id="{EC24A263-B6BE-EA60-DE73-6D4BF1FCE03D}"/>
              </a:ext>
            </a:extLst>
          </p:cNvPr>
          <p:cNvSpPr/>
          <p:nvPr/>
        </p:nvSpPr>
        <p:spPr>
          <a:xfrm>
            <a:off x="10791825" y="3413110"/>
            <a:ext cx="817566" cy="1171831"/>
          </a:xfrm>
          <a:custGeom>
            <a:avLst/>
            <a:gdLst>
              <a:gd name="connsiteX0" fmla="*/ 0 w 802569"/>
              <a:gd name="connsiteY0" fmla="*/ 0 h 1171920"/>
              <a:gd name="connsiteX1" fmla="*/ 802570 w 802569"/>
              <a:gd name="connsiteY1" fmla="*/ 0 h 1171920"/>
              <a:gd name="connsiteX2" fmla="*/ 802570 w 802569"/>
              <a:gd name="connsiteY2" fmla="*/ 1171921 h 1171920"/>
              <a:gd name="connsiteX3" fmla="*/ 0 w 802569"/>
              <a:gd name="connsiteY3" fmla="*/ 1171921 h 1171920"/>
              <a:gd name="connsiteX4" fmla="*/ 0 w 802569"/>
              <a:gd name="connsiteY4" fmla="*/ 0 h 11719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71920">
                <a:moveTo>
                  <a:pt x="0" y="0"/>
                </a:moveTo>
                <a:lnTo>
                  <a:pt x="802570" y="0"/>
                </a:lnTo>
                <a:lnTo>
                  <a:pt x="802570" y="1171921"/>
                </a:lnTo>
                <a:lnTo>
                  <a:pt x="0" y="1171921"/>
                </a:lnTo>
                <a:lnTo>
                  <a:pt x="0" y="0"/>
                </a:lnTo>
              </a:path>
            </a:pathLst>
          </a:custGeom>
          <a:solidFill>
            <a:srgbClr val="000000"/>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Pure Black</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R0 G0 B0</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a:t>
            </a:r>
            <a:r>
              <a:rPr lang="en-US" sz="650" dirty="0">
                <a:solidFill>
                  <a:srgbClr val="FFFFFF"/>
                </a:solidFill>
                <a:latin typeface="Segoe UI Semibold"/>
              </a:rPr>
              <a:t>000000</a:t>
            </a: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47" name="Freeform: Shape 46">
            <a:extLst>
              <a:ext uri="{FF2B5EF4-FFF2-40B4-BE49-F238E27FC236}">
                <a16:creationId xmlns:a16="http://schemas.microsoft.com/office/drawing/2014/main" id="{4FD5892C-D1A3-1739-3ABA-D03B78E2E203}"/>
              </a:ext>
            </a:extLst>
          </p:cNvPr>
          <p:cNvSpPr/>
          <p:nvPr/>
        </p:nvSpPr>
        <p:spPr>
          <a:xfrm>
            <a:off x="980739" y="4575012"/>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FFF8F3"/>
          </a:solidFill>
          <a:ln w="6320" cap="flat">
            <a:noFill/>
            <a:prstDash val="solid"/>
            <a:miter/>
          </a:ln>
        </p:spPr>
        <p:txBody>
          <a:bodyPr lIns="91440" tIns="91440" rIns="73152" bIns="0" rtlCol="0" anchor="t" anchorCtr="0"/>
          <a:lstStyle/>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Warm White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R255 G248 B243</a:t>
            </a:r>
          </a:p>
          <a:p>
            <a:pPr>
              <a:spcBef>
                <a:spcPts val="400"/>
              </a:spcBef>
              <a:defRPr/>
            </a:pPr>
            <a:r>
              <a:rPr lang="en-US" sz="650" dirty="0">
                <a:solidFill>
                  <a:srgbClr val="000000"/>
                </a:solidFill>
                <a:latin typeface="Segoe UI Semibold"/>
              </a:rPr>
              <a:t>Hex #FFF8F3</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45" name="Freeform: Shape 44">
            <a:extLst>
              <a:ext uri="{FF2B5EF4-FFF2-40B4-BE49-F238E27FC236}">
                <a16:creationId xmlns:a16="http://schemas.microsoft.com/office/drawing/2014/main" id="{88D3FFB4-76D2-3C46-A40B-5FE448F97D54}"/>
              </a:ext>
            </a:extLst>
          </p:cNvPr>
          <p:cNvSpPr/>
          <p:nvPr/>
        </p:nvSpPr>
        <p:spPr>
          <a:xfrm>
            <a:off x="1798337" y="4575015"/>
            <a:ext cx="817630" cy="1163801"/>
          </a:xfrm>
          <a:custGeom>
            <a:avLst/>
            <a:gdLst>
              <a:gd name="connsiteX0" fmla="*/ 0 w 802632"/>
              <a:gd name="connsiteY0" fmla="*/ 0 h 1163890"/>
              <a:gd name="connsiteX1" fmla="*/ 802633 w 802632"/>
              <a:gd name="connsiteY1" fmla="*/ 0 h 1163890"/>
              <a:gd name="connsiteX2" fmla="*/ 802633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3" y="0"/>
                </a:lnTo>
                <a:lnTo>
                  <a:pt x="802633" y="1163890"/>
                </a:lnTo>
                <a:lnTo>
                  <a:pt x="0" y="1163890"/>
                </a:lnTo>
                <a:lnTo>
                  <a:pt x="0" y="0"/>
                </a:lnTo>
              </a:path>
            </a:pathLst>
          </a:custGeom>
          <a:solidFill>
            <a:srgbClr val="8C8279"/>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Warm Gray</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R140 G130 B121</a:t>
            </a:r>
          </a:p>
          <a:p>
            <a:pPr>
              <a:spcBef>
                <a:spcPts val="400"/>
              </a:spcBef>
              <a:defRPr/>
            </a:pPr>
            <a:r>
              <a:rPr lang="en-US" sz="650" dirty="0">
                <a:solidFill>
                  <a:srgbClr val="000000"/>
                </a:solidFill>
                <a:latin typeface="Segoe UI Semibold"/>
              </a:rPr>
              <a:t>Hex #8C8279</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42" name="Freeform: Shape 41">
            <a:extLst>
              <a:ext uri="{FF2B5EF4-FFF2-40B4-BE49-F238E27FC236}">
                <a16:creationId xmlns:a16="http://schemas.microsoft.com/office/drawing/2014/main" id="{F462BFE3-8EC1-0BDC-E0A3-E1986B8A4D27}"/>
              </a:ext>
            </a:extLst>
          </p:cNvPr>
          <p:cNvSpPr/>
          <p:nvPr/>
        </p:nvSpPr>
        <p:spPr>
          <a:xfrm>
            <a:off x="2615968" y="4575015"/>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454142"/>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Gray</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R69 G65 B66</a:t>
            </a:r>
          </a:p>
          <a:p>
            <a:pPr marL="0" marR="0" lvl="0" indent="0" algn="l" defTabSz="914367" rtl="0" eaLnBrk="1" fontAlgn="auto" latinLnBrk="0" hangingPunct="1">
              <a:lnSpc>
                <a:spcPct val="100000"/>
              </a:lnSpc>
              <a:spcBef>
                <a:spcPts val="400"/>
              </a:spcBef>
              <a:spcAft>
                <a:spcPts val="0"/>
              </a:spcAft>
              <a:buClrTx/>
              <a:buSzTx/>
              <a:buFontTx/>
              <a:buNone/>
              <a:tabLst/>
              <a:defRPr/>
            </a:pPr>
            <a:r>
              <a:rPr lang="en-US" sz="650" dirty="0">
                <a:solidFill>
                  <a:srgbClr val="FFFFFF"/>
                </a:solidFill>
                <a:latin typeface="Segoe UI Semibold"/>
              </a:rPr>
              <a:t>Hex #454142</a:t>
            </a: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35" name="Freeform: Shape 34">
            <a:extLst>
              <a:ext uri="{FF2B5EF4-FFF2-40B4-BE49-F238E27FC236}">
                <a16:creationId xmlns:a16="http://schemas.microsoft.com/office/drawing/2014/main" id="{3E777C2A-5CF5-50D1-F296-00B07D7FA13D}"/>
              </a:ext>
            </a:extLst>
          </p:cNvPr>
          <p:cNvSpPr/>
          <p:nvPr/>
        </p:nvSpPr>
        <p:spPr>
          <a:xfrm>
            <a:off x="3433534" y="4575015"/>
            <a:ext cx="817566" cy="1163801"/>
          </a:xfrm>
          <a:custGeom>
            <a:avLst/>
            <a:gdLst>
              <a:gd name="connsiteX0" fmla="*/ 0 w 802569"/>
              <a:gd name="connsiteY0" fmla="*/ 0 h 1163890"/>
              <a:gd name="connsiteX1" fmla="*/ 802569 w 802569"/>
              <a:gd name="connsiteY1" fmla="*/ 0 h 1163890"/>
              <a:gd name="connsiteX2" fmla="*/ 802569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69" y="0"/>
                </a:lnTo>
                <a:lnTo>
                  <a:pt x="802569" y="1163890"/>
                </a:lnTo>
                <a:lnTo>
                  <a:pt x="0" y="1163890"/>
                </a:lnTo>
                <a:lnTo>
                  <a:pt x="0" y="0"/>
                </a:lnTo>
              </a:path>
            </a:pathLst>
          </a:custGeom>
          <a:solidFill>
            <a:srgbClr val="5C4738"/>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Brown</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R92 G71 B56</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a:t>
            </a:r>
            <a:r>
              <a:rPr lang="en-US" sz="650" dirty="0">
                <a:solidFill>
                  <a:srgbClr val="FFFFFF"/>
                </a:solidFill>
                <a:latin typeface="Segoe UI Semibold"/>
              </a:rPr>
              <a:t>5C4738</a:t>
            </a: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33" name="Freeform: Shape 32">
            <a:extLst>
              <a:ext uri="{FF2B5EF4-FFF2-40B4-BE49-F238E27FC236}">
                <a16:creationId xmlns:a16="http://schemas.microsoft.com/office/drawing/2014/main" id="{692E79D8-2096-A9D9-0231-F4945A90CAFD}"/>
              </a:ext>
            </a:extLst>
          </p:cNvPr>
          <p:cNvSpPr/>
          <p:nvPr/>
        </p:nvSpPr>
        <p:spPr>
          <a:xfrm>
            <a:off x="4251100" y="4575015"/>
            <a:ext cx="817630" cy="1163801"/>
          </a:xfrm>
          <a:custGeom>
            <a:avLst/>
            <a:gdLst>
              <a:gd name="connsiteX0" fmla="*/ 0 w 802632"/>
              <a:gd name="connsiteY0" fmla="*/ 0 h 1163890"/>
              <a:gd name="connsiteX1" fmla="*/ 802633 w 802632"/>
              <a:gd name="connsiteY1" fmla="*/ 0 h 1163890"/>
              <a:gd name="connsiteX2" fmla="*/ 802633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3" y="0"/>
                </a:lnTo>
                <a:lnTo>
                  <a:pt x="802633" y="1163890"/>
                </a:lnTo>
                <a:lnTo>
                  <a:pt x="0" y="1163890"/>
                </a:lnTo>
                <a:lnTo>
                  <a:pt x="0" y="0"/>
                </a:lnTo>
              </a:path>
            </a:pathLst>
          </a:custGeom>
          <a:solidFill>
            <a:srgbClr val="7F5A1A"/>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Yellow</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R127 G90 B26</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a:t>
            </a:r>
            <a:r>
              <a:rPr lang="en-US" sz="650" dirty="0">
                <a:solidFill>
                  <a:srgbClr val="FFFFFF"/>
                </a:solidFill>
                <a:latin typeface="Segoe UI Semibold"/>
              </a:rPr>
              <a:t>7F5A1A</a:t>
            </a: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27" name="Freeform: Shape 26">
            <a:extLst>
              <a:ext uri="{FF2B5EF4-FFF2-40B4-BE49-F238E27FC236}">
                <a16:creationId xmlns:a16="http://schemas.microsoft.com/office/drawing/2014/main" id="{13F0587D-373C-28EB-04AE-296CAD248DA3}"/>
              </a:ext>
            </a:extLst>
          </p:cNvPr>
          <p:cNvSpPr/>
          <p:nvPr/>
        </p:nvSpPr>
        <p:spPr>
          <a:xfrm>
            <a:off x="5068667" y="4575015"/>
            <a:ext cx="817630" cy="1163801"/>
          </a:xfrm>
          <a:custGeom>
            <a:avLst/>
            <a:gdLst>
              <a:gd name="connsiteX0" fmla="*/ 0 w 802632"/>
              <a:gd name="connsiteY0" fmla="*/ 0 h 1163890"/>
              <a:gd name="connsiteX1" fmla="*/ 802633 w 802632"/>
              <a:gd name="connsiteY1" fmla="*/ 0 h 1163890"/>
              <a:gd name="connsiteX2" fmla="*/ 802633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3" y="0"/>
                </a:lnTo>
                <a:lnTo>
                  <a:pt x="802633" y="1163890"/>
                </a:lnTo>
                <a:lnTo>
                  <a:pt x="0" y="1163890"/>
                </a:lnTo>
                <a:lnTo>
                  <a:pt x="0" y="0"/>
                </a:lnTo>
              </a:path>
            </a:pathLst>
          </a:custGeom>
          <a:solidFill>
            <a:srgbClr val="73391D"/>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Orange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R115 G57 B29</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a:t>
            </a:r>
            <a:r>
              <a:rPr lang="en-US" sz="650" dirty="0">
                <a:solidFill>
                  <a:srgbClr val="FFFFFF"/>
                </a:solidFill>
                <a:latin typeface="Segoe UI Semibold"/>
              </a:rPr>
              <a:t>73391D</a:t>
            </a: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29" name="Freeform: Shape 28">
            <a:extLst>
              <a:ext uri="{FF2B5EF4-FFF2-40B4-BE49-F238E27FC236}">
                <a16:creationId xmlns:a16="http://schemas.microsoft.com/office/drawing/2014/main" id="{FE9CB5FD-F5AE-A958-375F-3F73EFAB4836}"/>
              </a:ext>
            </a:extLst>
          </p:cNvPr>
          <p:cNvSpPr/>
          <p:nvPr/>
        </p:nvSpPr>
        <p:spPr>
          <a:xfrm>
            <a:off x="5886297" y="4575015"/>
            <a:ext cx="817566" cy="1163801"/>
          </a:xfrm>
          <a:custGeom>
            <a:avLst/>
            <a:gdLst>
              <a:gd name="connsiteX0" fmla="*/ 0 w 802569"/>
              <a:gd name="connsiteY0" fmla="*/ 0 h 1163890"/>
              <a:gd name="connsiteX1" fmla="*/ 802569 w 802569"/>
              <a:gd name="connsiteY1" fmla="*/ 0 h 1163890"/>
              <a:gd name="connsiteX2" fmla="*/ 802569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69" y="0"/>
                </a:lnTo>
                <a:lnTo>
                  <a:pt x="802569" y="1163890"/>
                </a:lnTo>
                <a:lnTo>
                  <a:pt x="0" y="1163890"/>
                </a:lnTo>
                <a:lnTo>
                  <a:pt x="0" y="0"/>
                </a:lnTo>
              </a:path>
            </a:pathLst>
          </a:custGeom>
          <a:solidFill>
            <a:srgbClr val="73262F"/>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Red</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R115 G38 B47</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a:t>
            </a:r>
            <a:r>
              <a:rPr lang="en-US" sz="650" dirty="0">
                <a:solidFill>
                  <a:srgbClr val="FFFFFF"/>
                </a:solidFill>
                <a:latin typeface="Segoe UI Semibold"/>
              </a:rPr>
              <a:t>73262F</a:t>
            </a: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31" name="Freeform: Shape 30">
            <a:extLst>
              <a:ext uri="{FF2B5EF4-FFF2-40B4-BE49-F238E27FC236}">
                <a16:creationId xmlns:a16="http://schemas.microsoft.com/office/drawing/2014/main" id="{6E5808B7-1DEB-65D2-32FF-29B46F74BD8F}"/>
              </a:ext>
            </a:extLst>
          </p:cNvPr>
          <p:cNvSpPr/>
          <p:nvPr/>
        </p:nvSpPr>
        <p:spPr>
          <a:xfrm>
            <a:off x="6703865" y="4575015"/>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702573"/>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Magenta</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R112 G37 B115</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#702573</a:t>
            </a:r>
          </a:p>
          <a:p>
            <a:pPr marL="0" marR="0" lvl="0" indent="0" algn="l" defTabSz="914367" rtl="0" eaLnBrk="1" fontAlgn="auto" latinLnBrk="0" hangingPunct="1">
              <a:lnSpc>
                <a:spcPct val="100000"/>
              </a:lnSpc>
              <a:spcBef>
                <a:spcPts val="400"/>
              </a:spcBef>
              <a:spcAft>
                <a:spcPts val="0"/>
              </a:spcAft>
              <a:buClrTx/>
              <a:buSzTx/>
              <a:buFontTx/>
              <a:buNone/>
              <a:tabLst/>
              <a:defRPr/>
            </a:pP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23" name="Freeform: Shape 22">
            <a:extLst>
              <a:ext uri="{FF2B5EF4-FFF2-40B4-BE49-F238E27FC236}">
                <a16:creationId xmlns:a16="http://schemas.microsoft.com/office/drawing/2014/main" id="{97419B20-911A-625E-4FAD-CA97A5E4C29F}"/>
              </a:ext>
            </a:extLst>
          </p:cNvPr>
          <p:cNvSpPr/>
          <p:nvPr/>
        </p:nvSpPr>
        <p:spPr>
          <a:xfrm>
            <a:off x="7521431" y="4575015"/>
            <a:ext cx="817631" cy="1163801"/>
          </a:xfrm>
          <a:custGeom>
            <a:avLst/>
            <a:gdLst>
              <a:gd name="connsiteX0" fmla="*/ 0 w 802633"/>
              <a:gd name="connsiteY0" fmla="*/ 0 h 1163890"/>
              <a:gd name="connsiteX1" fmla="*/ 802633 w 802633"/>
              <a:gd name="connsiteY1" fmla="*/ 0 h 1163890"/>
              <a:gd name="connsiteX2" fmla="*/ 802633 w 802633"/>
              <a:gd name="connsiteY2" fmla="*/ 1163890 h 1163890"/>
              <a:gd name="connsiteX3" fmla="*/ 0 w 802633"/>
              <a:gd name="connsiteY3" fmla="*/ 1163890 h 1163890"/>
              <a:gd name="connsiteX4" fmla="*/ 0 w 802633"/>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3" h="1163890">
                <a:moveTo>
                  <a:pt x="0" y="0"/>
                </a:moveTo>
                <a:lnTo>
                  <a:pt x="802633" y="0"/>
                </a:lnTo>
                <a:lnTo>
                  <a:pt x="802633" y="1163890"/>
                </a:lnTo>
                <a:lnTo>
                  <a:pt x="0" y="1163890"/>
                </a:lnTo>
                <a:lnTo>
                  <a:pt x="0" y="0"/>
                </a:lnTo>
              </a:path>
            </a:pathLst>
          </a:custGeom>
          <a:solidFill>
            <a:srgbClr val="463668"/>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Purple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R70 G54 B104</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#463668</a:t>
            </a:r>
          </a:p>
          <a:p>
            <a:pPr marL="0" marR="0" lvl="0" indent="0" algn="l" defTabSz="914367" rtl="0" eaLnBrk="1" fontAlgn="auto" latinLnBrk="0" hangingPunct="1">
              <a:lnSpc>
                <a:spcPct val="100000"/>
              </a:lnSpc>
              <a:spcBef>
                <a:spcPts val="400"/>
              </a:spcBef>
              <a:spcAft>
                <a:spcPts val="0"/>
              </a:spcAft>
              <a:buClrTx/>
              <a:buSzTx/>
              <a:buFontTx/>
              <a:buNone/>
              <a:tabLst/>
              <a:defRPr/>
            </a:pP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25" name="Freeform: Shape 24">
            <a:extLst>
              <a:ext uri="{FF2B5EF4-FFF2-40B4-BE49-F238E27FC236}">
                <a16:creationId xmlns:a16="http://schemas.microsoft.com/office/drawing/2014/main" id="{EDC5F93A-1BAF-CECC-F7F6-E17CDADAE543}"/>
              </a:ext>
            </a:extLst>
          </p:cNvPr>
          <p:cNvSpPr/>
          <p:nvPr/>
        </p:nvSpPr>
        <p:spPr>
          <a:xfrm>
            <a:off x="8339062" y="4575015"/>
            <a:ext cx="817565" cy="1163801"/>
          </a:xfrm>
          <a:custGeom>
            <a:avLst/>
            <a:gdLst>
              <a:gd name="connsiteX0" fmla="*/ 0 w 802568"/>
              <a:gd name="connsiteY0" fmla="*/ 0 h 1163890"/>
              <a:gd name="connsiteX1" fmla="*/ 802569 w 802568"/>
              <a:gd name="connsiteY1" fmla="*/ 0 h 1163890"/>
              <a:gd name="connsiteX2" fmla="*/ 802569 w 802568"/>
              <a:gd name="connsiteY2" fmla="*/ 1163890 h 1163890"/>
              <a:gd name="connsiteX3" fmla="*/ 0 w 802568"/>
              <a:gd name="connsiteY3" fmla="*/ 1163890 h 1163890"/>
              <a:gd name="connsiteX4" fmla="*/ 0 w 802568"/>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8" h="1163890">
                <a:moveTo>
                  <a:pt x="0" y="0"/>
                </a:moveTo>
                <a:lnTo>
                  <a:pt x="802569" y="0"/>
                </a:lnTo>
                <a:lnTo>
                  <a:pt x="802569" y="1163890"/>
                </a:lnTo>
                <a:lnTo>
                  <a:pt x="0" y="1163890"/>
                </a:lnTo>
                <a:lnTo>
                  <a:pt x="0" y="0"/>
                </a:lnTo>
              </a:path>
            </a:pathLst>
          </a:custGeom>
          <a:solidFill>
            <a:srgbClr val="2A446F"/>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Blue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R42 G68 B111</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#2</a:t>
            </a:r>
            <a:r>
              <a:rPr lang="en-US" sz="650" dirty="0">
                <a:solidFill>
                  <a:srgbClr val="FFFFFF"/>
                </a:solidFill>
                <a:latin typeface="Segoe UI Semibold"/>
              </a:rPr>
              <a:t>A446F</a:t>
            </a: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16" name="Freeform: Shape 15">
            <a:extLst>
              <a:ext uri="{FF2B5EF4-FFF2-40B4-BE49-F238E27FC236}">
                <a16:creationId xmlns:a16="http://schemas.microsoft.com/office/drawing/2014/main" id="{9E6EC491-1D77-1D27-FA00-11EC98EE253B}"/>
              </a:ext>
            </a:extLst>
          </p:cNvPr>
          <p:cNvSpPr/>
          <p:nvPr/>
        </p:nvSpPr>
        <p:spPr>
          <a:xfrm>
            <a:off x="9156627" y="4575013"/>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225B62"/>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Teal</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R34 G91 B98</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#225B62</a:t>
            </a:r>
          </a:p>
          <a:p>
            <a:pPr marL="0" marR="0" lvl="0" indent="0" algn="l" defTabSz="914367" rtl="0" eaLnBrk="1" fontAlgn="auto" latinLnBrk="0" hangingPunct="1">
              <a:lnSpc>
                <a:spcPct val="100000"/>
              </a:lnSpc>
              <a:spcBef>
                <a:spcPts val="400"/>
              </a:spcBef>
              <a:spcAft>
                <a:spcPts val="0"/>
              </a:spcAft>
              <a:buClrTx/>
              <a:buSzTx/>
              <a:buFontTx/>
              <a:buNone/>
              <a:tabLst/>
              <a:defRPr/>
            </a:pP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18" name="Freeform: Shape 17">
            <a:extLst>
              <a:ext uri="{FF2B5EF4-FFF2-40B4-BE49-F238E27FC236}">
                <a16:creationId xmlns:a16="http://schemas.microsoft.com/office/drawing/2014/main" id="{A09627D3-7917-099A-236B-7E5C9C407B76}"/>
              </a:ext>
            </a:extLst>
          </p:cNvPr>
          <p:cNvSpPr/>
          <p:nvPr/>
        </p:nvSpPr>
        <p:spPr>
          <a:xfrm>
            <a:off x="9974194" y="4575015"/>
            <a:ext cx="817630" cy="1163801"/>
          </a:xfrm>
          <a:custGeom>
            <a:avLst/>
            <a:gdLst>
              <a:gd name="connsiteX0" fmla="*/ 0 w 802632"/>
              <a:gd name="connsiteY0" fmla="*/ 0 h 1163890"/>
              <a:gd name="connsiteX1" fmla="*/ 802632 w 802632"/>
              <a:gd name="connsiteY1" fmla="*/ 0 h 1163890"/>
              <a:gd name="connsiteX2" fmla="*/ 802632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2" y="0"/>
                </a:lnTo>
                <a:lnTo>
                  <a:pt x="802632" y="1163890"/>
                </a:lnTo>
                <a:lnTo>
                  <a:pt x="0" y="1163890"/>
                </a:lnTo>
                <a:lnTo>
                  <a:pt x="0" y="0"/>
                </a:lnTo>
              </a:path>
            </a:pathLst>
          </a:custGeom>
          <a:solidFill>
            <a:srgbClr val="07641D"/>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Green</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R7 G100 B29</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#07641D</a:t>
            </a:r>
          </a:p>
          <a:p>
            <a:pPr marL="0" marR="0" lvl="0" indent="0" algn="l" defTabSz="914367" rtl="0" eaLnBrk="1" fontAlgn="auto" latinLnBrk="0" hangingPunct="1">
              <a:lnSpc>
                <a:spcPct val="100000"/>
              </a:lnSpc>
              <a:spcBef>
                <a:spcPts val="400"/>
              </a:spcBef>
              <a:spcAft>
                <a:spcPts val="0"/>
              </a:spcAft>
              <a:buClrTx/>
              <a:buSzTx/>
              <a:buFontTx/>
              <a:buNone/>
              <a:tabLst/>
              <a:defRPr/>
            </a:pP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21" name="Freeform: Shape 20">
            <a:extLst>
              <a:ext uri="{FF2B5EF4-FFF2-40B4-BE49-F238E27FC236}">
                <a16:creationId xmlns:a16="http://schemas.microsoft.com/office/drawing/2014/main" id="{72392FEB-A2FD-651A-A7C4-4E2AA847BD6D}"/>
              </a:ext>
            </a:extLst>
          </p:cNvPr>
          <p:cNvSpPr/>
          <p:nvPr/>
        </p:nvSpPr>
        <p:spPr>
          <a:xfrm>
            <a:off x="10791825" y="4575015"/>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291817"/>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Brown Black</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R41 G24 B23</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#291817 </a:t>
            </a:r>
          </a:p>
          <a:p>
            <a:pPr marL="0" marR="0" lvl="0" indent="0" algn="l" defTabSz="914367" rtl="0" eaLnBrk="1" fontAlgn="auto" latinLnBrk="0" hangingPunct="1">
              <a:lnSpc>
                <a:spcPct val="100000"/>
              </a:lnSpc>
              <a:spcBef>
                <a:spcPts val="400"/>
              </a:spcBef>
              <a:spcAft>
                <a:spcPts val="0"/>
              </a:spcAft>
              <a:buClrTx/>
              <a:buSzTx/>
              <a:buFontTx/>
              <a:buNone/>
              <a:tabLst/>
              <a:defRPr/>
            </a:pP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5" name="object 22">
            <a:extLst>
              <a:ext uri="{FF2B5EF4-FFF2-40B4-BE49-F238E27FC236}">
                <a16:creationId xmlns:a16="http://schemas.microsoft.com/office/drawing/2014/main" id="{034D5306-AFBC-1D43-42AF-49D667982E53}"/>
              </a:ext>
            </a:extLst>
          </p:cNvPr>
          <p:cNvSpPr txBox="1"/>
          <p:nvPr/>
        </p:nvSpPr>
        <p:spPr>
          <a:xfrm>
            <a:off x="6396871" y="5885231"/>
            <a:ext cx="5160355" cy="523647"/>
          </a:xfrm>
          <a:prstGeom prst="rect">
            <a:avLst/>
          </a:prstGeom>
        </p:spPr>
        <p:txBody>
          <a:bodyPr vert="horz" wrap="square" lIns="0" tIns="10583" rIns="0" bIns="0" rtlCol="0">
            <a:spAutoFit/>
          </a:bodyPr>
          <a:lstStyle/>
          <a:p>
            <a:pPr marL="0" marR="0" lvl="0" indent="0" algn="r" defTabSz="914367" rtl="0" eaLnBrk="1" fontAlgn="auto" latinLnBrk="0" hangingPunct="1">
              <a:lnSpc>
                <a:spcPct val="100000"/>
              </a:lnSpc>
              <a:spcBef>
                <a:spcPts val="200"/>
              </a:spcBef>
              <a:spcAft>
                <a:spcPts val="0"/>
              </a:spcAft>
              <a:buClrTx/>
              <a:buSzTx/>
              <a:buFontTx/>
              <a:buNone/>
              <a:tabLst/>
              <a:defRPr/>
            </a:pPr>
            <a:r>
              <a:rPr kumimoji="0" lang="en-US" sz="1000" b="0" i="0" u="none" strike="noStrike" kern="1200" cap="none" spc="0" normalizeH="0" baseline="0" noProof="0" dirty="0">
                <a:ln>
                  <a:noFill/>
                </a:ln>
                <a:effectLst/>
                <a:uLnTx/>
                <a:uFillTx/>
                <a:latin typeface="Segoe UI"/>
                <a:ea typeface="+mn-ea"/>
                <a:cs typeface="+mn-cs"/>
                <a:hlinkClick r:id="rId3"/>
              </a:rPr>
              <a:t>Get the Color Contrast Analyzer</a:t>
            </a:r>
            <a:endParaRPr kumimoji="0" lang="en-US" sz="1000" b="0" i="0" u="none" strike="noStrike" kern="1200" cap="none" spc="0" normalizeH="0" baseline="0" noProof="0" dirty="0">
              <a:ln>
                <a:noFill/>
              </a:ln>
              <a:effectLst/>
              <a:uLnTx/>
              <a:uFillTx/>
              <a:latin typeface="Segoe UI"/>
              <a:ea typeface="+mn-ea"/>
              <a:cs typeface="+mn-cs"/>
            </a:endParaRPr>
          </a:p>
          <a:p>
            <a:pPr marL="0" marR="0" lvl="0" indent="0" algn="r" defTabSz="914367" rtl="0" eaLnBrk="1" fontAlgn="auto" latinLnBrk="0" hangingPunct="1">
              <a:lnSpc>
                <a:spcPct val="100000"/>
              </a:lnSpc>
              <a:spcBef>
                <a:spcPts val="200"/>
              </a:spcBef>
              <a:spcAft>
                <a:spcPts val="0"/>
              </a:spcAft>
              <a:buClrTx/>
              <a:buSzTx/>
              <a:buFontTx/>
              <a:buNone/>
              <a:tabLst/>
              <a:defRPr/>
            </a:pPr>
            <a:r>
              <a:rPr kumimoji="0" lang="en-US" sz="1000" b="0" i="0" u="none" strike="noStrike" kern="1200" cap="none" spc="0" normalizeH="0" baseline="0" noProof="0" dirty="0">
                <a:ln>
                  <a:noFill/>
                </a:ln>
                <a:effectLst/>
                <a:uLnTx/>
                <a:uFillTx/>
                <a:latin typeface="Segoe UI"/>
                <a:ea typeface="+mn-ea"/>
                <a:cs typeface="+mn-cs"/>
                <a:hlinkClick r:id="rId4"/>
              </a:rPr>
              <a:t>Get more information on accessibility </a:t>
            </a:r>
            <a:endParaRPr kumimoji="0" lang="en-US" sz="1000" b="0" i="0" u="none" strike="noStrike" kern="1200" cap="none" spc="0" normalizeH="0" baseline="0" noProof="0" dirty="0">
              <a:ln>
                <a:noFill/>
              </a:ln>
              <a:effectLst/>
              <a:uLnTx/>
              <a:uFillTx/>
              <a:latin typeface="Segoe UI"/>
              <a:ea typeface="+mn-ea"/>
              <a:cs typeface="+mn-cs"/>
            </a:endParaRPr>
          </a:p>
          <a:p>
            <a:pPr marL="0" marR="0" lvl="0" indent="0" algn="r" defTabSz="914367" rtl="0" eaLnBrk="1" fontAlgn="auto" latinLnBrk="0" hangingPunct="1">
              <a:lnSpc>
                <a:spcPct val="100000"/>
              </a:lnSpc>
              <a:spcBef>
                <a:spcPts val="200"/>
              </a:spcBef>
              <a:spcAft>
                <a:spcPts val="0"/>
              </a:spcAft>
              <a:buClrTx/>
              <a:buSzTx/>
              <a:buFontTx/>
              <a:buNone/>
              <a:tabLst/>
              <a:defRPr/>
            </a:pPr>
            <a:r>
              <a:rPr kumimoji="0" lang="en-US" sz="1000" b="0" i="0" u="none" strike="noStrike" kern="1200" cap="none" spc="0" normalizeH="0" baseline="0" noProof="0" dirty="0">
                <a:ln>
                  <a:noFill/>
                </a:ln>
                <a:effectLst/>
                <a:uLnTx/>
                <a:uFillTx/>
                <a:latin typeface="Segoe UI"/>
                <a:ea typeface="+mn-ea"/>
                <a:cs typeface="+mn-cs"/>
                <a:hlinkClick r:id="rId5"/>
              </a:rPr>
              <a:t>Get the Microsoft color guidelines PDF</a:t>
            </a:r>
            <a:endParaRPr kumimoji="0" lang="en-US" sz="1000" b="0" i="0" u="none" strike="noStrike" kern="1200" cap="none" spc="0" normalizeH="0" baseline="0" noProof="0" dirty="0">
              <a:ln>
                <a:noFill/>
              </a:ln>
              <a:effectLst/>
              <a:uLnTx/>
              <a:uFillTx/>
              <a:latin typeface="Segoe UI"/>
              <a:ea typeface="+mn-ea"/>
              <a:cs typeface="+mn-cs"/>
            </a:endParaRPr>
          </a:p>
        </p:txBody>
      </p:sp>
      <p:graphicFrame>
        <p:nvGraphicFramePr>
          <p:cNvPr id="161" name="Table 10">
            <a:extLst>
              <a:ext uri="{FF2B5EF4-FFF2-40B4-BE49-F238E27FC236}">
                <a16:creationId xmlns:a16="http://schemas.microsoft.com/office/drawing/2014/main" id="{23D4FDFF-ED6B-A770-88CA-87AEBAFD45CA}"/>
              </a:ext>
              <a:ext uri="{C183D7F6-B498-43B3-948B-1728B52AA6E4}">
                <adec:decorative xmlns:adec="http://schemas.microsoft.com/office/drawing/2017/decorative" val="1"/>
              </a:ext>
            </a:extLst>
          </p:cNvPr>
          <p:cNvGraphicFramePr>
            <a:graphicFrameLocks noGrp="1"/>
          </p:cNvGraphicFramePr>
          <p:nvPr/>
        </p:nvGraphicFramePr>
        <p:xfrm>
          <a:off x="404813" y="1838326"/>
          <a:ext cx="11204568" cy="3900487"/>
        </p:xfrm>
        <a:graphic>
          <a:graphicData uri="http://schemas.openxmlformats.org/drawingml/2006/table">
            <a:tbl>
              <a:tblPr firstRow="1" bandRow="1">
                <a:tableStyleId>{5C22544A-7EE6-4342-B048-85BDC9FD1C3A}</a:tableStyleId>
              </a:tblPr>
              <a:tblGrid>
                <a:gridCol w="576262">
                  <a:extLst>
                    <a:ext uri="{9D8B030D-6E8A-4147-A177-3AD203B41FA5}">
                      <a16:colId xmlns:a16="http://schemas.microsoft.com/office/drawing/2014/main" val="1732040875"/>
                    </a:ext>
                  </a:extLst>
                </a:gridCol>
                <a:gridCol w="817562">
                  <a:extLst>
                    <a:ext uri="{9D8B030D-6E8A-4147-A177-3AD203B41FA5}">
                      <a16:colId xmlns:a16="http://schemas.microsoft.com/office/drawing/2014/main" val="2397085061"/>
                    </a:ext>
                  </a:extLst>
                </a:gridCol>
                <a:gridCol w="817562">
                  <a:extLst>
                    <a:ext uri="{9D8B030D-6E8A-4147-A177-3AD203B41FA5}">
                      <a16:colId xmlns:a16="http://schemas.microsoft.com/office/drawing/2014/main" val="2992908250"/>
                    </a:ext>
                  </a:extLst>
                </a:gridCol>
                <a:gridCol w="817562">
                  <a:extLst>
                    <a:ext uri="{9D8B030D-6E8A-4147-A177-3AD203B41FA5}">
                      <a16:colId xmlns:a16="http://schemas.microsoft.com/office/drawing/2014/main" val="2559182962"/>
                    </a:ext>
                  </a:extLst>
                </a:gridCol>
                <a:gridCol w="817562">
                  <a:extLst>
                    <a:ext uri="{9D8B030D-6E8A-4147-A177-3AD203B41FA5}">
                      <a16:colId xmlns:a16="http://schemas.microsoft.com/office/drawing/2014/main" val="3504230005"/>
                    </a:ext>
                  </a:extLst>
                </a:gridCol>
                <a:gridCol w="817562">
                  <a:extLst>
                    <a:ext uri="{9D8B030D-6E8A-4147-A177-3AD203B41FA5}">
                      <a16:colId xmlns:a16="http://schemas.microsoft.com/office/drawing/2014/main" val="420292067"/>
                    </a:ext>
                  </a:extLst>
                </a:gridCol>
                <a:gridCol w="817562">
                  <a:extLst>
                    <a:ext uri="{9D8B030D-6E8A-4147-A177-3AD203B41FA5}">
                      <a16:colId xmlns:a16="http://schemas.microsoft.com/office/drawing/2014/main" val="802143886"/>
                    </a:ext>
                  </a:extLst>
                </a:gridCol>
                <a:gridCol w="817562">
                  <a:extLst>
                    <a:ext uri="{9D8B030D-6E8A-4147-A177-3AD203B41FA5}">
                      <a16:colId xmlns:a16="http://schemas.microsoft.com/office/drawing/2014/main" val="2026375453"/>
                    </a:ext>
                  </a:extLst>
                </a:gridCol>
                <a:gridCol w="817562">
                  <a:extLst>
                    <a:ext uri="{9D8B030D-6E8A-4147-A177-3AD203B41FA5}">
                      <a16:colId xmlns:a16="http://schemas.microsoft.com/office/drawing/2014/main" val="3664867690"/>
                    </a:ext>
                  </a:extLst>
                </a:gridCol>
                <a:gridCol w="817562">
                  <a:extLst>
                    <a:ext uri="{9D8B030D-6E8A-4147-A177-3AD203B41FA5}">
                      <a16:colId xmlns:a16="http://schemas.microsoft.com/office/drawing/2014/main" val="1946094977"/>
                    </a:ext>
                  </a:extLst>
                </a:gridCol>
                <a:gridCol w="817562">
                  <a:extLst>
                    <a:ext uri="{9D8B030D-6E8A-4147-A177-3AD203B41FA5}">
                      <a16:colId xmlns:a16="http://schemas.microsoft.com/office/drawing/2014/main" val="816337899"/>
                    </a:ext>
                  </a:extLst>
                </a:gridCol>
                <a:gridCol w="817562">
                  <a:extLst>
                    <a:ext uri="{9D8B030D-6E8A-4147-A177-3AD203B41FA5}">
                      <a16:colId xmlns:a16="http://schemas.microsoft.com/office/drawing/2014/main" val="1280850635"/>
                    </a:ext>
                  </a:extLst>
                </a:gridCol>
                <a:gridCol w="817562">
                  <a:extLst>
                    <a:ext uri="{9D8B030D-6E8A-4147-A177-3AD203B41FA5}">
                      <a16:colId xmlns:a16="http://schemas.microsoft.com/office/drawing/2014/main" val="1135190460"/>
                    </a:ext>
                  </a:extLst>
                </a:gridCol>
                <a:gridCol w="817562">
                  <a:extLst>
                    <a:ext uri="{9D8B030D-6E8A-4147-A177-3AD203B41FA5}">
                      <a16:colId xmlns:a16="http://schemas.microsoft.com/office/drawing/2014/main" val="1191011670"/>
                    </a:ext>
                  </a:extLst>
                </a:gridCol>
              </a:tblGrid>
              <a:tr h="404018">
                <a:tc>
                  <a:txBody>
                    <a:bodyPr/>
                    <a:lstStyle/>
                    <a:p>
                      <a:endParaRPr lang="en-US" sz="900" dirty="0">
                        <a:solidFill>
                          <a:schemeClr val="tx1"/>
                        </a:solidFill>
                      </a:endParaRPr>
                    </a:p>
                  </a:txBody>
                  <a:tcPr marB="46574">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Whites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Warm grays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Cold grays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Browns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Yellows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Oranges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Reds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Magenta</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Blues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Purples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Teals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Greens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Blacks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0534680"/>
                  </a:ext>
                </a:extLst>
              </a:tr>
              <a:tr h="1163756">
                <a:tc>
                  <a:txBody>
                    <a:bodyPr/>
                    <a:lstStyle/>
                    <a:p>
                      <a:pPr algn="l"/>
                      <a:r>
                        <a:rPr lang="en-US" sz="1050" dirty="0">
                          <a:solidFill>
                            <a:schemeClr val="tx1"/>
                          </a:solidFill>
                          <a:latin typeface="+mj-lt"/>
                        </a:rPr>
                        <a:t>Light</a:t>
                      </a:r>
                    </a:p>
                  </a:txBody>
                  <a:tcPr marT="137160" marB="46574">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000" dirty="0">
                        <a:solidFill>
                          <a:schemeClr val="tx1"/>
                        </a:solidFill>
                      </a:endParaRPr>
                    </a:p>
                  </a:txBody>
                  <a:tcPr marB="46574">
                    <a:lnL w="12700" cap="flat" cmpd="sng" algn="ctr">
                      <a:no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extLst>
                  <a:ext uri="{0D108BD9-81ED-4DB2-BD59-A6C34878D82A}">
                    <a16:rowId xmlns:a16="http://schemas.microsoft.com/office/drawing/2014/main" val="2835697203"/>
                  </a:ext>
                </a:extLst>
              </a:tr>
              <a:tr h="1164453">
                <a:tc>
                  <a:txBody>
                    <a:bodyPr/>
                    <a:lstStyle/>
                    <a:p>
                      <a:pPr algn="l"/>
                      <a:r>
                        <a:rPr lang="en-US" sz="1050" dirty="0">
                          <a:solidFill>
                            <a:schemeClr val="tx1"/>
                          </a:solidFill>
                          <a:latin typeface="+mj-lt"/>
                        </a:rPr>
                        <a:t>Mid</a:t>
                      </a:r>
                    </a:p>
                  </a:txBody>
                  <a:tcPr marT="137160" marB="46574">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000" dirty="0">
                        <a:solidFill>
                          <a:schemeClr val="tx1"/>
                        </a:solidFill>
                      </a:endParaRPr>
                    </a:p>
                  </a:txBody>
                  <a:tcPr marB="46574">
                    <a:lnL w="12700" cap="flat" cmpd="sng" algn="ctr">
                      <a:no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extLst>
                  <a:ext uri="{0D108BD9-81ED-4DB2-BD59-A6C34878D82A}">
                    <a16:rowId xmlns:a16="http://schemas.microsoft.com/office/drawing/2014/main" val="2559720514"/>
                  </a:ext>
                </a:extLst>
              </a:tr>
              <a:tr h="1168260">
                <a:tc>
                  <a:txBody>
                    <a:bodyPr/>
                    <a:lstStyle/>
                    <a:p>
                      <a:pPr algn="l"/>
                      <a:r>
                        <a:rPr lang="en-US" sz="1050" dirty="0">
                          <a:solidFill>
                            <a:schemeClr val="tx1"/>
                          </a:solidFill>
                          <a:latin typeface="+mj-lt"/>
                        </a:rPr>
                        <a:t>Darks</a:t>
                      </a:r>
                    </a:p>
                  </a:txBody>
                  <a:tcPr marT="137160" marB="46574">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000" dirty="0">
                        <a:solidFill>
                          <a:schemeClr val="tx1"/>
                        </a:solidFill>
                      </a:endParaRPr>
                    </a:p>
                  </a:txBody>
                  <a:tcPr marB="46574">
                    <a:lnL w="12700" cap="flat" cmpd="sng" algn="ctr">
                      <a:no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extLst>
                  <a:ext uri="{0D108BD9-81ED-4DB2-BD59-A6C34878D82A}">
                    <a16:rowId xmlns:a16="http://schemas.microsoft.com/office/drawing/2014/main" val="3081824346"/>
                  </a:ext>
                </a:extLst>
              </a:tr>
            </a:tbl>
          </a:graphicData>
        </a:graphic>
      </p:graphicFrame>
    </p:spTree>
    <p:extLst>
      <p:ext uri="{BB962C8B-B14F-4D97-AF65-F5344CB8AC3E}">
        <p14:creationId xmlns:p14="http://schemas.microsoft.com/office/powerpoint/2010/main" val="2895965745"/>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000" dirty="0">
                <a:solidFill>
                  <a:schemeClr val="tx1"/>
                </a:solidFill>
              </a:rPr>
              <a:t>PowerPoint Desig</a:t>
            </a:r>
            <a:r>
              <a:rPr lang="en-US" dirty="0">
                <a:solidFill>
                  <a:schemeClr val="tx1"/>
                </a:solidFill>
              </a:rPr>
              <a:t>n Ideas</a:t>
            </a:r>
            <a:endParaRPr lang="en-US" sz="2000" dirty="0">
              <a:solidFill>
                <a:schemeClr val="tx1"/>
              </a:solidFill>
            </a:endParaRPr>
          </a:p>
        </p:txBody>
      </p:sp>
      <p:sp>
        <p:nvSpPr>
          <p:cNvPr id="13" name="TextBox 12"/>
          <p:cNvSpPr txBox="1"/>
          <p:nvPr/>
        </p:nvSpPr>
        <p:spPr>
          <a:xfrm>
            <a:off x="590868" y="1436688"/>
            <a:ext cx="3474720" cy="1713290"/>
          </a:xfrm>
          <a:prstGeom prst="rect">
            <a:avLst/>
          </a:prstGeom>
          <a:noFill/>
        </p:spPr>
        <p:txBody>
          <a:bodyPr wrap="square" lIns="0" tIns="0" rIns="0" bIns="0" rtlCol="0">
            <a:spAutoFit/>
          </a:bodyPr>
          <a:lstStyle/>
          <a:p>
            <a:pPr defTabSz="903827">
              <a:spcBef>
                <a:spcPts val="775"/>
              </a:spcBef>
              <a:buSzPct val="90000"/>
              <a:defRPr/>
            </a:pPr>
            <a:r>
              <a:rPr lang="en-US" sz="1400" dirty="0">
                <a:latin typeface="+mj-lt"/>
                <a:cs typeface="Segoe UI" panose="020B0502040204020203" pitchFamily="34" charset="0"/>
              </a:rPr>
              <a:t>PowerPoint Designer </a:t>
            </a:r>
            <a:r>
              <a:rPr lang="en-US" sz="1400" dirty="0">
                <a:cs typeface="Segoe UI" panose="020B0502040204020203" pitchFamily="34" charset="0"/>
              </a:rPr>
              <a:t>can create suggestions for your slide content. </a:t>
            </a:r>
          </a:p>
          <a:p>
            <a:pPr lvl="0" defTabSz="903827">
              <a:spcBef>
                <a:spcPts val="775"/>
              </a:spcBef>
              <a:buSzPct val="90000"/>
              <a:defRPr/>
            </a:pPr>
            <a:r>
              <a:rPr lang="en-US" sz="1400" dirty="0">
                <a:cs typeface="Segoe UI" panose="020B0502040204020203" pitchFamily="34" charset="0"/>
              </a:rPr>
              <a:t>To access Design Ideas, click the </a:t>
            </a:r>
            <a:br>
              <a:rPr lang="en-US" sz="1400" dirty="0">
                <a:cs typeface="Segoe UI" panose="020B0502040204020203" pitchFamily="34" charset="0"/>
              </a:rPr>
            </a:br>
            <a:r>
              <a:rPr lang="en-US" sz="1400" dirty="0">
                <a:cs typeface="Segoe UI" panose="020B0502040204020203" pitchFamily="34" charset="0"/>
              </a:rPr>
              <a:t>“</a:t>
            </a:r>
            <a:r>
              <a:rPr lang="en-US" sz="1400" dirty="0">
                <a:latin typeface="Segoe UI Semibold"/>
                <a:cs typeface="Segoe UI" panose="020B0502040204020203" pitchFamily="34" charset="0"/>
              </a:rPr>
              <a:t>Design</a:t>
            </a:r>
            <a:r>
              <a:rPr lang="en-US" sz="1400" dirty="0">
                <a:cs typeface="Segoe UI" panose="020B0502040204020203" pitchFamily="34" charset="0"/>
              </a:rPr>
              <a:t>” tab in the Ribbon and </a:t>
            </a:r>
            <a:br>
              <a:rPr lang="en-US" sz="1400" dirty="0">
                <a:cs typeface="Segoe UI" panose="020B0502040204020203" pitchFamily="34" charset="0"/>
              </a:rPr>
            </a:br>
            <a:r>
              <a:rPr lang="en-US" sz="1400" dirty="0">
                <a:cs typeface="Segoe UI" panose="020B0502040204020203" pitchFamily="34" charset="0"/>
              </a:rPr>
              <a:t>then “</a:t>
            </a:r>
            <a:r>
              <a:rPr lang="en-US" sz="1400" dirty="0">
                <a:latin typeface="Segoe UI Semibold"/>
                <a:cs typeface="Segoe UI" panose="020B0502040204020203" pitchFamily="34" charset="0"/>
              </a:rPr>
              <a:t>Design Ideas</a:t>
            </a:r>
            <a:r>
              <a:rPr lang="en-US" sz="1400" dirty="0">
                <a:cs typeface="Segoe UI" panose="020B0502040204020203" pitchFamily="34" charset="0"/>
              </a:rPr>
              <a:t>” on the right.</a:t>
            </a:r>
          </a:p>
          <a:p>
            <a:pPr lvl="0" defTabSz="903827">
              <a:spcBef>
                <a:spcPts val="775"/>
              </a:spcBef>
              <a:buSzPct val="90000"/>
              <a:defRPr/>
            </a:pPr>
            <a:r>
              <a:rPr lang="en-US" sz="1400" dirty="0">
                <a:latin typeface="Segoe UI Semibold"/>
                <a:cs typeface="Segoe UI" panose="020B0502040204020203" pitchFamily="34" charset="0"/>
              </a:rPr>
              <a:t>Designer</a:t>
            </a:r>
            <a:r>
              <a:rPr lang="en-US" sz="1400" dirty="0">
                <a:cs typeface="Segoe UI" panose="020B0502040204020203" pitchFamily="34" charset="0"/>
              </a:rPr>
              <a:t> will also trigger when </a:t>
            </a:r>
            <a:br>
              <a:rPr lang="en-US" sz="1400" dirty="0">
                <a:cs typeface="Segoe UI" panose="020B0502040204020203" pitchFamily="34" charset="0"/>
              </a:rPr>
            </a:br>
            <a:r>
              <a:rPr lang="en-US" sz="1400" dirty="0">
                <a:cs typeface="Segoe UI" panose="020B0502040204020203" pitchFamily="34" charset="0"/>
              </a:rPr>
              <a:t>you insert an image.</a:t>
            </a:r>
          </a:p>
        </p:txBody>
      </p:sp>
      <p:pic>
        <p:nvPicPr>
          <p:cNvPr id="11" name="Graphic 10" descr="Design Ideas icon found on the Design tab on the Ribbon menu">
            <a:extLst>
              <a:ext uri="{FF2B5EF4-FFF2-40B4-BE49-F238E27FC236}">
                <a16:creationId xmlns:a16="http://schemas.microsoft.com/office/drawing/2014/main" id="{3DFF0FEE-B504-47B5-97D7-7058E4899AE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0868" y="4060271"/>
            <a:ext cx="1117282" cy="1575183"/>
          </a:xfrm>
          <a:prstGeom prst="rect">
            <a:avLst/>
          </a:prstGeom>
        </p:spPr>
      </p:pic>
      <p:pic>
        <p:nvPicPr>
          <p:cNvPr id="28" name="Picture 27" descr="PowerPoint Designer slide layout example.">
            <a:extLst>
              <a:ext uri="{FF2B5EF4-FFF2-40B4-BE49-F238E27FC236}">
                <a16:creationId xmlns:a16="http://schemas.microsoft.com/office/drawing/2014/main" id="{03C22175-52B3-400C-BB01-71154D819DC2}"/>
              </a:ext>
            </a:extLst>
          </p:cNvPr>
          <p:cNvPicPr>
            <a:picLocks noChangeAspect="1"/>
          </p:cNvPicPr>
          <p:nvPr/>
        </p:nvPicPr>
        <p:blipFill>
          <a:blip r:embed="rId4"/>
          <a:stretch>
            <a:fillRect/>
          </a:stretch>
        </p:blipFill>
        <p:spPr bwMode="ltGray">
          <a:xfrm>
            <a:off x="4355260" y="1443082"/>
            <a:ext cx="3474718" cy="1958854"/>
          </a:xfrm>
          <a:prstGeom prst="rect">
            <a:avLst/>
          </a:prstGeom>
        </p:spPr>
      </p:pic>
      <p:pic>
        <p:nvPicPr>
          <p:cNvPr id="26" name="Picture 25" descr="PowerPoint Designer slide layout example.">
            <a:extLst>
              <a:ext uri="{FF2B5EF4-FFF2-40B4-BE49-F238E27FC236}">
                <a16:creationId xmlns:a16="http://schemas.microsoft.com/office/drawing/2014/main" id="{C8F11940-521A-4955-AE86-D32D37EF3532}"/>
              </a:ext>
            </a:extLst>
          </p:cNvPr>
          <p:cNvPicPr>
            <a:picLocks noChangeAspect="1"/>
          </p:cNvPicPr>
          <p:nvPr/>
        </p:nvPicPr>
        <p:blipFill>
          <a:blip r:embed="rId5"/>
          <a:stretch>
            <a:fillRect/>
          </a:stretch>
        </p:blipFill>
        <p:spPr bwMode="ltGray">
          <a:xfrm>
            <a:off x="8134462" y="1431063"/>
            <a:ext cx="3474718" cy="1965776"/>
          </a:xfrm>
          <a:prstGeom prst="rect">
            <a:avLst/>
          </a:prstGeom>
        </p:spPr>
      </p:pic>
      <p:pic>
        <p:nvPicPr>
          <p:cNvPr id="24" name="Picture 23" descr="PowerPoint Designer slide layout example.">
            <a:extLst>
              <a:ext uri="{FF2B5EF4-FFF2-40B4-BE49-F238E27FC236}">
                <a16:creationId xmlns:a16="http://schemas.microsoft.com/office/drawing/2014/main" id="{FF603395-DB1E-434B-A081-8329D5AAA286}"/>
              </a:ext>
            </a:extLst>
          </p:cNvPr>
          <p:cNvPicPr>
            <a:picLocks noChangeAspect="1"/>
          </p:cNvPicPr>
          <p:nvPr/>
        </p:nvPicPr>
        <p:blipFill>
          <a:blip r:embed="rId6"/>
          <a:stretch>
            <a:fillRect/>
          </a:stretch>
        </p:blipFill>
        <p:spPr bwMode="ltGray">
          <a:xfrm>
            <a:off x="4365802" y="3676600"/>
            <a:ext cx="3474718" cy="1958854"/>
          </a:xfrm>
          <a:prstGeom prst="rect">
            <a:avLst/>
          </a:prstGeom>
        </p:spPr>
      </p:pic>
      <p:pic>
        <p:nvPicPr>
          <p:cNvPr id="22" name="Picture 21" descr="PowerPoint Designer slide layout example.">
            <a:extLst>
              <a:ext uri="{FF2B5EF4-FFF2-40B4-BE49-F238E27FC236}">
                <a16:creationId xmlns:a16="http://schemas.microsoft.com/office/drawing/2014/main" id="{09F0598E-8836-43BD-A96E-1CF73EA72223}"/>
              </a:ext>
            </a:extLst>
          </p:cNvPr>
          <p:cNvPicPr>
            <a:picLocks noChangeAspect="1"/>
          </p:cNvPicPr>
          <p:nvPr/>
        </p:nvPicPr>
        <p:blipFill>
          <a:blip r:embed="rId7"/>
          <a:stretch>
            <a:fillRect/>
          </a:stretch>
        </p:blipFill>
        <p:spPr bwMode="ltGray">
          <a:xfrm>
            <a:off x="8134462" y="3669875"/>
            <a:ext cx="3474718" cy="1965776"/>
          </a:xfrm>
          <a:prstGeom prst="rect">
            <a:avLst/>
          </a:prstGeom>
        </p:spPr>
      </p:pic>
    </p:spTree>
    <p:extLst>
      <p:ext uri="{BB962C8B-B14F-4D97-AF65-F5344CB8AC3E}">
        <p14:creationId xmlns:p14="http://schemas.microsoft.com/office/powerpoint/2010/main" val="68040333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Software code layout</a:t>
            </a:r>
          </a:p>
        </p:txBody>
      </p:sp>
      <p:sp>
        <p:nvSpPr>
          <p:cNvPr id="9" name="Text Placeholder 8">
            <a:extLst>
              <a:ext uri="{FF2B5EF4-FFF2-40B4-BE49-F238E27FC236}">
                <a16:creationId xmlns:a16="http://schemas.microsoft.com/office/drawing/2014/main" id="{A7E4170E-63AA-43C4-A6A1-CFD422B79A8C}"/>
              </a:ext>
            </a:extLst>
          </p:cNvPr>
          <p:cNvSpPr>
            <a:spLocks noGrp="1"/>
          </p:cNvSpPr>
          <p:nvPr>
            <p:ph type="body" sz="quarter" idx="13"/>
          </p:nvPr>
        </p:nvSpPr>
        <p:spPr/>
        <p:txBody>
          <a:bodyPr/>
          <a:lstStyle/>
          <a:p>
            <a:r>
              <a:rPr lang="en-US" dirty="0"/>
              <a:t>main.js</a:t>
            </a:r>
          </a:p>
        </p:txBody>
      </p:sp>
      <p:sp>
        <p:nvSpPr>
          <p:cNvPr id="5" name="Text Placeholder 4"/>
          <p:cNvSpPr>
            <a:spLocks noGrp="1"/>
          </p:cNvSpPr>
          <p:nvPr>
            <p:ph type="body" sz="quarter" idx="10"/>
          </p:nvPr>
        </p:nvSpPr>
        <p:spPr/>
        <p:txBody>
          <a:bodyPr/>
          <a:lstStyle/>
          <a:p>
            <a:r>
              <a:rPr lang="en-US" sz="2399" dirty="0">
                <a:solidFill>
                  <a:srgbClr val="0000FF"/>
                </a:solidFill>
              </a:rPr>
              <a:t>async</a:t>
            </a:r>
            <a:r>
              <a:rPr lang="en-US" sz="2399" dirty="0"/>
              <a:t> </a:t>
            </a:r>
            <a:r>
              <a:rPr lang="en-US" sz="2399" dirty="0">
                <a:solidFill>
                  <a:srgbClr val="795E26"/>
                </a:solidFill>
              </a:rPr>
              <a:t>loadHeroes</a:t>
            </a:r>
            <a:r>
              <a:rPr lang="en-US" sz="2399" dirty="0"/>
              <a:t>() {</a:t>
            </a:r>
          </a:p>
          <a:p>
            <a:r>
              <a:rPr lang="en-US" sz="2399" dirty="0"/>
              <a:t>  </a:t>
            </a:r>
            <a:r>
              <a:rPr lang="en-US" sz="2399" dirty="0">
                <a:solidFill>
                  <a:srgbClr val="0000FF"/>
                </a:solidFill>
              </a:rPr>
              <a:t>this</a:t>
            </a:r>
            <a:r>
              <a:rPr lang="en-US" sz="2399" dirty="0"/>
              <a:t>.</a:t>
            </a:r>
            <a:r>
              <a:rPr lang="en-US" sz="2399" dirty="0">
                <a:solidFill>
                  <a:srgbClr val="001080"/>
                </a:solidFill>
              </a:rPr>
              <a:t>message</a:t>
            </a:r>
            <a:r>
              <a:rPr lang="en-US" sz="2399" dirty="0"/>
              <a:t> = </a:t>
            </a:r>
            <a:r>
              <a:rPr lang="en-US" sz="2399" dirty="0">
                <a:solidFill>
                  <a:srgbClr val="A31515"/>
                </a:solidFill>
              </a:rPr>
              <a:t>'getting the heroes, please be patient'</a:t>
            </a:r>
            <a:r>
              <a:rPr lang="en-US" sz="2399" dirty="0"/>
              <a:t>;</a:t>
            </a:r>
          </a:p>
          <a:p>
            <a:r>
              <a:rPr lang="en-US" sz="2399" dirty="0"/>
              <a:t>  </a:t>
            </a:r>
            <a:r>
              <a:rPr lang="en-US" sz="2399" dirty="0">
                <a:solidFill>
                  <a:srgbClr val="AF00DB"/>
                </a:solidFill>
              </a:rPr>
              <a:t>await</a:t>
            </a:r>
            <a:r>
              <a:rPr lang="en-US" sz="2399" dirty="0"/>
              <a:t> </a:t>
            </a:r>
            <a:r>
              <a:rPr lang="en-US" sz="2399" dirty="0">
                <a:solidFill>
                  <a:srgbClr val="0000FF"/>
                </a:solidFill>
              </a:rPr>
              <a:t>this</a:t>
            </a:r>
            <a:r>
              <a:rPr lang="en-US" sz="2399" dirty="0"/>
              <a:t>.</a:t>
            </a:r>
            <a:r>
              <a:rPr lang="en-US" sz="2399" dirty="0">
                <a:solidFill>
                  <a:srgbClr val="795E26"/>
                </a:solidFill>
              </a:rPr>
              <a:t>getHeroesAction</a:t>
            </a:r>
            <a:r>
              <a:rPr lang="en-US" sz="2399" dirty="0"/>
              <a:t>();</a:t>
            </a:r>
          </a:p>
          <a:p>
            <a:r>
              <a:rPr lang="en-US" sz="2399" dirty="0"/>
              <a:t>  </a:t>
            </a:r>
            <a:r>
              <a:rPr lang="en-US" sz="2399" dirty="0">
                <a:solidFill>
                  <a:srgbClr val="0000FF"/>
                </a:solidFill>
              </a:rPr>
              <a:t>this</a:t>
            </a:r>
            <a:r>
              <a:rPr lang="en-US" sz="2399" dirty="0"/>
              <a:t>.</a:t>
            </a:r>
            <a:r>
              <a:rPr lang="en-US" sz="2399" dirty="0">
                <a:solidFill>
                  <a:srgbClr val="001080"/>
                </a:solidFill>
              </a:rPr>
              <a:t>message</a:t>
            </a:r>
            <a:r>
              <a:rPr lang="en-US" sz="2399" dirty="0"/>
              <a:t> = </a:t>
            </a:r>
            <a:r>
              <a:rPr lang="en-US" sz="2399" dirty="0">
                <a:solidFill>
                  <a:srgbClr val="A31515"/>
                </a:solidFill>
              </a:rPr>
              <a:t>''</a:t>
            </a:r>
            <a:r>
              <a:rPr lang="en-US" sz="2399" dirty="0"/>
              <a:t>;</a:t>
            </a:r>
          </a:p>
          <a:p>
            <a:r>
              <a:rPr lang="en-US" sz="2399" dirty="0"/>
              <a:t>},</a:t>
            </a:r>
          </a:p>
        </p:txBody>
      </p:sp>
    </p:spTree>
    <p:extLst>
      <p:ext uri="{BB962C8B-B14F-4D97-AF65-F5344CB8AC3E}">
        <p14:creationId xmlns:p14="http://schemas.microsoft.com/office/powerpoint/2010/main" val="398577854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F1A18-DCC5-3E49-B09E-446F3A558C8E}"/>
              </a:ext>
            </a:extLst>
          </p:cNvPr>
          <p:cNvSpPr>
            <a:spLocks noGrp="1"/>
          </p:cNvSpPr>
          <p:nvPr>
            <p:ph type="title"/>
          </p:nvPr>
        </p:nvSpPr>
        <p:spPr/>
        <p:txBody>
          <a:bodyPr/>
          <a:lstStyle/>
          <a:p>
            <a:r>
              <a:rPr lang="en-US" dirty="0"/>
              <a:t>Bottom code layout</a:t>
            </a:r>
          </a:p>
        </p:txBody>
      </p:sp>
      <p:sp>
        <p:nvSpPr>
          <p:cNvPr id="11" name="Text Placeholder 10">
            <a:extLst>
              <a:ext uri="{FF2B5EF4-FFF2-40B4-BE49-F238E27FC236}">
                <a16:creationId xmlns:a16="http://schemas.microsoft.com/office/drawing/2014/main" id="{07AE3C69-6BB3-A84A-BCA2-E8D1F7781169}"/>
              </a:ext>
            </a:extLst>
          </p:cNvPr>
          <p:cNvSpPr>
            <a:spLocks noGrp="1"/>
          </p:cNvSpPr>
          <p:nvPr>
            <p:ph type="body" sz="quarter" idx="10"/>
          </p:nvPr>
        </p:nvSpPr>
        <p:spPr/>
        <p:txBody>
          <a:bodyPr/>
          <a:lstStyle/>
          <a:p>
            <a:r>
              <a:rPr lang="en-US" dirty="0"/>
              <a:t>Make your important points</a:t>
            </a:r>
          </a:p>
          <a:p>
            <a:r>
              <a:rPr lang="en-US" dirty="0"/>
              <a:t>Paste the code in the bottom section</a:t>
            </a:r>
          </a:p>
          <a:p>
            <a:r>
              <a:rPr lang="en-US" dirty="0"/>
              <a:t>Or paste from VS or VS Code using default light theme</a:t>
            </a:r>
          </a:p>
        </p:txBody>
      </p:sp>
      <p:sp>
        <p:nvSpPr>
          <p:cNvPr id="9" name="Text Placeholder 8">
            <a:extLst>
              <a:ext uri="{FF2B5EF4-FFF2-40B4-BE49-F238E27FC236}">
                <a16:creationId xmlns:a16="http://schemas.microsoft.com/office/drawing/2014/main" id="{C65D9877-6838-9E47-886F-26028339CB93}"/>
              </a:ext>
            </a:extLst>
          </p:cNvPr>
          <p:cNvSpPr>
            <a:spLocks noGrp="1"/>
          </p:cNvSpPr>
          <p:nvPr>
            <p:ph type="body" sz="quarter" idx="13"/>
          </p:nvPr>
        </p:nvSpPr>
        <p:spPr/>
        <p:txBody>
          <a:bodyPr/>
          <a:lstStyle/>
          <a:p>
            <a:r>
              <a:rPr lang="en-US" dirty="0"/>
              <a:t>main.js</a:t>
            </a:r>
          </a:p>
        </p:txBody>
      </p:sp>
      <p:sp>
        <p:nvSpPr>
          <p:cNvPr id="8" name="Text Placeholder 7">
            <a:extLst>
              <a:ext uri="{FF2B5EF4-FFF2-40B4-BE49-F238E27FC236}">
                <a16:creationId xmlns:a16="http://schemas.microsoft.com/office/drawing/2014/main" id="{D356C9A3-B156-574B-B2DF-9FCF81A25E87}"/>
              </a:ext>
            </a:extLst>
          </p:cNvPr>
          <p:cNvSpPr>
            <a:spLocks noGrp="1"/>
          </p:cNvSpPr>
          <p:nvPr>
            <p:ph type="body" sz="quarter" idx="11"/>
          </p:nvPr>
        </p:nvSpPr>
        <p:spPr/>
        <p:txBody>
          <a:bodyPr/>
          <a:lstStyle/>
          <a:p>
            <a:r>
              <a:rPr lang="en-US" sz="2399" dirty="0">
                <a:solidFill>
                  <a:srgbClr val="0000FF"/>
                </a:solidFill>
              </a:rPr>
              <a:t>async</a:t>
            </a:r>
            <a:r>
              <a:rPr lang="en-US" sz="2399" dirty="0"/>
              <a:t> </a:t>
            </a:r>
            <a:r>
              <a:rPr lang="en-US" sz="2399" dirty="0" err="1">
                <a:solidFill>
                  <a:srgbClr val="795E26"/>
                </a:solidFill>
              </a:rPr>
              <a:t>loadHeroes</a:t>
            </a:r>
            <a:r>
              <a:rPr lang="en-US" sz="2399" dirty="0"/>
              <a:t>() {</a:t>
            </a:r>
          </a:p>
          <a:p>
            <a:r>
              <a:rPr lang="en-US" sz="2399" dirty="0"/>
              <a:t>  </a:t>
            </a:r>
            <a:r>
              <a:rPr lang="en-US" sz="2399" dirty="0" err="1">
                <a:solidFill>
                  <a:srgbClr val="0000FF"/>
                </a:solidFill>
              </a:rPr>
              <a:t>this</a:t>
            </a:r>
            <a:r>
              <a:rPr lang="en-US" sz="2399" dirty="0" err="1"/>
              <a:t>.</a:t>
            </a:r>
            <a:r>
              <a:rPr lang="en-US" sz="2399" dirty="0" err="1">
                <a:solidFill>
                  <a:srgbClr val="001080"/>
                </a:solidFill>
              </a:rPr>
              <a:t>message</a:t>
            </a:r>
            <a:r>
              <a:rPr lang="en-US" sz="2399" dirty="0"/>
              <a:t> = </a:t>
            </a:r>
            <a:r>
              <a:rPr lang="en-US" sz="2399" dirty="0">
                <a:solidFill>
                  <a:srgbClr val="A31515"/>
                </a:solidFill>
              </a:rPr>
              <a:t>'getting the heroes, please be patient'</a:t>
            </a:r>
            <a:r>
              <a:rPr lang="en-US" sz="2399" dirty="0"/>
              <a:t>;</a:t>
            </a:r>
          </a:p>
          <a:p>
            <a:r>
              <a:rPr lang="en-US" sz="2399" dirty="0"/>
              <a:t>  </a:t>
            </a:r>
            <a:r>
              <a:rPr lang="en-US" sz="2399" dirty="0">
                <a:solidFill>
                  <a:srgbClr val="AF00DB"/>
                </a:solidFill>
              </a:rPr>
              <a:t>await</a:t>
            </a:r>
            <a:r>
              <a:rPr lang="en-US" sz="2399" dirty="0"/>
              <a:t> </a:t>
            </a:r>
            <a:r>
              <a:rPr lang="en-US" sz="2399" dirty="0" err="1">
                <a:solidFill>
                  <a:srgbClr val="0000FF"/>
                </a:solidFill>
              </a:rPr>
              <a:t>this</a:t>
            </a:r>
            <a:r>
              <a:rPr lang="en-US" sz="2399" dirty="0" err="1"/>
              <a:t>.</a:t>
            </a:r>
            <a:r>
              <a:rPr lang="en-US" sz="2399" dirty="0" err="1">
                <a:solidFill>
                  <a:srgbClr val="795E26"/>
                </a:solidFill>
              </a:rPr>
              <a:t>getHeroesAction</a:t>
            </a:r>
            <a:r>
              <a:rPr lang="en-US" sz="2399" dirty="0"/>
              <a:t>();</a:t>
            </a:r>
          </a:p>
          <a:p>
            <a:r>
              <a:rPr lang="en-US" sz="2399" dirty="0"/>
              <a:t>  </a:t>
            </a:r>
            <a:r>
              <a:rPr lang="en-US" sz="2399" dirty="0" err="1">
                <a:solidFill>
                  <a:srgbClr val="0000FF"/>
                </a:solidFill>
              </a:rPr>
              <a:t>this</a:t>
            </a:r>
            <a:r>
              <a:rPr lang="en-US" sz="2399" dirty="0" err="1"/>
              <a:t>.</a:t>
            </a:r>
            <a:r>
              <a:rPr lang="en-US" sz="2399" dirty="0" err="1">
                <a:solidFill>
                  <a:srgbClr val="001080"/>
                </a:solidFill>
              </a:rPr>
              <a:t>message</a:t>
            </a:r>
            <a:r>
              <a:rPr lang="en-US" sz="2399" dirty="0"/>
              <a:t> = </a:t>
            </a:r>
            <a:r>
              <a:rPr lang="en-US" sz="2399" dirty="0">
                <a:solidFill>
                  <a:srgbClr val="A31515"/>
                </a:solidFill>
              </a:rPr>
              <a:t>''</a:t>
            </a:r>
            <a:r>
              <a:rPr lang="en-US" sz="2399" dirty="0"/>
              <a:t>;</a:t>
            </a:r>
          </a:p>
          <a:p>
            <a:r>
              <a:rPr lang="en-US" sz="2399" dirty="0"/>
              <a:t>},</a:t>
            </a:r>
          </a:p>
        </p:txBody>
      </p:sp>
    </p:spTree>
    <p:extLst>
      <p:ext uri="{BB962C8B-B14F-4D97-AF65-F5344CB8AC3E}">
        <p14:creationId xmlns:p14="http://schemas.microsoft.com/office/powerpoint/2010/main" val="329004541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F1A18-DCC5-3E49-B09E-446F3A558C8E}"/>
              </a:ext>
            </a:extLst>
          </p:cNvPr>
          <p:cNvSpPr>
            <a:spLocks noGrp="1"/>
          </p:cNvSpPr>
          <p:nvPr>
            <p:ph type="title"/>
          </p:nvPr>
        </p:nvSpPr>
        <p:spPr/>
        <p:txBody>
          <a:bodyPr/>
          <a:lstStyle/>
          <a:p>
            <a:r>
              <a:rPr lang="en-US" dirty="0"/>
              <a:t>Top code layout</a:t>
            </a:r>
          </a:p>
        </p:txBody>
      </p:sp>
      <p:sp>
        <p:nvSpPr>
          <p:cNvPr id="9" name="Text Placeholder 8">
            <a:extLst>
              <a:ext uri="{FF2B5EF4-FFF2-40B4-BE49-F238E27FC236}">
                <a16:creationId xmlns:a16="http://schemas.microsoft.com/office/drawing/2014/main" id="{C65D9877-6838-9E47-886F-26028339CB93}"/>
              </a:ext>
            </a:extLst>
          </p:cNvPr>
          <p:cNvSpPr>
            <a:spLocks noGrp="1"/>
          </p:cNvSpPr>
          <p:nvPr>
            <p:ph type="body" sz="quarter" idx="13"/>
          </p:nvPr>
        </p:nvSpPr>
        <p:spPr/>
        <p:txBody>
          <a:bodyPr/>
          <a:lstStyle/>
          <a:p>
            <a:r>
              <a:rPr lang="en-US" dirty="0"/>
              <a:t>main.js</a:t>
            </a:r>
          </a:p>
        </p:txBody>
      </p:sp>
      <p:sp>
        <p:nvSpPr>
          <p:cNvPr id="8" name="Text Placeholder 7">
            <a:extLst>
              <a:ext uri="{FF2B5EF4-FFF2-40B4-BE49-F238E27FC236}">
                <a16:creationId xmlns:a16="http://schemas.microsoft.com/office/drawing/2014/main" id="{D356C9A3-B156-574B-B2DF-9FCF81A25E87}"/>
              </a:ext>
            </a:extLst>
          </p:cNvPr>
          <p:cNvSpPr>
            <a:spLocks noGrp="1"/>
          </p:cNvSpPr>
          <p:nvPr>
            <p:ph type="body" sz="quarter" idx="11"/>
          </p:nvPr>
        </p:nvSpPr>
        <p:spPr/>
        <p:txBody>
          <a:bodyPr/>
          <a:lstStyle/>
          <a:p>
            <a:r>
              <a:rPr lang="en-US" sz="2399" dirty="0">
                <a:solidFill>
                  <a:srgbClr val="0000FF"/>
                </a:solidFill>
              </a:rPr>
              <a:t>async</a:t>
            </a:r>
            <a:r>
              <a:rPr lang="en-US" sz="2399" dirty="0"/>
              <a:t> </a:t>
            </a:r>
            <a:r>
              <a:rPr lang="en-US" sz="2399" dirty="0" err="1">
                <a:solidFill>
                  <a:srgbClr val="795E26"/>
                </a:solidFill>
              </a:rPr>
              <a:t>loadHeroes</a:t>
            </a:r>
            <a:r>
              <a:rPr lang="en-US" sz="2399" dirty="0"/>
              <a:t>() {</a:t>
            </a:r>
          </a:p>
          <a:p>
            <a:r>
              <a:rPr lang="en-US" sz="2399" dirty="0"/>
              <a:t>  </a:t>
            </a:r>
            <a:r>
              <a:rPr lang="en-US" sz="2399" dirty="0" err="1">
                <a:solidFill>
                  <a:srgbClr val="0000FF"/>
                </a:solidFill>
              </a:rPr>
              <a:t>this</a:t>
            </a:r>
            <a:r>
              <a:rPr lang="en-US" sz="2399" dirty="0" err="1"/>
              <a:t>.</a:t>
            </a:r>
            <a:r>
              <a:rPr lang="en-US" sz="2399" dirty="0" err="1">
                <a:solidFill>
                  <a:srgbClr val="001080"/>
                </a:solidFill>
              </a:rPr>
              <a:t>message</a:t>
            </a:r>
            <a:r>
              <a:rPr lang="en-US" sz="2399" dirty="0"/>
              <a:t> = </a:t>
            </a:r>
            <a:r>
              <a:rPr lang="en-US" sz="2399" dirty="0">
                <a:solidFill>
                  <a:srgbClr val="A31515"/>
                </a:solidFill>
              </a:rPr>
              <a:t>'getting the heroes, please be patient'</a:t>
            </a:r>
            <a:r>
              <a:rPr lang="en-US" sz="2399" dirty="0"/>
              <a:t>;</a:t>
            </a:r>
          </a:p>
          <a:p>
            <a:r>
              <a:rPr lang="en-US" sz="2399" dirty="0"/>
              <a:t>  </a:t>
            </a:r>
            <a:r>
              <a:rPr lang="en-US" sz="2399" dirty="0">
                <a:solidFill>
                  <a:srgbClr val="AF00DB"/>
                </a:solidFill>
              </a:rPr>
              <a:t>await</a:t>
            </a:r>
            <a:r>
              <a:rPr lang="en-US" sz="2399" dirty="0"/>
              <a:t> </a:t>
            </a:r>
            <a:r>
              <a:rPr lang="en-US" sz="2399" dirty="0" err="1">
                <a:solidFill>
                  <a:srgbClr val="0000FF"/>
                </a:solidFill>
              </a:rPr>
              <a:t>this</a:t>
            </a:r>
            <a:r>
              <a:rPr lang="en-US" sz="2399" dirty="0" err="1"/>
              <a:t>.</a:t>
            </a:r>
            <a:r>
              <a:rPr lang="en-US" sz="2399" dirty="0" err="1">
                <a:solidFill>
                  <a:srgbClr val="795E26"/>
                </a:solidFill>
              </a:rPr>
              <a:t>getHeroesAction</a:t>
            </a:r>
            <a:r>
              <a:rPr lang="en-US" sz="2399" dirty="0"/>
              <a:t>();</a:t>
            </a:r>
          </a:p>
          <a:p>
            <a:pPr>
              <a:tabLst>
                <a:tab pos="342900" algn="l"/>
                <a:tab pos="460375" algn="l"/>
                <a:tab pos="685800" algn="l"/>
                <a:tab pos="1028700" algn="l"/>
                <a:tab pos="1371600" algn="l"/>
                <a:tab pos="1714500" algn="l"/>
                <a:tab pos="2057400" algn="l"/>
                <a:tab pos="2400300" algn="l"/>
                <a:tab pos="2800350" algn="l"/>
              </a:tabLst>
            </a:pPr>
            <a:r>
              <a:rPr lang="en-US" sz="2399" dirty="0"/>
              <a:t>  </a:t>
            </a:r>
            <a:r>
              <a:rPr lang="en-US" sz="2399" dirty="0" err="1">
                <a:solidFill>
                  <a:srgbClr val="0000FF"/>
                </a:solidFill>
              </a:rPr>
              <a:t>this</a:t>
            </a:r>
            <a:r>
              <a:rPr lang="en-US" sz="2399" dirty="0" err="1"/>
              <a:t>.</a:t>
            </a:r>
            <a:r>
              <a:rPr lang="en-US" sz="2399" dirty="0" err="1">
                <a:solidFill>
                  <a:srgbClr val="001080"/>
                </a:solidFill>
              </a:rPr>
              <a:t>message</a:t>
            </a:r>
            <a:r>
              <a:rPr lang="en-US" sz="2399" dirty="0"/>
              <a:t> = </a:t>
            </a:r>
            <a:r>
              <a:rPr lang="en-US" sz="2399" dirty="0">
                <a:solidFill>
                  <a:srgbClr val="A31515"/>
                </a:solidFill>
              </a:rPr>
              <a:t>''</a:t>
            </a:r>
            <a:r>
              <a:rPr lang="en-US" sz="2399" dirty="0"/>
              <a:t>;</a:t>
            </a:r>
          </a:p>
          <a:p>
            <a:r>
              <a:rPr lang="en-US" sz="2399" dirty="0"/>
              <a:t>},</a:t>
            </a:r>
          </a:p>
        </p:txBody>
      </p:sp>
      <p:sp>
        <p:nvSpPr>
          <p:cNvPr id="11" name="Text Placeholder 10">
            <a:extLst>
              <a:ext uri="{FF2B5EF4-FFF2-40B4-BE49-F238E27FC236}">
                <a16:creationId xmlns:a16="http://schemas.microsoft.com/office/drawing/2014/main" id="{07AE3C69-6BB3-A84A-BCA2-E8D1F7781169}"/>
              </a:ext>
            </a:extLst>
          </p:cNvPr>
          <p:cNvSpPr>
            <a:spLocks noGrp="1"/>
          </p:cNvSpPr>
          <p:nvPr>
            <p:ph type="body" sz="quarter" idx="10"/>
          </p:nvPr>
        </p:nvSpPr>
        <p:spPr/>
        <p:txBody>
          <a:bodyPr/>
          <a:lstStyle/>
          <a:p>
            <a:r>
              <a:rPr lang="en-US" dirty="0"/>
              <a:t>Make your important points</a:t>
            </a:r>
          </a:p>
          <a:p>
            <a:r>
              <a:rPr lang="en-US" dirty="0"/>
              <a:t>Paste the code in the top section</a:t>
            </a:r>
          </a:p>
          <a:p>
            <a:r>
              <a:rPr lang="en-US" dirty="0"/>
              <a:t>Or paste from VS or VS Code using default light theme</a:t>
            </a:r>
          </a:p>
        </p:txBody>
      </p:sp>
    </p:spTree>
    <p:extLst>
      <p:ext uri="{BB962C8B-B14F-4D97-AF65-F5344CB8AC3E}">
        <p14:creationId xmlns:p14="http://schemas.microsoft.com/office/powerpoint/2010/main" val="370193681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23">
            <a:extLst>
              <a:ext uri="{FF2B5EF4-FFF2-40B4-BE49-F238E27FC236}">
                <a16:creationId xmlns:a16="http://schemas.microsoft.com/office/drawing/2014/main" id="{F59E7FAB-DAC3-4221-AE7D-1B55BCA28243}"/>
              </a:ext>
            </a:extLst>
          </p:cNvPr>
          <p:cNvSpPr>
            <a:spLocks noGrp="1"/>
          </p:cNvSpPr>
          <p:nvPr>
            <p:ph type="title"/>
          </p:nvPr>
        </p:nvSpPr>
        <p:spPr/>
        <p:txBody>
          <a:bodyPr/>
          <a:lstStyle/>
          <a:p>
            <a:r>
              <a:rPr lang="en-US" dirty="0"/>
              <a:t>Right code layout</a:t>
            </a:r>
          </a:p>
        </p:txBody>
      </p:sp>
      <p:sp>
        <p:nvSpPr>
          <p:cNvPr id="11" name="Text Placeholder 10">
            <a:extLst>
              <a:ext uri="{FF2B5EF4-FFF2-40B4-BE49-F238E27FC236}">
                <a16:creationId xmlns:a16="http://schemas.microsoft.com/office/drawing/2014/main" id="{07AE3C69-6BB3-A84A-BCA2-E8D1F7781169}"/>
              </a:ext>
            </a:extLst>
          </p:cNvPr>
          <p:cNvSpPr>
            <a:spLocks noGrp="1"/>
          </p:cNvSpPr>
          <p:nvPr>
            <p:ph type="body" sz="quarter" idx="10"/>
          </p:nvPr>
        </p:nvSpPr>
        <p:spPr/>
        <p:txBody>
          <a:bodyPr/>
          <a:lstStyle/>
          <a:p>
            <a:r>
              <a:rPr lang="en-US" dirty="0"/>
              <a:t>Make your important points</a:t>
            </a:r>
          </a:p>
          <a:p>
            <a:r>
              <a:rPr lang="en-US" dirty="0"/>
              <a:t>Paste the code on the right side</a:t>
            </a:r>
          </a:p>
          <a:p>
            <a:r>
              <a:rPr lang="en-US" dirty="0"/>
              <a:t>Or paste from VS or VS Code using default light theme</a:t>
            </a:r>
          </a:p>
        </p:txBody>
      </p:sp>
      <p:sp>
        <p:nvSpPr>
          <p:cNvPr id="9" name="Text Placeholder 8">
            <a:extLst>
              <a:ext uri="{FF2B5EF4-FFF2-40B4-BE49-F238E27FC236}">
                <a16:creationId xmlns:a16="http://schemas.microsoft.com/office/drawing/2014/main" id="{C65D9877-6838-9E47-886F-26028339CB93}"/>
              </a:ext>
            </a:extLst>
          </p:cNvPr>
          <p:cNvSpPr>
            <a:spLocks noGrp="1"/>
          </p:cNvSpPr>
          <p:nvPr>
            <p:ph type="body" sz="quarter" idx="13"/>
          </p:nvPr>
        </p:nvSpPr>
        <p:spPr/>
        <p:txBody>
          <a:bodyPr/>
          <a:lstStyle/>
          <a:p>
            <a:r>
              <a:rPr lang="en-US" dirty="0"/>
              <a:t>main.js</a:t>
            </a:r>
          </a:p>
        </p:txBody>
      </p:sp>
      <p:sp>
        <p:nvSpPr>
          <p:cNvPr id="8" name="Text Placeholder 7">
            <a:extLst>
              <a:ext uri="{FF2B5EF4-FFF2-40B4-BE49-F238E27FC236}">
                <a16:creationId xmlns:a16="http://schemas.microsoft.com/office/drawing/2014/main" id="{D356C9A3-B156-574B-B2DF-9FCF81A25E87}"/>
              </a:ext>
            </a:extLst>
          </p:cNvPr>
          <p:cNvSpPr>
            <a:spLocks noGrp="1"/>
          </p:cNvSpPr>
          <p:nvPr>
            <p:ph type="body" sz="quarter" idx="11"/>
          </p:nvPr>
        </p:nvSpPr>
        <p:spPr/>
        <p:txBody>
          <a:bodyPr/>
          <a:lstStyle/>
          <a:p>
            <a:r>
              <a:rPr lang="en-US" sz="2399" dirty="0">
                <a:solidFill>
                  <a:srgbClr val="0000FF"/>
                </a:solidFill>
              </a:rPr>
              <a:t>async</a:t>
            </a:r>
            <a:r>
              <a:rPr lang="en-US" sz="2399" dirty="0"/>
              <a:t> </a:t>
            </a:r>
            <a:r>
              <a:rPr lang="en-US" sz="2399" dirty="0" err="1">
                <a:solidFill>
                  <a:srgbClr val="795E26"/>
                </a:solidFill>
              </a:rPr>
              <a:t>loadHeroes</a:t>
            </a:r>
            <a:r>
              <a:rPr lang="en-US" sz="2399" dirty="0"/>
              <a:t>() {</a:t>
            </a:r>
          </a:p>
          <a:p>
            <a:r>
              <a:rPr lang="en-US" sz="2399" dirty="0"/>
              <a:t>  </a:t>
            </a:r>
            <a:r>
              <a:rPr lang="en-US" sz="2399" dirty="0" err="1">
                <a:solidFill>
                  <a:srgbClr val="0000FF"/>
                </a:solidFill>
              </a:rPr>
              <a:t>this</a:t>
            </a:r>
            <a:r>
              <a:rPr lang="en-US" sz="2399" dirty="0" err="1"/>
              <a:t>.</a:t>
            </a:r>
            <a:r>
              <a:rPr lang="en-US" sz="2399" dirty="0" err="1">
                <a:solidFill>
                  <a:srgbClr val="001080"/>
                </a:solidFill>
              </a:rPr>
              <a:t>message</a:t>
            </a:r>
            <a:r>
              <a:rPr lang="en-US" sz="2399" dirty="0"/>
              <a:t> = </a:t>
            </a:r>
            <a:r>
              <a:rPr lang="en-US" sz="2399" dirty="0">
                <a:solidFill>
                  <a:srgbClr val="A31515"/>
                </a:solidFill>
              </a:rPr>
              <a:t>'getting the heroes, please be patient'</a:t>
            </a:r>
            <a:r>
              <a:rPr lang="en-US" sz="2399" dirty="0"/>
              <a:t>;</a:t>
            </a:r>
          </a:p>
          <a:p>
            <a:r>
              <a:rPr lang="en-US" sz="2399" dirty="0"/>
              <a:t>  </a:t>
            </a:r>
            <a:r>
              <a:rPr lang="en-US" sz="2399" dirty="0">
                <a:solidFill>
                  <a:srgbClr val="AF00DB"/>
                </a:solidFill>
              </a:rPr>
              <a:t>await</a:t>
            </a:r>
            <a:r>
              <a:rPr lang="en-US" sz="2399" dirty="0"/>
              <a:t> </a:t>
            </a:r>
            <a:r>
              <a:rPr lang="en-US" sz="2399" dirty="0" err="1">
                <a:solidFill>
                  <a:srgbClr val="0000FF"/>
                </a:solidFill>
              </a:rPr>
              <a:t>this</a:t>
            </a:r>
            <a:r>
              <a:rPr lang="en-US" sz="2399" dirty="0" err="1"/>
              <a:t>.</a:t>
            </a:r>
            <a:r>
              <a:rPr lang="en-US" sz="2399" dirty="0" err="1">
                <a:solidFill>
                  <a:srgbClr val="795E26"/>
                </a:solidFill>
              </a:rPr>
              <a:t>getHeroesAction</a:t>
            </a:r>
            <a:r>
              <a:rPr lang="en-US" sz="2399" dirty="0"/>
              <a:t>();</a:t>
            </a:r>
          </a:p>
          <a:p>
            <a:r>
              <a:rPr lang="en-US" sz="2399" dirty="0"/>
              <a:t>  </a:t>
            </a:r>
            <a:r>
              <a:rPr lang="en-US" sz="2399" dirty="0" err="1">
                <a:solidFill>
                  <a:srgbClr val="0000FF"/>
                </a:solidFill>
              </a:rPr>
              <a:t>this</a:t>
            </a:r>
            <a:r>
              <a:rPr lang="en-US" sz="2399" dirty="0" err="1"/>
              <a:t>.</a:t>
            </a:r>
            <a:r>
              <a:rPr lang="en-US" sz="2399" dirty="0" err="1">
                <a:solidFill>
                  <a:srgbClr val="001080"/>
                </a:solidFill>
              </a:rPr>
              <a:t>message</a:t>
            </a:r>
            <a:r>
              <a:rPr lang="en-US" sz="2399" dirty="0"/>
              <a:t> = </a:t>
            </a:r>
            <a:r>
              <a:rPr lang="en-US" sz="2399" dirty="0">
                <a:solidFill>
                  <a:srgbClr val="A31515"/>
                </a:solidFill>
              </a:rPr>
              <a:t>''</a:t>
            </a:r>
            <a:r>
              <a:rPr lang="en-US" sz="2399" dirty="0"/>
              <a:t>;</a:t>
            </a:r>
          </a:p>
          <a:p>
            <a:r>
              <a:rPr lang="en-US" sz="2399" dirty="0"/>
              <a:t>},</a:t>
            </a:r>
          </a:p>
        </p:txBody>
      </p:sp>
    </p:spTree>
    <p:extLst>
      <p:ext uri="{BB962C8B-B14F-4D97-AF65-F5344CB8AC3E}">
        <p14:creationId xmlns:p14="http://schemas.microsoft.com/office/powerpoint/2010/main" val="6010416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7BEE76E7-B042-4BFE-9213-B8FE7EE4CF2C}"/>
              </a:ext>
            </a:extLst>
          </p:cNvPr>
          <p:cNvSpPr>
            <a:spLocks noGrp="1"/>
          </p:cNvSpPr>
          <p:nvPr>
            <p:ph type="title"/>
          </p:nvPr>
        </p:nvSpPr>
        <p:spPr/>
        <p:txBody>
          <a:bodyPr/>
          <a:lstStyle/>
          <a:p>
            <a:r>
              <a:rPr lang="en-US" dirty="0"/>
              <a:t>Left code layout</a:t>
            </a:r>
          </a:p>
        </p:txBody>
      </p:sp>
      <p:sp>
        <p:nvSpPr>
          <p:cNvPr id="9" name="Text Placeholder 8">
            <a:extLst>
              <a:ext uri="{FF2B5EF4-FFF2-40B4-BE49-F238E27FC236}">
                <a16:creationId xmlns:a16="http://schemas.microsoft.com/office/drawing/2014/main" id="{C65D9877-6838-9E47-886F-26028339CB93}"/>
              </a:ext>
            </a:extLst>
          </p:cNvPr>
          <p:cNvSpPr>
            <a:spLocks noGrp="1"/>
          </p:cNvSpPr>
          <p:nvPr>
            <p:ph type="body" sz="quarter" idx="13"/>
          </p:nvPr>
        </p:nvSpPr>
        <p:spPr>
          <a:gradFill flip="none" rotWithShape="1">
            <a:gsLst>
              <a:gs pos="0">
                <a:srgbClr val="000000"/>
              </a:gs>
              <a:gs pos="99000">
                <a:srgbClr val="000000"/>
              </a:gs>
              <a:gs pos="99000">
                <a:schemeClr val="accent1"/>
              </a:gs>
            </a:gsLst>
            <a:lin ang="10800000" scaled="1"/>
            <a:tileRect/>
          </a:gradFill>
        </p:spPr>
        <p:txBody>
          <a:bodyPr/>
          <a:lstStyle/>
          <a:p>
            <a:r>
              <a:rPr lang="en-US" dirty="0"/>
              <a:t>main.js</a:t>
            </a:r>
          </a:p>
        </p:txBody>
      </p:sp>
      <p:sp>
        <p:nvSpPr>
          <p:cNvPr id="8" name="Text Placeholder 7">
            <a:extLst>
              <a:ext uri="{FF2B5EF4-FFF2-40B4-BE49-F238E27FC236}">
                <a16:creationId xmlns:a16="http://schemas.microsoft.com/office/drawing/2014/main" id="{D356C9A3-B156-574B-B2DF-9FCF81A25E87}"/>
              </a:ext>
            </a:extLst>
          </p:cNvPr>
          <p:cNvSpPr>
            <a:spLocks noGrp="1"/>
          </p:cNvSpPr>
          <p:nvPr>
            <p:ph type="body" sz="quarter" idx="11"/>
          </p:nvPr>
        </p:nvSpPr>
        <p:spPr/>
        <p:txBody>
          <a:bodyPr/>
          <a:lstStyle/>
          <a:p>
            <a:r>
              <a:rPr lang="en-US" sz="2399" dirty="0">
                <a:solidFill>
                  <a:srgbClr val="0000FF"/>
                </a:solidFill>
              </a:rPr>
              <a:t>async</a:t>
            </a:r>
            <a:r>
              <a:rPr lang="en-US" sz="2399" dirty="0"/>
              <a:t> </a:t>
            </a:r>
            <a:r>
              <a:rPr lang="en-US" sz="2399" dirty="0" err="1">
                <a:solidFill>
                  <a:srgbClr val="795E26"/>
                </a:solidFill>
              </a:rPr>
              <a:t>loadHeroes</a:t>
            </a:r>
            <a:r>
              <a:rPr lang="en-US" sz="2399" dirty="0"/>
              <a:t>() {</a:t>
            </a:r>
          </a:p>
          <a:p>
            <a:r>
              <a:rPr lang="en-US" sz="2399" dirty="0"/>
              <a:t>  </a:t>
            </a:r>
            <a:r>
              <a:rPr lang="en-US" sz="2399" dirty="0" err="1">
                <a:solidFill>
                  <a:srgbClr val="0000FF"/>
                </a:solidFill>
              </a:rPr>
              <a:t>this</a:t>
            </a:r>
            <a:r>
              <a:rPr lang="en-US" sz="2399" dirty="0" err="1"/>
              <a:t>.</a:t>
            </a:r>
            <a:r>
              <a:rPr lang="en-US" sz="2399" dirty="0" err="1">
                <a:solidFill>
                  <a:srgbClr val="001080"/>
                </a:solidFill>
              </a:rPr>
              <a:t>message</a:t>
            </a:r>
            <a:r>
              <a:rPr lang="en-US" sz="2399" dirty="0"/>
              <a:t> = </a:t>
            </a:r>
            <a:r>
              <a:rPr lang="en-US" sz="2399" dirty="0">
                <a:solidFill>
                  <a:srgbClr val="A31515"/>
                </a:solidFill>
              </a:rPr>
              <a:t>'getting the heroes, please be patient'</a:t>
            </a:r>
            <a:r>
              <a:rPr lang="en-US" sz="2399" dirty="0"/>
              <a:t>;</a:t>
            </a:r>
          </a:p>
          <a:p>
            <a:r>
              <a:rPr lang="en-US" sz="2399" dirty="0"/>
              <a:t>  </a:t>
            </a:r>
            <a:r>
              <a:rPr lang="en-US" sz="2399" dirty="0">
                <a:solidFill>
                  <a:srgbClr val="AF00DB"/>
                </a:solidFill>
              </a:rPr>
              <a:t>await</a:t>
            </a:r>
            <a:r>
              <a:rPr lang="en-US" sz="2399" dirty="0"/>
              <a:t> </a:t>
            </a:r>
            <a:r>
              <a:rPr lang="en-US" sz="2399" dirty="0" err="1">
                <a:solidFill>
                  <a:srgbClr val="0000FF"/>
                </a:solidFill>
              </a:rPr>
              <a:t>this</a:t>
            </a:r>
            <a:r>
              <a:rPr lang="en-US" sz="2399" dirty="0" err="1"/>
              <a:t>.</a:t>
            </a:r>
            <a:r>
              <a:rPr lang="en-US" sz="2399" dirty="0" err="1">
                <a:solidFill>
                  <a:srgbClr val="795E26"/>
                </a:solidFill>
              </a:rPr>
              <a:t>getHeroesAction</a:t>
            </a:r>
            <a:r>
              <a:rPr lang="en-US" sz="2399" dirty="0"/>
              <a:t>();</a:t>
            </a:r>
          </a:p>
          <a:p>
            <a:r>
              <a:rPr lang="en-US" sz="2399" dirty="0"/>
              <a:t>  </a:t>
            </a:r>
            <a:r>
              <a:rPr lang="en-US" sz="2399" dirty="0" err="1">
                <a:solidFill>
                  <a:srgbClr val="0000FF"/>
                </a:solidFill>
              </a:rPr>
              <a:t>this</a:t>
            </a:r>
            <a:r>
              <a:rPr lang="en-US" sz="2399" dirty="0" err="1"/>
              <a:t>.</a:t>
            </a:r>
            <a:r>
              <a:rPr lang="en-US" sz="2399" dirty="0" err="1">
                <a:solidFill>
                  <a:srgbClr val="001080"/>
                </a:solidFill>
              </a:rPr>
              <a:t>message</a:t>
            </a:r>
            <a:r>
              <a:rPr lang="en-US" sz="2399" dirty="0"/>
              <a:t> = </a:t>
            </a:r>
            <a:r>
              <a:rPr lang="en-US" sz="2399" dirty="0">
                <a:solidFill>
                  <a:srgbClr val="A31515"/>
                </a:solidFill>
              </a:rPr>
              <a:t>''</a:t>
            </a:r>
            <a:r>
              <a:rPr lang="en-US" sz="2399" dirty="0"/>
              <a:t>;</a:t>
            </a:r>
          </a:p>
          <a:p>
            <a:r>
              <a:rPr lang="en-US" sz="2399" dirty="0"/>
              <a:t>},</a:t>
            </a:r>
          </a:p>
        </p:txBody>
      </p:sp>
      <p:sp>
        <p:nvSpPr>
          <p:cNvPr id="11" name="Text Placeholder 10">
            <a:extLst>
              <a:ext uri="{FF2B5EF4-FFF2-40B4-BE49-F238E27FC236}">
                <a16:creationId xmlns:a16="http://schemas.microsoft.com/office/drawing/2014/main" id="{07AE3C69-6BB3-A84A-BCA2-E8D1F7781169}"/>
              </a:ext>
            </a:extLst>
          </p:cNvPr>
          <p:cNvSpPr>
            <a:spLocks noGrp="1"/>
          </p:cNvSpPr>
          <p:nvPr>
            <p:ph type="body" sz="quarter" idx="10"/>
          </p:nvPr>
        </p:nvSpPr>
        <p:spPr/>
        <p:txBody>
          <a:bodyPr/>
          <a:lstStyle/>
          <a:p>
            <a:r>
              <a:rPr lang="en-US" dirty="0"/>
              <a:t>Make your important points</a:t>
            </a:r>
          </a:p>
          <a:p>
            <a:r>
              <a:rPr lang="en-US" dirty="0"/>
              <a:t>Paste the code on the left side</a:t>
            </a:r>
          </a:p>
          <a:p>
            <a:r>
              <a:rPr lang="en-US" dirty="0"/>
              <a:t>Or paste from VS or VS Code using default light theme</a:t>
            </a:r>
          </a:p>
        </p:txBody>
      </p:sp>
    </p:spTree>
    <p:extLst>
      <p:ext uri="{BB962C8B-B14F-4D97-AF65-F5344CB8AC3E}">
        <p14:creationId xmlns:p14="http://schemas.microsoft.com/office/powerpoint/2010/main" val="9952244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Demo</a:t>
            </a:r>
          </a:p>
        </p:txBody>
      </p:sp>
      <p:sp>
        <p:nvSpPr>
          <p:cNvPr id="4" name="Text Placeholder 3"/>
          <p:cNvSpPr>
            <a:spLocks noGrp="1"/>
          </p:cNvSpPr>
          <p:nvPr>
            <p:ph type="body" sz="quarter" idx="12"/>
          </p:nvPr>
        </p:nvSpPr>
        <p:spPr/>
        <p:txBody>
          <a:bodyPr/>
          <a:lstStyle/>
          <a:p>
            <a:r>
              <a:rPr lang="en-US" dirty="0"/>
              <a:t>Speaker name</a:t>
            </a:r>
          </a:p>
        </p:txBody>
      </p:sp>
    </p:spTree>
    <p:extLst>
      <p:ext uri="{BB962C8B-B14F-4D97-AF65-F5344CB8AC3E}">
        <p14:creationId xmlns:p14="http://schemas.microsoft.com/office/powerpoint/2010/main" val="179673051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96BF0A5-72D5-861C-99FE-77B55F70D656}"/>
              </a:ext>
            </a:extLst>
          </p:cNvPr>
          <p:cNvSpPr>
            <a:spLocks noGrp="1"/>
          </p:cNvSpPr>
          <p:nvPr>
            <p:ph type="title"/>
          </p:nvPr>
        </p:nvSpPr>
        <p:spPr/>
        <p:txBody>
          <a:bodyPr/>
          <a:lstStyle/>
          <a:p>
            <a:r>
              <a:rPr lang="en-US" dirty="0"/>
              <a:t>Section title</a:t>
            </a:r>
          </a:p>
        </p:txBody>
      </p:sp>
    </p:spTree>
    <p:extLst>
      <p:ext uri="{BB962C8B-B14F-4D97-AF65-F5344CB8AC3E}">
        <p14:creationId xmlns:p14="http://schemas.microsoft.com/office/powerpoint/2010/main" val="16845432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000000"/>
        </a:solidFill>
        <a:effectLst/>
      </p:bgPr>
    </p:bg>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Notes (hidden)</a:t>
            </a:r>
          </a:p>
        </p:txBody>
      </p:sp>
      <p:sp>
        <p:nvSpPr>
          <p:cNvPr id="6" name="Text Placeholder 5"/>
          <p:cNvSpPr>
            <a:spLocks noGrp="1"/>
          </p:cNvSpPr>
          <p:nvPr>
            <p:ph type="body" sz="quarter" idx="12"/>
          </p:nvPr>
        </p:nvSpPr>
        <p:spPr/>
        <p:txBody>
          <a:bodyPr/>
          <a:lstStyle/>
          <a:p>
            <a:r>
              <a:rPr lang="en-US" dirty="0"/>
              <a:t>Some speakers at Microsoft like to use this slide for hidden “notes slides”. </a:t>
            </a:r>
          </a:p>
          <a:p>
            <a:r>
              <a:rPr lang="en-US" dirty="0"/>
              <a:t>Delete it if you don’t want to use it.</a:t>
            </a:r>
          </a:p>
        </p:txBody>
      </p:sp>
      <p:sp>
        <p:nvSpPr>
          <p:cNvPr id="7" name="Text Placeholder 6"/>
          <p:cNvSpPr>
            <a:spLocks noGrp="1"/>
          </p:cNvSpPr>
          <p:nvPr>
            <p:ph type="body" sz="quarter" idx="11"/>
          </p:nvPr>
        </p:nvSpPr>
        <p:spPr/>
        <p:txBody>
          <a:bodyPr/>
          <a:lstStyle/>
          <a:p>
            <a:r>
              <a:rPr lang="en-US" dirty="0"/>
              <a:t>NEXT: &lt;next slide title&gt;</a:t>
            </a:r>
          </a:p>
        </p:txBody>
      </p:sp>
    </p:spTree>
    <p:extLst>
      <p:ext uri="{BB962C8B-B14F-4D97-AF65-F5344CB8AC3E}">
        <p14:creationId xmlns:p14="http://schemas.microsoft.com/office/powerpoint/2010/main" val="29962318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E7D9A-1A99-76E1-4667-481AB272DB6B}"/>
              </a:ext>
            </a:extLst>
          </p:cNvPr>
          <p:cNvSpPr>
            <a:spLocks noGrp="1"/>
          </p:cNvSpPr>
          <p:nvPr>
            <p:ph type="title" idx="4294967295"/>
          </p:nvPr>
        </p:nvSpPr>
        <p:spPr>
          <a:xfrm>
            <a:off x="0" y="-603733"/>
            <a:ext cx="11017250" cy="554038"/>
          </a:xfrm>
        </p:spPr>
        <p:txBody>
          <a:bodyPr vert="horz" wrap="square" lIns="0" tIns="0" rIns="0" bIns="0" rtlCol="0" anchor="b">
            <a:spAutoFit/>
          </a:bodyPr>
          <a:lstStyle/>
          <a:p>
            <a:r>
              <a:rPr lang="en-US" dirty="0">
                <a:solidFill>
                  <a:schemeClr val="bg1"/>
                </a:solidFill>
              </a:rPr>
              <a:t>Logo</a:t>
            </a:r>
          </a:p>
        </p:txBody>
      </p:sp>
    </p:spTree>
    <p:extLst>
      <p:ext uri="{BB962C8B-B14F-4D97-AF65-F5344CB8AC3E}">
        <p14:creationId xmlns:p14="http://schemas.microsoft.com/office/powerpoint/2010/main" val="78277037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1C424-D4B7-8CB0-AEF9-AA9B3E1657D5}"/>
              </a:ext>
            </a:extLst>
          </p:cNvPr>
          <p:cNvSpPr>
            <a:spLocks noGrp="1"/>
          </p:cNvSpPr>
          <p:nvPr>
            <p:ph type="title" idx="4294967295"/>
          </p:nvPr>
        </p:nvSpPr>
        <p:spPr>
          <a:xfrm>
            <a:off x="588263" y="-626535"/>
            <a:ext cx="11018520" cy="553998"/>
          </a:xfrm>
        </p:spPr>
        <p:txBody>
          <a:bodyPr/>
          <a:lstStyle/>
          <a:p>
            <a:r>
              <a:rPr lang="en-US" dirty="0">
                <a:noFill/>
              </a:rPr>
              <a:t>Microsoft Build</a:t>
            </a:r>
          </a:p>
        </p:txBody>
      </p:sp>
    </p:spTree>
    <p:extLst>
      <p:ext uri="{BB962C8B-B14F-4D97-AF65-F5344CB8AC3E}">
        <p14:creationId xmlns:p14="http://schemas.microsoft.com/office/powerpoint/2010/main" val="3950237598"/>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6A079A-EBC7-2730-12BD-157CB5F30422}"/>
              </a:ext>
            </a:extLst>
          </p:cNvPr>
          <p:cNvSpPr>
            <a:spLocks noGrp="1"/>
          </p:cNvSpPr>
          <p:nvPr>
            <p:ph type="title"/>
          </p:nvPr>
        </p:nvSpPr>
        <p:spPr>
          <a:xfrm>
            <a:off x="584200" y="2425780"/>
            <a:ext cx="5577840" cy="1107996"/>
          </a:xfrm>
        </p:spPr>
        <p:txBody>
          <a:bodyPr/>
          <a:lstStyle/>
          <a:p>
            <a:r>
              <a:rPr lang="en-US" dirty="0"/>
              <a:t>Event name or </a:t>
            </a:r>
            <a:br>
              <a:rPr lang="en-US" dirty="0"/>
            </a:br>
            <a:r>
              <a:rPr lang="en-US" dirty="0"/>
              <a:t>presentation title</a:t>
            </a:r>
          </a:p>
        </p:txBody>
      </p:sp>
      <p:sp>
        <p:nvSpPr>
          <p:cNvPr id="3" name="Text Placeholder 2">
            <a:extLst>
              <a:ext uri="{FF2B5EF4-FFF2-40B4-BE49-F238E27FC236}">
                <a16:creationId xmlns:a16="http://schemas.microsoft.com/office/drawing/2014/main" id="{3333FCF8-91C9-3A2E-2776-E11989A14EB2}"/>
              </a:ext>
            </a:extLst>
          </p:cNvPr>
          <p:cNvSpPr>
            <a:spLocks noGrp="1"/>
          </p:cNvSpPr>
          <p:nvPr>
            <p:ph type="body" sz="quarter" idx="12"/>
          </p:nvPr>
        </p:nvSpPr>
        <p:spPr>
          <a:xfrm>
            <a:off x="584199" y="3962399"/>
            <a:ext cx="5577839" cy="276999"/>
          </a:xfrm>
        </p:spPr>
        <p:txBody>
          <a:bodyPr/>
          <a:lstStyle/>
          <a:p>
            <a:r>
              <a:rPr lang="en-US" dirty="0"/>
              <a:t>Subtitle or speaker name</a:t>
            </a:r>
          </a:p>
        </p:txBody>
      </p:sp>
    </p:spTree>
    <p:extLst>
      <p:ext uri="{BB962C8B-B14F-4D97-AF65-F5344CB8AC3E}">
        <p14:creationId xmlns:p14="http://schemas.microsoft.com/office/powerpoint/2010/main" val="15141402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E7BF15BD-001C-49B3-9A01-B39DEDA47564}"/>
              </a:ext>
            </a:extLst>
          </p:cNvPr>
          <p:cNvSpPr>
            <a:spLocks noGrp="1"/>
          </p:cNvSpPr>
          <p:nvPr>
            <p:ph type="title"/>
          </p:nvPr>
        </p:nvSpPr>
        <p:spPr/>
        <p:txBody>
          <a:bodyPr/>
          <a:lstStyle/>
          <a:p>
            <a:r>
              <a:rPr lang="en-US" dirty="0"/>
              <a:t>Agenda</a:t>
            </a:r>
          </a:p>
        </p:txBody>
      </p:sp>
      <p:sp>
        <p:nvSpPr>
          <p:cNvPr id="7" name="Text Placeholder 6">
            <a:extLst>
              <a:ext uri="{FF2B5EF4-FFF2-40B4-BE49-F238E27FC236}">
                <a16:creationId xmlns:a16="http://schemas.microsoft.com/office/drawing/2014/main" id="{61F6BD0B-C4D8-42DE-A3A7-50D8219CE639}"/>
              </a:ext>
            </a:extLst>
          </p:cNvPr>
          <p:cNvSpPr>
            <a:spLocks noGrp="1"/>
          </p:cNvSpPr>
          <p:nvPr>
            <p:ph type="body" sz="quarter" idx="11"/>
          </p:nvPr>
        </p:nvSpPr>
        <p:spPr/>
        <p:txBody>
          <a:bodyPr/>
          <a:lstStyle/>
          <a:p>
            <a:r>
              <a:rPr lang="en-US" dirty="0"/>
              <a:t>Click to add text</a:t>
            </a:r>
          </a:p>
        </p:txBody>
      </p:sp>
    </p:spTree>
    <p:extLst>
      <p:ext uri="{BB962C8B-B14F-4D97-AF65-F5344CB8AC3E}">
        <p14:creationId xmlns:p14="http://schemas.microsoft.com/office/powerpoint/2010/main" val="4178565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p:cNvSpPr>
            <a:spLocks noGrp="1"/>
          </p:cNvSpPr>
          <p:nvPr>
            <p:ph type="title"/>
          </p:nvPr>
        </p:nvSpPr>
        <p:spPr/>
        <p:txBody>
          <a:bodyPr/>
          <a:lstStyle/>
          <a:p>
            <a:r>
              <a:rPr lang="en-US" dirty="0"/>
              <a:t>Text layout without bullet points</a:t>
            </a:r>
          </a:p>
        </p:txBody>
      </p:sp>
      <p:sp>
        <p:nvSpPr>
          <p:cNvPr id="6" name="Text Placeholder 5"/>
          <p:cNvSpPr>
            <a:spLocks noGrp="1"/>
          </p:cNvSpPr>
          <p:nvPr>
            <p:ph type="body" sz="quarter" idx="10"/>
          </p:nvPr>
        </p:nvSpPr>
        <p:spPr>
          <a:xfrm>
            <a:off x="586390" y="1434370"/>
            <a:ext cx="11018520" cy="1095685"/>
          </a:xfrm>
        </p:spPr>
        <p:txBody>
          <a:bodyPr/>
          <a:lstStyle/>
          <a:p>
            <a:r>
              <a:rPr lang="en-US" dirty="0"/>
              <a:t>Main topic: Segoe UI, size 28pt</a:t>
            </a:r>
          </a:p>
          <a:p>
            <a:pPr lvl="1"/>
            <a:r>
              <a:rPr lang="en-US" dirty="0"/>
              <a:t>Segoe UI, size 20pt for second level</a:t>
            </a:r>
          </a:p>
          <a:p>
            <a:pPr lvl="2"/>
            <a:r>
              <a:rPr lang="en-US" dirty="0"/>
              <a:t>Segoe UI, size 16pt for third level</a:t>
            </a:r>
          </a:p>
        </p:txBody>
      </p:sp>
    </p:spTree>
    <p:extLst>
      <p:ext uri="{BB962C8B-B14F-4D97-AF65-F5344CB8AC3E}">
        <p14:creationId xmlns:p14="http://schemas.microsoft.com/office/powerpoint/2010/main" val="39577223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p:cNvSpPr>
            <a:spLocks noGrp="1"/>
          </p:cNvSpPr>
          <p:nvPr>
            <p:ph type="title"/>
          </p:nvPr>
        </p:nvSpPr>
        <p:spPr>
          <a:xfrm>
            <a:off x="588263" y="457200"/>
            <a:ext cx="5996411" cy="553998"/>
          </a:xfrm>
        </p:spPr>
        <p:txBody>
          <a:bodyPr/>
          <a:lstStyle/>
          <a:p>
            <a:r>
              <a:rPr lang="en-US" dirty="0"/>
              <a:t>Text layout with bulleted text</a:t>
            </a:r>
          </a:p>
        </p:txBody>
      </p:sp>
      <p:sp>
        <p:nvSpPr>
          <p:cNvPr id="6" name="Text Placeholder 5"/>
          <p:cNvSpPr>
            <a:spLocks noGrp="1"/>
          </p:cNvSpPr>
          <p:nvPr>
            <p:ph sz="quarter" idx="10"/>
          </p:nvPr>
        </p:nvSpPr>
        <p:spPr>
          <a:xfrm>
            <a:off x="584200" y="1435100"/>
            <a:ext cx="11018838" cy="947952"/>
          </a:xfrm>
        </p:spPr>
        <p:txBody>
          <a:bodyPr/>
          <a:lstStyle/>
          <a:p>
            <a:r>
              <a:rPr lang="en-US" dirty="0"/>
              <a:t>Learn how to adjust list levels</a:t>
            </a:r>
          </a:p>
          <a:p>
            <a:r>
              <a:rPr lang="en-US" dirty="0"/>
              <a:t>Follow the steps on the right</a:t>
            </a:r>
          </a:p>
        </p:txBody>
      </p:sp>
      <p:sp>
        <p:nvSpPr>
          <p:cNvPr id="2" name="Rectangle 1">
            <a:extLst>
              <a:ext uri="{FF2B5EF4-FFF2-40B4-BE49-F238E27FC236}">
                <a16:creationId xmlns:a16="http://schemas.microsoft.com/office/drawing/2014/main" id="{2BD8AD9E-D8D2-4CB4-B833-3F7981BFC169}"/>
              </a:ext>
              <a:ext uri="{C183D7F6-B498-43B3-948B-1728B52AA6E4}">
                <adec:decorative xmlns:adec="http://schemas.microsoft.com/office/drawing/2017/decorative" val="1"/>
              </a:ext>
            </a:extLst>
          </p:cNvPr>
          <p:cNvSpPr/>
          <p:nvPr/>
        </p:nvSpPr>
        <p:spPr bwMode="auto">
          <a:xfrm>
            <a:off x="6672263" y="1435100"/>
            <a:ext cx="4931473" cy="4833938"/>
          </a:xfrm>
          <a:prstGeom prst="rect">
            <a:avLst/>
          </a:prstGeom>
          <a:solidFill>
            <a:schemeClr val="tx1">
              <a:alpha val="4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spcBef>
                <a:spcPct val="0"/>
              </a:spcBef>
              <a:spcAft>
                <a:spcPct val="0"/>
              </a:spcAft>
            </a:pPr>
            <a:endParaRPr lang="en-US" sz="2400" dirty="0">
              <a:gradFill>
                <a:gsLst>
                  <a:gs pos="0">
                    <a:srgbClr val="FFFFFF"/>
                  </a:gs>
                  <a:gs pos="100000">
                    <a:srgbClr val="FFFFFF"/>
                  </a:gs>
                </a:gsLst>
                <a:lin ang="5400000" scaled="0"/>
              </a:gradFill>
              <a:ea typeface="Segoe UI" pitchFamily="34" charset="0"/>
              <a:cs typeface="Segoe UI" pitchFamily="34" charset="0"/>
            </a:endParaRPr>
          </a:p>
        </p:txBody>
      </p:sp>
      <p:pic>
        <p:nvPicPr>
          <p:cNvPr id="3" name="Picture 3" descr="Screenshot of Decrease List level and Increase List Level menu">
            <a:extLst>
              <a:ext uri="{FF2B5EF4-FFF2-40B4-BE49-F238E27FC236}">
                <a16:creationId xmlns:a16="http://schemas.microsoft.com/office/drawing/2014/main" id="{7CDDF9E7-F878-41F2-8971-7CB55E6DC2E6}"/>
              </a:ext>
            </a:extLst>
          </p:cNvPr>
          <p:cNvPicPr>
            <a:picLocks noChangeAspect="1" noChangeArrowheads="1"/>
          </p:cNvPicPr>
          <p:nvPr/>
        </p:nvPicPr>
        <p:blipFill>
          <a:blip r:embed="rId3">
            <a:extLst>
              <a:ext uri="{28A0092B-C50C-407E-A947-70E740481C1C}">
                <a14:useLocalDpi xmlns:a14="http://schemas.microsoft.com/office/drawing/2010/main"/>
              </a:ext>
            </a:extLst>
          </a:blip>
          <a:stretch>
            <a:fillRect/>
          </a:stretch>
        </p:blipFill>
        <p:spPr bwMode="auto">
          <a:xfrm>
            <a:off x="6972422" y="1725179"/>
            <a:ext cx="4319750" cy="962889"/>
          </a:xfrm>
          <a:prstGeom prst="rect">
            <a:avLst/>
          </a:prstGeom>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a:extLst>
              <a:ext uri="{FF2B5EF4-FFF2-40B4-BE49-F238E27FC236}">
                <a16:creationId xmlns:a16="http://schemas.microsoft.com/office/drawing/2014/main" id="{052A24BB-6642-429C-9613-B0B1DB310251}"/>
              </a:ext>
            </a:extLst>
          </p:cNvPr>
          <p:cNvSpPr/>
          <p:nvPr/>
        </p:nvSpPr>
        <p:spPr bwMode="auto">
          <a:xfrm>
            <a:off x="6672263" y="2819830"/>
            <a:ext cx="4931473" cy="3545586"/>
          </a:xfrm>
          <a:prstGeom prst="rect">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292608" tIns="292608" rIns="292608" bIns="292608" numCol="1" spcCol="0" rtlCol="0" fromWordArt="0" anchor="t" anchorCtr="0" forceAA="0" compatLnSpc="1">
            <a:prstTxWarp prst="textNoShape">
              <a:avLst/>
            </a:prstTxWarp>
            <a:spAutoFit/>
          </a:bodyPr>
          <a:lstStyle/>
          <a:p>
            <a:pPr defTabSz="932472" fontAlgn="base">
              <a:spcBef>
                <a:spcPts val="1200"/>
              </a:spcBef>
              <a:spcAft>
                <a:spcPts val="1200"/>
              </a:spcAft>
            </a:pPr>
            <a:r>
              <a:rPr lang="en-US" sz="1200" dirty="0">
                <a:solidFill>
                  <a:schemeClr val="tx1"/>
                </a:solidFill>
                <a:ea typeface="Segoe UI" panose="020B0502040204020203" pitchFamily="34" charset="0"/>
                <a:cs typeface="Segoe UI" panose="020B0502040204020203" pitchFamily="34" charset="0"/>
              </a:rPr>
              <a:t>Use the “</a:t>
            </a:r>
            <a:r>
              <a:rPr lang="en-US" sz="1200" b="1" dirty="0">
                <a:solidFill>
                  <a:schemeClr val="tx1"/>
                </a:solidFill>
                <a:ea typeface="Segoe UI" panose="020B0502040204020203" pitchFamily="34" charset="0"/>
                <a:cs typeface="Segoe UI" panose="020B0502040204020203" pitchFamily="34" charset="0"/>
              </a:rPr>
              <a:t>Decrease List Level</a:t>
            </a:r>
            <a:r>
              <a:rPr lang="en-US" sz="1200" dirty="0">
                <a:solidFill>
                  <a:schemeClr val="tx1"/>
                </a:solidFill>
                <a:ea typeface="Segoe UI" panose="020B0502040204020203" pitchFamily="34" charset="0"/>
                <a:cs typeface="Segoe UI" panose="020B0502040204020203" pitchFamily="34" charset="0"/>
              </a:rPr>
              <a:t>” and “</a:t>
            </a:r>
            <a:r>
              <a:rPr lang="en-US" sz="1200" b="1" dirty="0">
                <a:solidFill>
                  <a:schemeClr val="tx1"/>
                </a:solidFill>
                <a:ea typeface="Segoe UI" panose="020B0502040204020203" pitchFamily="34" charset="0"/>
                <a:cs typeface="Segoe UI" panose="020B0502040204020203" pitchFamily="34" charset="0"/>
              </a:rPr>
              <a:t>Increase List Level</a:t>
            </a:r>
            <a:r>
              <a:rPr lang="en-US" sz="1200" dirty="0">
                <a:solidFill>
                  <a:schemeClr val="tx1"/>
                </a:solidFill>
                <a:ea typeface="Segoe UI" panose="020B0502040204020203" pitchFamily="34" charset="0"/>
                <a:cs typeface="Segoe UI" panose="020B0502040204020203" pitchFamily="34" charset="0"/>
              </a:rPr>
              <a:t>” tools </a:t>
            </a:r>
            <a:br>
              <a:rPr lang="en-US" sz="1200" dirty="0">
                <a:solidFill>
                  <a:schemeClr val="tx1"/>
                </a:solidFill>
                <a:ea typeface="Segoe UI" panose="020B0502040204020203" pitchFamily="34" charset="0"/>
                <a:cs typeface="Segoe UI" panose="020B0502040204020203" pitchFamily="34" charset="0"/>
              </a:rPr>
            </a:br>
            <a:r>
              <a:rPr lang="en-US" sz="1200" dirty="0">
                <a:solidFill>
                  <a:schemeClr val="tx1"/>
                </a:solidFill>
                <a:ea typeface="Segoe UI" panose="020B0502040204020203" pitchFamily="34" charset="0"/>
                <a:cs typeface="Segoe UI" panose="020B0502040204020203" pitchFamily="34" charset="0"/>
              </a:rPr>
              <a:t>on the </a:t>
            </a:r>
            <a:r>
              <a:rPr lang="en-US" sz="1200" b="1" dirty="0">
                <a:solidFill>
                  <a:schemeClr val="tx1"/>
                </a:solidFill>
                <a:ea typeface="Segoe UI" panose="020B0502040204020203" pitchFamily="34" charset="0"/>
                <a:cs typeface="Segoe UI" panose="020B0502040204020203" pitchFamily="34" charset="0"/>
              </a:rPr>
              <a:t>Home</a:t>
            </a:r>
            <a:r>
              <a:rPr lang="en-US" sz="1200" dirty="0">
                <a:solidFill>
                  <a:schemeClr val="tx1"/>
                </a:solidFill>
                <a:ea typeface="Segoe UI" panose="020B0502040204020203" pitchFamily="34" charset="0"/>
                <a:cs typeface="Segoe UI" panose="020B0502040204020203" pitchFamily="34" charset="0"/>
              </a:rPr>
              <a:t> menu to change text levels.</a:t>
            </a:r>
          </a:p>
          <a:p>
            <a:pPr defTabSz="932472" fontAlgn="base">
              <a:spcBef>
                <a:spcPts val="1200"/>
              </a:spcBef>
              <a:spcAft>
                <a:spcPct val="0"/>
              </a:spcAft>
            </a:pPr>
            <a:r>
              <a:rPr lang="en-US" sz="1200" b="1" dirty="0">
                <a:solidFill>
                  <a:schemeClr val="tx1"/>
                </a:solidFill>
                <a:ea typeface="Segoe UI" panose="020B0502040204020203" pitchFamily="34" charset="0"/>
                <a:cs typeface="Segoe UI" panose="020B0502040204020203" pitchFamily="34" charset="0"/>
              </a:rPr>
              <a:t>Try this:  </a:t>
            </a:r>
          </a:p>
          <a:p>
            <a:pPr marL="294732" indent="-239672" defTabSz="932472" fontAlgn="base">
              <a:spcBef>
                <a:spcPts val="1200"/>
              </a:spcBef>
              <a:spcAft>
                <a:spcPct val="0"/>
              </a:spcAft>
              <a:buFont typeface="+mj-lt"/>
              <a:buAutoNum type="arabicPeriod"/>
            </a:pPr>
            <a:r>
              <a:rPr lang="en-US" sz="1200" dirty="0">
                <a:solidFill>
                  <a:schemeClr val="tx1"/>
                </a:solidFill>
                <a:ea typeface="Segoe UI" panose="020B0502040204020203" pitchFamily="34" charset="0"/>
                <a:cs typeface="Segoe UI" panose="020B0502040204020203" pitchFamily="34" charset="0"/>
              </a:rPr>
              <a:t>Place your cursor in the line of text that says “Segoe UI, size 20pt for second level”</a:t>
            </a:r>
          </a:p>
          <a:p>
            <a:pPr marL="294732" indent="-239672" defTabSz="932472" fontAlgn="base">
              <a:spcBef>
                <a:spcPts val="1200"/>
              </a:spcBef>
              <a:spcAft>
                <a:spcPct val="0"/>
              </a:spcAft>
              <a:buFont typeface="+mj-lt"/>
              <a:buAutoNum type="arabicPeriod"/>
            </a:pPr>
            <a:r>
              <a:rPr lang="en-US" sz="1200" dirty="0">
                <a:solidFill>
                  <a:schemeClr val="tx1"/>
                </a:solidFill>
                <a:ea typeface="Segoe UI" panose="020B0502040204020203" pitchFamily="34" charset="0"/>
                <a:cs typeface="Segoe UI" panose="020B0502040204020203" pitchFamily="34" charset="0"/>
              </a:rPr>
              <a:t>Next click the Home tab, and then on the “</a:t>
            </a:r>
            <a:r>
              <a:rPr lang="en-US" sz="1200" b="1" dirty="0">
                <a:solidFill>
                  <a:schemeClr val="tx1"/>
                </a:solidFill>
                <a:cs typeface="Segoe UI" panose="020B0502040204020203" pitchFamily="34" charset="0"/>
              </a:rPr>
              <a:t>Decrease List level</a:t>
            </a:r>
            <a:r>
              <a:rPr lang="en-US" sz="1200" dirty="0">
                <a:solidFill>
                  <a:schemeClr val="tx1"/>
                </a:solidFill>
                <a:ea typeface="Segoe UI" panose="020B0502040204020203" pitchFamily="34" charset="0"/>
                <a:cs typeface="Segoe UI" panose="020B0502040204020203" pitchFamily="34" charset="0"/>
              </a:rPr>
              <a:t>” tool. Notice how the line moves up one level.</a:t>
            </a:r>
          </a:p>
          <a:p>
            <a:pPr marL="294732" indent="-239672" defTabSz="932472" fontAlgn="base">
              <a:spcBef>
                <a:spcPts val="1200"/>
              </a:spcBef>
              <a:spcAft>
                <a:spcPct val="0"/>
              </a:spcAft>
              <a:buFont typeface="+mj-lt"/>
              <a:buAutoNum type="arabicPeriod"/>
            </a:pPr>
            <a:r>
              <a:rPr lang="en-US" sz="1200" dirty="0">
                <a:solidFill>
                  <a:schemeClr val="tx1"/>
                </a:solidFill>
                <a:ea typeface="Segoe UI" panose="020B0502040204020203" pitchFamily="34" charset="0"/>
                <a:cs typeface="Segoe UI" panose="020B0502040204020203" pitchFamily="34" charset="0"/>
              </a:rPr>
              <a:t>Now try placing your cursor in one of the top  “Main topic…” line of text. Click the “</a:t>
            </a:r>
            <a:r>
              <a:rPr lang="en-US" sz="1200" b="1" dirty="0">
                <a:solidFill>
                  <a:schemeClr val="tx1"/>
                </a:solidFill>
                <a:cs typeface="Segoe UI" panose="020B0502040204020203" pitchFamily="34" charset="0"/>
              </a:rPr>
              <a:t>Increase List Level</a:t>
            </a:r>
            <a:r>
              <a:rPr lang="en-US" sz="1200" dirty="0">
                <a:solidFill>
                  <a:schemeClr val="tx1"/>
                </a:solidFill>
                <a:ea typeface="Segoe UI" panose="020B0502040204020203" pitchFamily="34" charset="0"/>
                <a:cs typeface="Segoe UI" panose="020B0502040204020203" pitchFamily="34" charset="0"/>
              </a:rPr>
              <a:t>” tool and see how the text is pushed in one level.</a:t>
            </a:r>
          </a:p>
          <a:p>
            <a:pPr defTabSz="932472" fontAlgn="base">
              <a:spcBef>
                <a:spcPts val="1200"/>
              </a:spcBef>
              <a:spcAft>
                <a:spcPct val="0"/>
              </a:spcAft>
            </a:pPr>
            <a:r>
              <a:rPr lang="en-US" sz="1200" dirty="0">
                <a:solidFill>
                  <a:schemeClr val="tx1"/>
                </a:solidFill>
                <a:ea typeface="Segoe UI" panose="020B0502040204020203" pitchFamily="34" charset="0"/>
                <a:cs typeface="Segoe UI" panose="020B0502040204020203" pitchFamily="34" charset="0"/>
              </a:rPr>
              <a:t>Use these 2 tools to adjust your text levels as you work</a:t>
            </a:r>
          </a:p>
        </p:txBody>
      </p:sp>
    </p:spTree>
    <p:extLst>
      <p:ext uri="{BB962C8B-B14F-4D97-AF65-F5344CB8AC3E}">
        <p14:creationId xmlns:p14="http://schemas.microsoft.com/office/powerpoint/2010/main" val="179370692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Title 46">
            <a:extLst>
              <a:ext uri="{FF2B5EF4-FFF2-40B4-BE49-F238E27FC236}">
                <a16:creationId xmlns:a16="http://schemas.microsoft.com/office/drawing/2014/main" id="{1F301958-DE5F-4AB2-97F9-69B1699A128E}"/>
              </a:ext>
            </a:extLst>
          </p:cNvPr>
          <p:cNvSpPr>
            <a:spLocks noGrp="1"/>
          </p:cNvSpPr>
          <p:nvPr>
            <p:ph type="title"/>
          </p:nvPr>
        </p:nvSpPr>
        <p:spPr/>
        <p:txBody>
          <a:bodyPr/>
          <a:lstStyle/>
          <a:p>
            <a:r>
              <a:rPr lang="en-US" dirty="0"/>
              <a:t>Two text columns with subheads</a:t>
            </a:r>
          </a:p>
        </p:txBody>
      </p:sp>
      <p:sp>
        <p:nvSpPr>
          <p:cNvPr id="6" name="Text Placeholder 5">
            <a:extLst>
              <a:ext uri="{FF2B5EF4-FFF2-40B4-BE49-F238E27FC236}">
                <a16:creationId xmlns:a16="http://schemas.microsoft.com/office/drawing/2014/main" id="{7FADB5E4-83CF-47EF-AC04-3689C7951EBE}"/>
              </a:ext>
            </a:extLst>
          </p:cNvPr>
          <p:cNvSpPr>
            <a:spLocks noGrp="1"/>
          </p:cNvSpPr>
          <p:nvPr>
            <p:ph type="body" sz="quarter" idx="16"/>
          </p:nvPr>
        </p:nvSpPr>
        <p:spPr/>
        <p:txBody>
          <a:bodyPr/>
          <a:lstStyle/>
          <a:p>
            <a:r>
              <a:rPr lang="en-US" dirty="0"/>
              <a:t>Add a subhead here</a:t>
            </a:r>
          </a:p>
        </p:txBody>
      </p:sp>
      <p:sp>
        <p:nvSpPr>
          <p:cNvPr id="4" name="Text Placeholder 3">
            <a:extLst>
              <a:ext uri="{FF2B5EF4-FFF2-40B4-BE49-F238E27FC236}">
                <a16:creationId xmlns:a16="http://schemas.microsoft.com/office/drawing/2014/main" id="{C48A2588-DEEF-4466-B489-C48555FD0A80}"/>
              </a:ext>
            </a:extLst>
          </p:cNvPr>
          <p:cNvSpPr>
            <a:spLocks noGrp="1"/>
          </p:cNvSpPr>
          <p:nvPr>
            <p:ph type="body" sz="quarter" idx="14"/>
          </p:nvPr>
        </p:nvSpPr>
        <p:spPr>
          <a:xfrm>
            <a:off x="584200" y="2084388"/>
            <a:ext cx="5219700" cy="1994392"/>
          </a:xfrm>
        </p:spPr>
        <p:txBody>
          <a:bodyPr/>
          <a:lstStyle/>
          <a:p>
            <a:r>
              <a:rPr lang="en-US" dirty="0"/>
              <a:t>This placeholder is designed with bulleted text</a:t>
            </a:r>
          </a:p>
          <a:p>
            <a:r>
              <a:rPr lang="en-US" dirty="0"/>
              <a:t>It’s easy to remove bullets </a:t>
            </a:r>
          </a:p>
          <a:p>
            <a:r>
              <a:rPr lang="en-US" dirty="0"/>
              <a:t>Select the text, then on the Home menu, click the bullet list icon</a:t>
            </a:r>
          </a:p>
        </p:txBody>
      </p:sp>
      <p:sp>
        <p:nvSpPr>
          <p:cNvPr id="12" name="Text Placeholder 11">
            <a:extLst>
              <a:ext uri="{FF2B5EF4-FFF2-40B4-BE49-F238E27FC236}">
                <a16:creationId xmlns:a16="http://schemas.microsoft.com/office/drawing/2014/main" id="{3080DA2C-210D-4425-AD02-4BE53C4F28FA}"/>
              </a:ext>
            </a:extLst>
          </p:cNvPr>
          <p:cNvSpPr>
            <a:spLocks noGrp="1"/>
          </p:cNvSpPr>
          <p:nvPr>
            <p:ph type="body" sz="quarter" idx="17"/>
          </p:nvPr>
        </p:nvSpPr>
        <p:spPr/>
        <p:txBody>
          <a:bodyPr/>
          <a:lstStyle/>
          <a:p>
            <a:r>
              <a:rPr lang="en-US" dirty="0"/>
              <a:t>Add a second subhead here</a:t>
            </a:r>
          </a:p>
        </p:txBody>
      </p:sp>
      <p:sp>
        <p:nvSpPr>
          <p:cNvPr id="5" name="Text Placeholder 4">
            <a:extLst>
              <a:ext uri="{FF2B5EF4-FFF2-40B4-BE49-F238E27FC236}">
                <a16:creationId xmlns:a16="http://schemas.microsoft.com/office/drawing/2014/main" id="{856881EA-0B91-4897-8A3A-ED859EA8E9F5}"/>
              </a:ext>
            </a:extLst>
          </p:cNvPr>
          <p:cNvSpPr>
            <a:spLocks noGrp="1"/>
          </p:cNvSpPr>
          <p:nvPr>
            <p:ph type="body" sz="quarter" idx="15"/>
          </p:nvPr>
        </p:nvSpPr>
        <p:spPr>
          <a:xfrm>
            <a:off x="6397625" y="2084388"/>
            <a:ext cx="5219700" cy="1625060"/>
          </a:xfrm>
        </p:spPr>
        <p:txBody>
          <a:bodyPr/>
          <a:lstStyle/>
          <a:p>
            <a:r>
              <a:rPr lang="en-US" dirty="0"/>
              <a:t>Keep the top edge of text blocks aligned</a:t>
            </a:r>
          </a:p>
          <a:p>
            <a:r>
              <a:rPr lang="en-US" dirty="0"/>
              <a:t>More text</a:t>
            </a:r>
          </a:p>
          <a:p>
            <a:r>
              <a:rPr lang="en-US" dirty="0"/>
              <a:t>More text</a:t>
            </a:r>
          </a:p>
        </p:txBody>
      </p:sp>
    </p:spTree>
    <p:extLst>
      <p:ext uri="{BB962C8B-B14F-4D97-AF65-F5344CB8AC3E}">
        <p14:creationId xmlns:p14="http://schemas.microsoft.com/office/powerpoint/2010/main" val="42370148"/>
      </p:ext>
    </p:extLst>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Title 46">
            <a:extLst>
              <a:ext uri="{FF2B5EF4-FFF2-40B4-BE49-F238E27FC236}">
                <a16:creationId xmlns:a16="http://schemas.microsoft.com/office/drawing/2014/main" id="{1F301958-DE5F-4AB2-97F9-69B1699A128E}"/>
              </a:ext>
            </a:extLst>
          </p:cNvPr>
          <p:cNvSpPr>
            <a:spLocks noGrp="1"/>
          </p:cNvSpPr>
          <p:nvPr>
            <p:ph type="title"/>
          </p:nvPr>
        </p:nvSpPr>
        <p:spPr/>
        <p:txBody>
          <a:bodyPr/>
          <a:lstStyle/>
          <a:p>
            <a:r>
              <a:rPr lang="en-US" dirty="0"/>
              <a:t>Three text columns with subheads</a:t>
            </a:r>
          </a:p>
        </p:txBody>
      </p:sp>
      <p:sp>
        <p:nvSpPr>
          <p:cNvPr id="6" name="Text Placeholder 5">
            <a:extLst>
              <a:ext uri="{FF2B5EF4-FFF2-40B4-BE49-F238E27FC236}">
                <a16:creationId xmlns:a16="http://schemas.microsoft.com/office/drawing/2014/main" id="{7FADB5E4-83CF-47EF-AC04-3689C7951EBE}"/>
              </a:ext>
            </a:extLst>
          </p:cNvPr>
          <p:cNvSpPr>
            <a:spLocks noGrp="1"/>
          </p:cNvSpPr>
          <p:nvPr>
            <p:ph type="body" sz="quarter" idx="16"/>
          </p:nvPr>
        </p:nvSpPr>
        <p:spPr>
          <a:xfrm>
            <a:off x="585217" y="1438275"/>
            <a:ext cx="3264408" cy="738664"/>
          </a:xfrm>
        </p:spPr>
        <p:txBody>
          <a:bodyPr/>
          <a:lstStyle/>
          <a:p>
            <a:r>
              <a:rPr lang="en-US" dirty="0"/>
              <a:t>Space for a two-line subhead here</a:t>
            </a:r>
          </a:p>
        </p:txBody>
      </p:sp>
      <p:sp>
        <p:nvSpPr>
          <p:cNvPr id="4" name="Text Placeholder 3">
            <a:extLst>
              <a:ext uri="{FF2B5EF4-FFF2-40B4-BE49-F238E27FC236}">
                <a16:creationId xmlns:a16="http://schemas.microsoft.com/office/drawing/2014/main" id="{C48A2588-DEEF-4466-B489-C48555FD0A80}"/>
              </a:ext>
            </a:extLst>
          </p:cNvPr>
          <p:cNvSpPr>
            <a:spLocks noGrp="1"/>
          </p:cNvSpPr>
          <p:nvPr>
            <p:ph type="body" sz="quarter" idx="14"/>
          </p:nvPr>
        </p:nvSpPr>
        <p:spPr>
          <a:xfrm>
            <a:off x="585217" y="2390775"/>
            <a:ext cx="3264408" cy="1969770"/>
          </a:xfrm>
        </p:spPr>
        <p:txBody>
          <a:bodyPr/>
          <a:lstStyle/>
          <a:p>
            <a:r>
              <a:rPr lang="en-US" dirty="0"/>
              <a:t>This placeholder is designed with bulleted text</a:t>
            </a:r>
          </a:p>
          <a:p>
            <a:r>
              <a:rPr lang="en-US" dirty="0"/>
              <a:t>It’s easy to remove bullets</a:t>
            </a:r>
          </a:p>
          <a:p>
            <a:r>
              <a:rPr lang="en-US" dirty="0"/>
              <a:t>Select the text, then on the Home menu, click the bullet list icon</a:t>
            </a:r>
          </a:p>
        </p:txBody>
      </p:sp>
      <p:sp>
        <p:nvSpPr>
          <p:cNvPr id="7" name="Text Placeholder 6">
            <a:extLst>
              <a:ext uri="{FF2B5EF4-FFF2-40B4-BE49-F238E27FC236}">
                <a16:creationId xmlns:a16="http://schemas.microsoft.com/office/drawing/2014/main" id="{72586467-7936-4E76-9180-189FF966B546}"/>
              </a:ext>
            </a:extLst>
          </p:cNvPr>
          <p:cNvSpPr>
            <a:spLocks noGrp="1"/>
          </p:cNvSpPr>
          <p:nvPr>
            <p:ph type="body" sz="quarter" idx="17"/>
          </p:nvPr>
        </p:nvSpPr>
        <p:spPr>
          <a:xfrm>
            <a:off x="4463796" y="1438275"/>
            <a:ext cx="3264408" cy="738664"/>
          </a:xfrm>
        </p:spPr>
        <p:txBody>
          <a:bodyPr/>
          <a:lstStyle/>
          <a:p>
            <a:r>
              <a:rPr lang="en-US" dirty="0"/>
              <a:t>Wrap short </a:t>
            </a:r>
          </a:p>
          <a:p>
            <a:r>
              <a:rPr lang="en-US" dirty="0"/>
              <a:t>subheads</a:t>
            </a:r>
          </a:p>
        </p:txBody>
      </p:sp>
      <p:sp>
        <p:nvSpPr>
          <p:cNvPr id="5" name="Text Placeholder 4">
            <a:extLst>
              <a:ext uri="{FF2B5EF4-FFF2-40B4-BE49-F238E27FC236}">
                <a16:creationId xmlns:a16="http://schemas.microsoft.com/office/drawing/2014/main" id="{856881EA-0B91-4897-8A3A-ED859EA8E9F5}"/>
              </a:ext>
            </a:extLst>
          </p:cNvPr>
          <p:cNvSpPr>
            <a:spLocks noGrp="1"/>
          </p:cNvSpPr>
          <p:nvPr>
            <p:ph type="body" sz="quarter" idx="15"/>
          </p:nvPr>
        </p:nvSpPr>
        <p:spPr>
          <a:xfrm>
            <a:off x="4463796" y="2384135"/>
            <a:ext cx="3264408" cy="1354217"/>
          </a:xfrm>
        </p:spPr>
        <p:txBody>
          <a:bodyPr/>
          <a:lstStyle/>
          <a:p>
            <a:r>
              <a:rPr lang="en-US" dirty="0"/>
              <a:t>Keep the top edge of text blocks aligned</a:t>
            </a:r>
          </a:p>
          <a:p>
            <a:r>
              <a:rPr lang="en-US" dirty="0"/>
              <a:t>More text</a:t>
            </a:r>
          </a:p>
          <a:p>
            <a:r>
              <a:rPr lang="en-US" dirty="0"/>
              <a:t>More text</a:t>
            </a:r>
          </a:p>
        </p:txBody>
      </p:sp>
      <p:sp>
        <p:nvSpPr>
          <p:cNvPr id="14" name="Text Placeholder 13">
            <a:extLst>
              <a:ext uri="{FF2B5EF4-FFF2-40B4-BE49-F238E27FC236}">
                <a16:creationId xmlns:a16="http://schemas.microsoft.com/office/drawing/2014/main" id="{12F57858-903C-46A9-9906-73E81D0FC7B7}"/>
              </a:ext>
            </a:extLst>
          </p:cNvPr>
          <p:cNvSpPr>
            <a:spLocks noGrp="1"/>
          </p:cNvSpPr>
          <p:nvPr>
            <p:ph type="body" sz="quarter" idx="18"/>
          </p:nvPr>
        </p:nvSpPr>
        <p:spPr/>
        <p:txBody>
          <a:bodyPr/>
          <a:lstStyle/>
          <a:p>
            <a:r>
              <a:rPr lang="en-US" dirty="0"/>
              <a:t>Adjust lower text </a:t>
            </a:r>
            <a:br>
              <a:rPr lang="en-US" dirty="0"/>
            </a:br>
            <a:r>
              <a:rPr lang="en-US" dirty="0"/>
              <a:t>blocks up or down</a:t>
            </a:r>
          </a:p>
        </p:txBody>
      </p:sp>
      <p:sp>
        <p:nvSpPr>
          <p:cNvPr id="15" name="Text Placeholder 14">
            <a:extLst>
              <a:ext uri="{FF2B5EF4-FFF2-40B4-BE49-F238E27FC236}">
                <a16:creationId xmlns:a16="http://schemas.microsoft.com/office/drawing/2014/main" id="{2FF092BA-E74B-41E0-B979-21F5F7022827}"/>
              </a:ext>
            </a:extLst>
          </p:cNvPr>
          <p:cNvSpPr>
            <a:spLocks noGrp="1"/>
          </p:cNvSpPr>
          <p:nvPr>
            <p:ph type="body" sz="quarter" idx="19"/>
          </p:nvPr>
        </p:nvSpPr>
        <p:spPr>
          <a:xfrm>
            <a:off x="8342375" y="2390775"/>
            <a:ext cx="3264408" cy="1354217"/>
          </a:xfrm>
        </p:spPr>
        <p:txBody>
          <a:bodyPr/>
          <a:lstStyle/>
          <a:p>
            <a:r>
              <a:rPr lang="en-US" dirty="0"/>
              <a:t>Keep the top edge of text blocks aligned</a:t>
            </a:r>
          </a:p>
          <a:p>
            <a:r>
              <a:rPr lang="en-US" dirty="0"/>
              <a:t>More text</a:t>
            </a:r>
          </a:p>
          <a:p>
            <a:r>
              <a:rPr lang="en-US" dirty="0"/>
              <a:t>More text</a:t>
            </a:r>
          </a:p>
        </p:txBody>
      </p:sp>
    </p:spTree>
    <p:extLst>
      <p:ext uri="{BB962C8B-B14F-4D97-AF65-F5344CB8AC3E}">
        <p14:creationId xmlns:p14="http://schemas.microsoft.com/office/powerpoint/2010/main" val="2893538141"/>
      </p:ext>
    </p:extLst>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Title 46">
            <a:extLst>
              <a:ext uri="{FF2B5EF4-FFF2-40B4-BE49-F238E27FC236}">
                <a16:creationId xmlns:a16="http://schemas.microsoft.com/office/drawing/2014/main" id="{1F301958-DE5F-4AB2-97F9-69B1699A128E}"/>
              </a:ext>
            </a:extLst>
          </p:cNvPr>
          <p:cNvSpPr>
            <a:spLocks noGrp="1"/>
          </p:cNvSpPr>
          <p:nvPr>
            <p:ph type="title"/>
          </p:nvPr>
        </p:nvSpPr>
        <p:spPr/>
        <p:txBody>
          <a:bodyPr/>
          <a:lstStyle/>
          <a:p>
            <a:r>
              <a:rPr lang="en-US" dirty="0"/>
              <a:t>Four text columns with subheads</a:t>
            </a:r>
          </a:p>
        </p:txBody>
      </p:sp>
      <p:sp>
        <p:nvSpPr>
          <p:cNvPr id="6" name="Text Placeholder 5">
            <a:extLst>
              <a:ext uri="{FF2B5EF4-FFF2-40B4-BE49-F238E27FC236}">
                <a16:creationId xmlns:a16="http://schemas.microsoft.com/office/drawing/2014/main" id="{7FADB5E4-83CF-47EF-AC04-3689C7951EBE}"/>
              </a:ext>
            </a:extLst>
          </p:cNvPr>
          <p:cNvSpPr>
            <a:spLocks noGrp="1"/>
          </p:cNvSpPr>
          <p:nvPr>
            <p:ph type="body" sz="quarter" idx="16"/>
          </p:nvPr>
        </p:nvSpPr>
        <p:spPr/>
        <p:txBody>
          <a:bodyPr/>
          <a:lstStyle/>
          <a:p>
            <a:r>
              <a:rPr lang="en-US" dirty="0"/>
              <a:t>Space for a two-line subhead here</a:t>
            </a:r>
          </a:p>
        </p:txBody>
      </p:sp>
      <p:sp>
        <p:nvSpPr>
          <p:cNvPr id="4" name="Text Placeholder 3">
            <a:extLst>
              <a:ext uri="{FF2B5EF4-FFF2-40B4-BE49-F238E27FC236}">
                <a16:creationId xmlns:a16="http://schemas.microsoft.com/office/drawing/2014/main" id="{C48A2588-DEEF-4466-B489-C48555FD0A80}"/>
              </a:ext>
            </a:extLst>
          </p:cNvPr>
          <p:cNvSpPr>
            <a:spLocks noGrp="1"/>
          </p:cNvSpPr>
          <p:nvPr>
            <p:ph type="body" sz="quarter" idx="14"/>
          </p:nvPr>
        </p:nvSpPr>
        <p:spPr>
          <a:xfrm>
            <a:off x="584200" y="2283115"/>
            <a:ext cx="2532063" cy="2326791"/>
          </a:xfrm>
        </p:spPr>
        <p:txBody>
          <a:bodyPr/>
          <a:lstStyle/>
          <a:p>
            <a:r>
              <a:rPr lang="en-US" dirty="0"/>
              <a:t>This placeholder is designed with bulleted text</a:t>
            </a:r>
          </a:p>
          <a:p>
            <a:r>
              <a:rPr lang="en-US" dirty="0"/>
              <a:t>It’s easy to remove bullets</a:t>
            </a:r>
          </a:p>
          <a:p>
            <a:r>
              <a:rPr lang="en-US" dirty="0"/>
              <a:t>Select the text, then on the Home menu, click the bullet list icon</a:t>
            </a:r>
          </a:p>
        </p:txBody>
      </p:sp>
      <p:sp>
        <p:nvSpPr>
          <p:cNvPr id="7" name="Text Placeholder 6">
            <a:extLst>
              <a:ext uri="{FF2B5EF4-FFF2-40B4-BE49-F238E27FC236}">
                <a16:creationId xmlns:a16="http://schemas.microsoft.com/office/drawing/2014/main" id="{72586467-7936-4E76-9180-189FF966B546}"/>
              </a:ext>
            </a:extLst>
          </p:cNvPr>
          <p:cNvSpPr>
            <a:spLocks noGrp="1"/>
          </p:cNvSpPr>
          <p:nvPr>
            <p:ph type="body" sz="quarter" idx="17"/>
          </p:nvPr>
        </p:nvSpPr>
        <p:spPr/>
        <p:txBody>
          <a:bodyPr/>
          <a:lstStyle/>
          <a:p>
            <a:r>
              <a:rPr lang="en-US" dirty="0"/>
              <a:t>Wrap short </a:t>
            </a:r>
          </a:p>
          <a:p>
            <a:r>
              <a:rPr lang="en-US" dirty="0"/>
              <a:t>subheads</a:t>
            </a:r>
          </a:p>
        </p:txBody>
      </p:sp>
      <p:sp>
        <p:nvSpPr>
          <p:cNvPr id="5" name="Text Placeholder 4">
            <a:extLst>
              <a:ext uri="{FF2B5EF4-FFF2-40B4-BE49-F238E27FC236}">
                <a16:creationId xmlns:a16="http://schemas.microsoft.com/office/drawing/2014/main" id="{856881EA-0B91-4897-8A3A-ED859EA8E9F5}"/>
              </a:ext>
            </a:extLst>
          </p:cNvPr>
          <p:cNvSpPr>
            <a:spLocks noGrp="1"/>
          </p:cNvSpPr>
          <p:nvPr>
            <p:ph type="body" sz="quarter" idx="15"/>
          </p:nvPr>
        </p:nvSpPr>
        <p:spPr>
          <a:xfrm>
            <a:off x="3413125" y="2276475"/>
            <a:ext cx="2532063" cy="1218795"/>
          </a:xfrm>
        </p:spPr>
        <p:txBody>
          <a:bodyPr/>
          <a:lstStyle/>
          <a:p>
            <a:r>
              <a:rPr lang="en-US" dirty="0"/>
              <a:t>Keep the top edge of text blocks aligned</a:t>
            </a:r>
          </a:p>
          <a:p>
            <a:r>
              <a:rPr lang="en-US" dirty="0"/>
              <a:t>More text</a:t>
            </a:r>
          </a:p>
          <a:p>
            <a:r>
              <a:rPr lang="en-US" dirty="0"/>
              <a:t>More text</a:t>
            </a:r>
          </a:p>
        </p:txBody>
      </p:sp>
      <p:sp>
        <p:nvSpPr>
          <p:cNvPr id="14" name="Text Placeholder 13">
            <a:extLst>
              <a:ext uri="{FF2B5EF4-FFF2-40B4-BE49-F238E27FC236}">
                <a16:creationId xmlns:a16="http://schemas.microsoft.com/office/drawing/2014/main" id="{12F57858-903C-46A9-9906-73E81D0FC7B7}"/>
              </a:ext>
            </a:extLst>
          </p:cNvPr>
          <p:cNvSpPr>
            <a:spLocks noGrp="1"/>
          </p:cNvSpPr>
          <p:nvPr>
            <p:ph type="body" sz="quarter" idx="18"/>
          </p:nvPr>
        </p:nvSpPr>
        <p:spPr/>
        <p:txBody>
          <a:bodyPr/>
          <a:lstStyle/>
          <a:p>
            <a:r>
              <a:rPr lang="en-US" dirty="0"/>
              <a:t>Consistent line </a:t>
            </a:r>
            <a:br>
              <a:rPr lang="en-US" dirty="0"/>
            </a:br>
            <a:r>
              <a:rPr lang="en-US" dirty="0"/>
              <a:t>wraps look better</a:t>
            </a:r>
          </a:p>
        </p:txBody>
      </p:sp>
      <p:sp>
        <p:nvSpPr>
          <p:cNvPr id="15" name="Text Placeholder 14">
            <a:extLst>
              <a:ext uri="{FF2B5EF4-FFF2-40B4-BE49-F238E27FC236}">
                <a16:creationId xmlns:a16="http://schemas.microsoft.com/office/drawing/2014/main" id="{2FF092BA-E74B-41E0-B979-21F5F7022827}"/>
              </a:ext>
            </a:extLst>
          </p:cNvPr>
          <p:cNvSpPr>
            <a:spLocks noGrp="1"/>
          </p:cNvSpPr>
          <p:nvPr>
            <p:ph type="body" sz="quarter" idx="19"/>
          </p:nvPr>
        </p:nvSpPr>
        <p:spPr>
          <a:xfrm>
            <a:off x="6243638" y="2282825"/>
            <a:ext cx="2532062" cy="1218795"/>
          </a:xfrm>
        </p:spPr>
        <p:txBody>
          <a:bodyPr/>
          <a:lstStyle/>
          <a:p>
            <a:r>
              <a:rPr lang="en-US" dirty="0"/>
              <a:t>Keep the top edge of text blocks aligned</a:t>
            </a:r>
          </a:p>
          <a:p>
            <a:r>
              <a:rPr lang="en-US" dirty="0"/>
              <a:t>More text</a:t>
            </a:r>
          </a:p>
          <a:p>
            <a:r>
              <a:rPr lang="en-US" dirty="0"/>
              <a:t>More text</a:t>
            </a:r>
          </a:p>
        </p:txBody>
      </p:sp>
      <p:sp>
        <p:nvSpPr>
          <p:cNvPr id="16" name="Text Placeholder 15">
            <a:extLst>
              <a:ext uri="{FF2B5EF4-FFF2-40B4-BE49-F238E27FC236}">
                <a16:creationId xmlns:a16="http://schemas.microsoft.com/office/drawing/2014/main" id="{3BD63C8E-5E9F-481E-B5AB-59481AA4EE2D}"/>
              </a:ext>
            </a:extLst>
          </p:cNvPr>
          <p:cNvSpPr>
            <a:spLocks noGrp="1"/>
          </p:cNvSpPr>
          <p:nvPr>
            <p:ph type="body" sz="quarter" idx="20"/>
          </p:nvPr>
        </p:nvSpPr>
        <p:spPr/>
        <p:txBody>
          <a:bodyPr/>
          <a:lstStyle/>
          <a:p>
            <a:r>
              <a:rPr lang="en-US" dirty="0"/>
              <a:t>Adjust lower text up or down as needed</a:t>
            </a:r>
          </a:p>
        </p:txBody>
      </p:sp>
      <p:sp>
        <p:nvSpPr>
          <p:cNvPr id="17" name="Text Placeholder 16">
            <a:extLst>
              <a:ext uri="{FF2B5EF4-FFF2-40B4-BE49-F238E27FC236}">
                <a16:creationId xmlns:a16="http://schemas.microsoft.com/office/drawing/2014/main" id="{3D3596B4-05D2-428D-BC8E-D18CB32B42AF}"/>
              </a:ext>
            </a:extLst>
          </p:cNvPr>
          <p:cNvSpPr>
            <a:spLocks noGrp="1"/>
          </p:cNvSpPr>
          <p:nvPr>
            <p:ph type="body" sz="quarter" idx="21"/>
          </p:nvPr>
        </p:nvSpPr>
        <p:spPr>
          <a:xfrm>
            <a:off x="9072563" y="2276475"/>
            <a:ext cx="2532062" cy="1218795"/>
          </a:xfrm>
        </p:spPr>
        <p:txBody>
          <a:bodyPr/>
          <a:lstStyle/>
          <a:p>
            <a:r>
              <a:rPr lang="en-US" dirty="0"/>
              <a:t>Keep the top edge of text blocks aligned</a:t>
            </a:r>
          </a:p>
          <a:p>
            <a:r>
              <a:rPr lang="en-US" dirty="0"/>
              <a:t>More text</a:t>
            </a:r>
          </a:p>
          <a:p>
            <a:r>
              <a:rPr lang="en-US" dirty="0"/>
              <a:t>More text</a:t>
            </a:r>
          </a:p>
        </p:txBody>
      </p:sp>
    </p:spTree>
    <p:extLst>
      <p:ext uri="{BB962C8B-B14F-4D97-AF65-F5344CB8AC3E}">
        <p14:creationId xmlns:p14="http://schemas.microsoft.com/office/powerpoint/2010/main" val="510793352"/>
      </p:ext>
    </p:extLst>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D18A1E48-C74E-4B7C-95F4-2342DAC963A9}"/>
              </a:ext>
            </a:extLst>
          </p:cNvPr>
          <p:cNvSpPr>
            <a:spLocks noGrp="1"/>
          </p:cNvSpPr>
          <p:nvPr>
            <p:ph type="title"/>
          </p:nvPr>
        </p:nvSpPr>
        <p:spPr/>
        <p:txBody>
          <a:bodyPr/>
          <a:lstStyle/>
          <a:p>
            <a:r>
              <a:rPr lang="en-US" dirty="0"/>
              <a:t>Title square photo layout</a:t>
            </a:r>
          </a:p>
        </p:txBody>
      </p:sp>
      <p:sp>
        <p:nvSpPr>
          <p:cNvPr id="3" name="Text Placeholder 2">
            <a:extLst>
              <a:ext uri="{FF2B5EF4-FFF2-40B4-BE49-F238E27FC236}">
                <a16:creationId xmlns:a16="http://schemas.microsoft.com/office/drawing/2014/main" id="{EB03E4EA-274B-4BE4-9A52-00B5B2697A08}"/>
              </a:ext>
            </a:extLst>
          </p:cNvPr>
          <p:cNvSpPr>
            <a:spLocks noGrp="1"/>
          </p:cNvSpPr>
          <p:nvPr>
            <p:ph type="body" sz="quarter" idx="10"/>
          </p:nvPr>
        </p:nvSpPr>
        <p:spPr/>
        <p:txBody>
          <a:bodyPr/>
          <a:lstStyle/>
          <a:p>
            <a:r>
              <a:rPr lang="en-US" dirty="0"/>
              <a:t>Smaller text</a:t>
            </a:r>
          </a:p>
        </p:txBody>
      </p:sp>
      <p:sp>
        <p:nvSpPr>
          <p:cNvPr id="6" name="Picture Placeholder 5" descr="This photo is a 'placeholder' only. Drag or drop your photo here, or click and tap the center to insert a photo.">
            <a:extLst>
              <a:ext uri="{FF2B5EF4-FFF2-40B4-BE49-F238E27FC236}">
                <a16:creationId xmlns:a16="http://schemas.microsoft.com/office/drawing/2014/main" id="{90EC379E-CA6F-458B-BB1A-FE53731504E9}"/>
              </a:ext>
            </a:extLst>
          </p:cNvPr>
          <p:cNvSpPr>
            <a:spLocks noGrp="1"/>
          </p:cNvSpPr>
          <p:nvPr>
            <p:ph type="pic" sz="quarter" idx="11"/>
          </p:nvPr>
        </p:nvSpPr>
        <p:spPr/>
        <p:txBody>
          <a:bodyPr/>
          <a:lstStyle/>
          <a:p>
            <a:endParaRPr lang="en-US"/>
          </a:p>
        </p:txBody>
      </p:sp>
    </p:spTree>
    <p:extLst>
      <p:ext uri="{BB962C8B-B14F-4D97-AF65-F5344CB8AC3E}">
        <p14:creationId xmlns:p14="http://schemas.microsoft.com/office/powerpoint/2010/main" val="14906950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D18A1E48-C74E-4B7C-95F4-2342DAC963A9}"/>
              </a:ext>
            </a:extLst>
          </p:cNvPr>
          <p:cNvSpPr>
            <a:spLocks noGrp="1"/>
          </p:cNvSpPr>
          <p:nvPr>
            <p:ph type="title"/>
          </p:nvPr>
        </p:nvSpPr>
        <p:spPr/>
        <p:txBody>
          <a:bodyPr/>
          <a:lstStyle/>
          <a:p>
            <a:r>
              <a:rPr lang="en-US" dirty="0"/>
              <a:t>Square photo layout </a:t>
            </a:r>
          </a:p>
        </p:txBody>
      </p:sp>
      <p:sp>
        <p:nvSpPr>
          <p:cNvPr id="2" name="Picture Placeholder 1" descr="This photo is a 'placeholder' only. Drag or drop your photo here, or click and tap the center to insert a photo.">
            <a:extLst>
              <a:ext uri="{FF2B5EF4-FFF2-40B4-BE49-F238E27FC236}">
                <a16:creationId xmlns:a16="http://schemas.microsoft.com/office/drawing/2014/main" id="{EAE4E439-9990-4EB5-BA7C-DB1E71AEDCD9}"/>
              </a:ext>
            </a:extLst>
          </p:cNvPr>
          <p:cNvSpPr>
            <a:spLocks noGrp="1"/>
          </p:cNvSpPr>
          <p:nvPr>
            <p:ph type="pic" sz="quarter" idx="11"/>
          </p:nvPr>
        </p:nvSpPr>
        <p:spPr/>
        <p:txBody>
          <a:bodyPr/>
          <a:lstStyle/>
          <a:p>
            <a:endParaRPr lang="en-US"/>
          </a:p>
        </p:txBody>
      </p:sp>
    </p:spTree>
    <p:extLst>
      <p:ext uri="{BB962C8B-B14F-4D97-AF65-F5344CB8AC3E}">
        <p14:creationId xmlns:p14="http://schemas.microsoft.com/office/powerpoint/2010/main" val="181166597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D18A1E48-C74E-4B7C-95F4-2342DAC963A9}"/>
              </a:ext>
            </a:extLst>
          </p:cNvPr>
          <p:cNvSpPr>
            <a:spLocks noGrp="1"/>
          </p:cNvSpPr>
          <p:nvPr>
            <p:ph type="title"/>
          </p:nvPr>
        </p:nvSpPr>
        <p:spPr/>
        <p:txBody>
          <a:bodyPr/>
          <a:lstStyle/>
          <a:p>
            <a:r>
              <a:rPr lang="en-US" dirty="0"/>
              <a:t>Two photos side-by-side layout</a:t>
            </a:r>
          </a:p>
        </p:txBody>
      </p:sp>
      <p:sp>
        <p:nvSpPr>
          <p:cNvPr id="4" name="Text Placeholder 3">
            <a:extLst>
              <a:ext uri="{FF2B5EF4-FFF2-40B4-BE49-F238E27FC236}">
                <a16:creationId xmlns:a16="http://schemas.microsoft.com/office/drawing/2014/main" id="{DBFED5CB-0F60-480C-8DFA-C6BECBE03F8D}"/>
              </a:ext>
            </a:extLst>
          </p:cNvPr>
          <p:cNvSpPr>
            <a:spLocks noGrp="1"/>
          </p:cNvSpPr>
          <p:nvPr>
            <p:ph type="body" sz="quarter" idx="16"/>
          </p:nvPr>
        </p:nvSpPr>
        <p:spPr/>
        <p:txBody>
          <a:bodyPr/>
          <a:lstStyle/>
          <a:p>
            <a:r>
              <a:rPr lang="en-US" dirty="0"/>
              <a:t>Click </a:t>
            </a:r>
            <a:r>
              <a:rPr lang="en-US" dirty="0">
                <a:solidFill>
                  <a:schemeClr val="accent1"/>
                </a:solidFill>
              </a:rPr>
              <a:t>Home &gt; Layout </a:t>
            </a:r>
            <a:r>
              <a:rPr lang="en-US" dirty="0"/>
              <a:t>to find more photo layouts</a:t>
            </a:r>
          </a:p>
        </p:txBody>
      </p:sp>
      <p:sp>
        <p:nvSpPr>
          <p:cNvPr id="20" name="Picture Placeholder 19" descr="This photo is a 'placeholder' only. Drag or drop your photo here, or click and tap the center to insert a photo.">
            <a:extLst>
              <a:ext uri="{FF2B5EF4-FFF2-40B4-BE49-F238E27FC236}">
                <a16:creationId xmlns:a16="http://schemas.microsoft.com/office/drawing/2014/main" id="{4C2AF106-638F-4EEC-99B4-EE796C96E11B}"/>
              </a:ext>
            </a:extLst>
          </p:cNvPr>
          <p:cNvSpPr>
            <a:spLocks noGrp="1"/>
          </p:cNvSpPr>
          <p:nvPr>
            <p:ph type="pic" sz="quarter" idx="13"/>
          </p:nvPr>
        </p:nvSpPr>
        <p:spPr/>
        <p:txBody>
          <a:bodyPr/>
          <a:lstStyle/>
          <a:p>
            <a:endParaRPr lang="en-US"/>
          </a:p>
        </p:txBody>
      </p:sp>
      <p:sp>
        <p:nvSpPr>
          <p:cNvPr id="6" name="Text Placeholder 5">
            <a:extLst>
              <a:ext uri="{FF2B5EF4-FFF2-40B4-BE49-F238E27FC236}">
                <a16:creationId xmlns:a16="http://schemas.microsoft.com/office/drawing/2014/main" id="{1B0E91F6-F618-4448-89FB-05078231BEA7}"/>
              </a:ext>
            </a:extLst>
          </p:cNvPr>
          <p:cNvSpPr>
            <a:spLocks noGrp="1"/>
          </p:cNvSpPr>
          <p:nvPr>
            <p:ph type="body" sz="quarter" idx="18"/>
          </p:nvPr>
        </p:nvSpPr>
        <p:spPr/>
        <p:txBody>
          <a:bodyPr/>
          <a:lstStyle/>
          <a:p>
            <a:r>
              <a:rPr lang="en-US" dirty="0"/>
              <a:t>Text placeholder</a:t>
            </a:r>
          </a:p>
        </p:txBody>
      </p:sp>
      <p:sp>
        <p:nvSpPr>
          <p:cNvPr id="21" name="Picture Placeholder 20" descr="This photo is a 'placeholder' only. Drag or drop your photo here, or click and tap the center to insert a photo.">
            <a:extLst>
              <a:ext uri="{FF2B5EF4-FFF2-40B4-BE49-F238E27FC236}">
                <a16:creationId xmlns:a16="http://schemas.microsoft.com/office/drawing/2014/main" id="{C3F13AE1-6DF6-44C8-8E77-DE9482E06DC8}"/>
              </a:ext>
            </a:extLst>
          </p:cNvPr>
          <p:cNvSpPr>
            <a:spLocks noGrp="1"/>
          </p:cNvSpPr>
          <p:nvPr>
            <p:ph type="pic" sz="quarter" idx="15"/>
          </p:nvPr>
        </p:nvSpPr>
        <p:spPr/>
        <p:txBody>
          <a:bodyPr/>
          <a:lstStyle/>
          <a:p>
            <a:endParaRPr lang="en-US"/>
          </a:p>
        </p:txBody>
      </p:sp>
    </p:spTree>
    <p:extLst>
      <p:ext uri="{BB962C8B-B14F-4D97-AF65-F5344CB8AC3E}">
        <p14:creationId xmlns:p14="http://schemas.microsoft.com/office/powerpoint/2010/main" val="4269075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BB51B6F-A6B6-4C5C-87D8-20DB1C857613}"/>
              </a:ext>
            </a:extLst>
          </p:cNvPr>
          <p:cNvSpPr>
            <a:spLocks noGrp="1"/>
          </p:cNvSpPr>
          <p:nvPr>
            <p:ph type="title"/>
          </p:nvPr>
        </p:nvSpPr>
        <p:spPr>
          <a:xfrm>
            <a:off x="588263" y="457200"/>
            <a:ext cx="11018520" cy="553998"/>
          </a:xfrm>
        </p:spPr>
        <p:txBody>
          <a:bodyPr/>
          <a:lstStyle/>
          <a:p>
            <a:r>
              <a:rPr lang="en-US" dirty="0"/>
              <a:t>Three photos layout</a:t>
            </a:r>
          </a:p>
        </p:txBody>
      </p:sp>
      <p:sp>
        <p:nvSpPr>
          <p:cNvPr id="11" name="Text Placeholder 10">
            <a:extLst>
              <a:ext uri="{FF2B5EF4-FFF2-40B4-BE49-F238E27FC236}">
                <a16:creationId xmlns:a16="http://schemas.microsoft.com/office/drawing/2014/main" id="{0CF24D87-8BE8-48F5-A782-AABCF1702CF5}"/>
              </a:ext>
            </a:extLst>
          </p:cNvPr>
          <p:cNvSpPr>
            <a:spLocks noGrp="1"/>
          </p:cNvSpPr>
          <p:nvPr>
            <p:ph type="body" sz="quarter" idx="16"/>
          </p:nvPr>
        </p:nvSpPr>
        <p:spPr>
          <a:xfrm>
            <a:off x="582613" y="5689600"/>
            <a:ext cx="3475037" cy="553998"/>
          </a:xfrm>
        </p:spPr>
        <p:txBody>
          <a:bodyPr/>
          <a:lstStyle/>
          <a:p>
            <a:r>
              <a:rPr lang="en-US" sz="1800" dirty="0"/>
              <a:t>Click </a:t>
            </a:r>
            <a:r>
              <a:rPr lang="en-US" sz="1800" dirty="0">
                <a:solidFill>
                  <a:schemeClr val="accent1"/>
                </a:solidFill>
              </a:rPr>
              <a:t>Home &gt; Layout </a:t>
            </a:r>
            <a:r>
              <a:rPr lang="en-US" sz="1800" dirty="0"/>
              <a:t>to find more photo layouts</a:t>
            </a:r>
            <a:endParaRPr lang="en-US" dirty="0"/>
          </a:p>
        </p:txBody>
      </p:sp>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6B56B57A-5CF7-448F-BC81-137D7A82A0EC}"/>
              </a:ext>
            </a:extLst>
          </p:cNvPr>
          <p:cNvSpPr>
            <a:spLocks noGrp="1"/>
          </p:cNvSpPr>
          <p:nvPr>
            <p:ph type="pic" sz="quarter" idx="13"/>
          </p:nvPr>
        </p:nvSpPr>
        <p:spPr/>
        <p:txBody>
          <a:bodyPr/>
          <a:lstStyle/>
          <a:p>
            <a:endParaRPr lang="en-US"/>
          </a:p>
        </p:txBody>
      </p:sp>
      <p:sp>
        <p:nvSpPr>
          <p:cNvPr id="12" name="Text Placeholder 11">
            <a:extLst>
              <a:ext uri="{FF2B5EF4-FFF2-40B4-BE49-F238E27FC236}">
                <a16:creationId xmlns:a16="http://schemas.microsoft.com/office/drawing/2014/main" id="{42466CB0-8E3A-4B11-BE5B-DB09D902EB09}"/>
              </a:ext>
            </a:extLst>
          </p:cNvPr>
          <p:cNvSpPr>
            <a:spLocks noGrp="1"/>
          </p:cNvSpPr>
          <p:nvPr>
            <p:ph type="body" sz="quarter" idx="17"/>
          </p:nvPr>
        </p:nvSpPr>
        <p:spPr>
          <a:xfrm>
            <a:off x="4358640" y="5689600"/>
            <a:ext cx="3475037" cy="307777"/>
          </a:xfrm>
        </p:spPr>
        <p:txBody>
          <a:bodyPr/>
          <a:lstStyle/>
          <a:p>
            <a:r>
              <a:rPr lang="en-US" dirty="0"/>
              <a:t>Text placeholder</a:t>
            </a:r>
          </a:p>
        </p:txBody>
      </p:sp>
      <p:sp>
        <p:nvSpPr>
          <p:cNvPr id="9" name="Picture Placeholder 8" descr="This photo is a 'placeholder' only. Drag or drop your photo here, or click and tap the center to insert a photo.">
            <a:extLst>
              <a:ext uri="{FF2B5EF4-FFF2-40B4-BE49-F238E27FC236}">
                <a16:creationId xmlns:a16="http://schemas.microsoft.com/office/drawing/2014/main" id="{A078E6D4-B91A-431C-8C2F-A6FD9891FF29}"/>
              </a:ext>
            </a:extLst>
          </p:cNvPr>
          <p:cNvSpPr>
            <a:spLocks noGrp="1"/>
          </p:cNvSpPr>
          <p:nvPr>
            <p:ph type="pic" sz="quarter" idx="14"/>
          </p:nvPr>
        </p:nvSpPr>
        <p:spPr/>
        <p:txBody>
          <a:bodyPr/>
          <a:lstStyle/>
          <a:p>
            <a:endParaRPr lang="en-US"/>
          </a:p>
        </p:txBody>
      </p:sp>
      <p:sp>
        <p:nvSpPr>
          <p:cNvPr id="13" name="Text Placeholder 12">
            <a:extLst>
              <a:ext uri="{FF2B5EF4-FFF2-40B4-BE49-F238E27FC236}">
                <a16:creationId xmlns:a16="http://schemas.microsoft.com/office/drawing/2014/main" id="{062B81A3-15C0-4615-9103-E530FFE58E9B}"/>
              </a:ext>
            </a:extLst>
          </p:cNvPr>
          <p:cNvSpPr>
            <a:spLocks noGrp="1"/>
          </p:cNvSpPr>
          <p:nvPr>
            <p:ph type="body" sz="quarter" idx="18"/>
          </p:nvPr>
        </p:nvSpPr>
        <p:spPr>
          <a:xfrm>
            <a:off x="8134351" y="5689600"/>
            <a:ext cx="3475037" cy="307777"/>
          </a:xfrm>
        </p:spPr>
        <p:txBody>
          <a:bodyPr/>
          <a:lstStyle/>
          <a:p>
            <a:r>
              <a:rPr lang="en-US" dirty="0"/>
              <a:t>Text placeholder</a:t>
            </a:r>
          </a:p>
        </p:txBody>
      </p:sp>
      <p:sp>
        <p:nvSpPr>
          <p:cNvPr id="10" name="Picture Placeholder 9" descr="This photo is a 'placeholder' only. Drag or drop your photo here, or click and tap the center to insert a photo.">
            <a:extLst>
              <a:ext uri="{FF2B5EF4-FFF2-40B4-BE49-F238E27FC236}">
                <a16:creationId xmlns:a16="http://schemas.microsoft.com/office/drawing/2014/main" id="{C3281AC1-12FA-4321-9290-F3FD9C085409}"/>
              </a:ext>
            </a:extLst>
          </p:cNvPr>
          <p:cNvSpPr>
            <a:spLocks noGrp="1"/>
          </p:cNvSpPr>
          <p:nvPr>
            <p:ph type="pic" sz="quarter" idx="15"/>
          </p:nvPr>
        </p:nvSpPr>
        <p:spPr/>
        <p:txBody>
          <a:bodyPr/>
          <a:lstStyle/>
          <a:p>
            <a:endParaRPr lang="en-US"/>
          </a:p>
        </p:txBody>
      </p:sp>
    </p:spTree>
    <p:extLst>
      <p:ext uri="{BB962C8B-B14F-4D97-AF65-F5344CB8AC3E}">
        <p14:creationId xmlns:p14="http://schemas.microsoft.com/office/powerpoint/2010/main" val="123781588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A4E6FC63-1669-41F3-A9A6-39B6FB141690}"/>
              </a:ext>
            </a:extLst>
          </p:cNvPr>
          <p:cNvSpPr>
            <a:spLocks noGrp="1"/>
          </p:cNvSpPr>
          <p:nvPr>
            <p:ph type="title"/>
          </p:nvPr>
        </p:nvSpPr>
        <p:spPr/>
        <p:txBody>
          <a:bodyPr/>
          <a:lstStyle/>
          <a:p>
            <a:r>
              <a:rPr lang="en-US" dirty="0"/>
              <a:t>Four photos layout</a:t>
            </a:r>
          </a:p>
        </p:txBody>
      </p:sp>
      <p:sp>
        <p:nvSpPr>
          <p:cNvPr id="11" name="Text Placeholder 10">
            <a:extLst>
              <a:ext uri="{FF2B5EF4-FFF2-40B4-BE49-F238E27FC236}">
                <a16:creationId xmlns:a16="http://schemas.microsoft.com/office/drawing/2014/main" id="{A209D23C-50F2-48D6-BAA7-3B9D6572CD44}"/>
              </a:ext>
            </a:extLst>
          </p:cNvPr>
          <p:cNvSpPr>
            <a:spLocks noGrp="1"/>
          </p:cNvSpPr>
          <p:nvPr>
            <p:ph type="body" sz="quarter" idx="16"/>
          </p:nvPr>
        </p:nvSpPr>
        <p:spPr>
          <a:xfrm>
            <a:off x="582613" y="4753938"/>
            <a:ext cx="2532888" cy="553998"/>
          </a:xfrm>
        </p:spPr>
        <p:txBody>
          <a:bodyPr/>
          <a:lstStyle/>
          <a:p>
            <a:r>
              <a:rPr lang="en-US" dirty="0"/>
              <a:t>Click </a:t>
            </a:r>
            <a:r>
              <a:rPr lang="en-US" dirty="0">
                <a:solidFill>
                  <a:schemeClr val="accent1"/>
                </a:solidFill>
              </a:rPr>
              <a:t>Home &gt; Layout </a:t>
            </a:r>
            <a:r>
              <a:rPr lang="en-US" dirty="0"/>
              <a:t>to find more photo layouts</a:t>
            </a:r>
          </a:p>
        </p:txBody>
      </p:sp>
      <p:sp>
        <p:nvSpPr>
          <p:cNvPr id="20" name="Picture Placeholder 19" descr="This photo is a 'placeholder' only. Drag or drop your photo here, or click and tap the center to insert a photo.">
            <a:extLst>
              <a:ext uri="{FF2B5EF4-FFF2-40B4-BE49-F238E27FC236}">
                <a16:creationId xmlns:a16="http://schemas.microsoft.com/office/drawing/2014/main" id="{2049E1DB-541D-4841-99DF-7BDAAC55D0D9}"/>
              </a:ext>
            </a:extLst>
          </p:cNvPr>
          <p:cNvSpPr>
            <a:spLocks noGrp="1"/>
          </p:cNvSpPr>
          <p:nvPr>
            <p:ph type="pic" sz="quarter" idx="13"/>
          </p:nvPr>
        </p:nvSpPr>
        <p:spPr/>
        <p:txBody>
          <a:bodyPr/>
          <a:lstStyle/>
          <a:p>
            <a:endParaRPr lang="en-US"/>
          </a:p>
        </p:txBody>
      </p:sp>
      <p:sp>
        <p:nvSpPr>
          <p:cNvPr id="12" name="Text Placeholder 11">
            <a:extLst>
              <a:ext uri="{FF2B5EF4-FFF2-40B4-BE49-F238E27FC236}">
                <a16:creationId xmlns:a16="http://schemas.microsoft.com/office/drawing/2014/main" id="{92F542C4-C40B-41ED-B136-472CCC2DF00E}"/>
              </a:ext>
            </a:extLst>
          </p:cNvPr>
          <p:cNvSpPr>
            <a:spLocks noGrp="1"/>
          </p:cNvSpPr>
          <p:nvPr>
            <p:ph type="body" sz="quarter" idx="17"/>
          </p:nvPr>
        </p:nvSpPr>
        <p:spPr/>
        <p:txBody>
          <a:bodyPr/>
          <a:lstStyle/>
          <a:p>
            <a:r>
              <a:rPr lang="en-US" dirty="0"/>
              <a:t>Text placeholder</a:t>
            </a:r>
          </a:p>
        </p:txBody>
      </p:sp>
      <p:sp>
        <p:nvSpPr>
          <p:cNvPr id="21" name="Picture Placeholder 20" descr="This photo is a 'placeholder' only. Drag or drop your photo here, or click and tap the center to insert a photo.">
            <a:extLst>
              <a:ext uri="{FF2B5EF4-FFF2-40B4-BE49-F238E27FC236}">
                <a16:creationId xmlns:a16="http://schemas.microsoft.com/office/drawing/2014/main" id="{A681818B-F8D9-444E-8707-6ADDD37B2150}"/>
              </a:ext>
            </a:extLst>
          </p:cNvPr>
          <p:cNvSpPr>
            <a:spLocks noGrp="1"/>
          </p:cNvSpPr>
          <p:nvPr>
            <p:ph type="pic" sz="quarter" idx="14"/>
          </p:nvPr>
        </p:nvSpPr>
        <p:spPr/>
        <p:txBody>
          <a:bodyPr/>
          <a:lstStyle/>
          <a:p>
            <a:endParaRPr lang="en-US"/>
          </a:p>
        </p:txBody>
      </p:sp>
      <p:sp>
        <p:nvSpPr>
          <p:cNvPr id="13" name="Text Placeholder 12">
            <a:extLst>
              <a:ext uri="{FF2B5EF4-FFF2-40B4-BE49-F238E27FC236}">
                <a16:creationId xmlns:a16="http://schemas.microsoft.com/office/drawing/2014/main" id="{B43BB8B0-C02C-44E6-A828-FE52984E9278}"/>
              </a:ext>
            </a:extLst>
          </p:cNvPr>
          <p:cNvSpPr>
            <a:spLocks noGrp="1"/>
          </p:cNvSpPr>
          <p:nvPr>
            <p:ph type="body" sz="quarter" idx="18"/>
          </p:nvPr>
        </p:nvSpPr>
        <p:spPr/>
        <p:txBody>
          <a:bodyPr/>
          <a:lstStyle/>
          <a:p>
            <a:r>
              <a:rPr lang="en-US" dirty="0"/>
              <a:t>Text placeholder</a:t>
            </a:r>
          </a:p>
        </p:txBody>
      </p:sp>
      <p:sp>
        <p:nvSpPr>
          <p:cNvPr id="22" name="Picture Placeholder 21" descr="This photo is a 'placeholder' only. Drag or drop your photo here, or click and tap the center to insert a photo.">
            <a:extLst>
              <a:ext uri="{FF2B5EF4-FFF2-40B4-BE49-F238E27FC236}">
                <a16:creationId xmlns:a16="http://schemas.microsoft.com/office/drawing/2014/main" id="{7A7C9DE3-B502-4843-BD13-228FA6856866}"/>
              </a:ext>
            </a:extLst>
          </p:cNvPr>
          <p:cNvSpPr>
            <a:spLocks noGrp="1"/>
          </p:cNvSpPr>
          <p:nvPr>
            <p:ph type="pic" sz="quarter" idx="15"/>
          </p:nvPr>
        </p:nvSpPr>
        <p:spPr/>
        <p:txBody>
          <a:bodyPr/>
          <a:lstStyle/>
          <a:p>
            <a:endParaRPr lang="en-US"/>
          </a:p>
        </p:txBody>
      </p:sp>
      <p:sp>
        <p:nvSpPr>
          <p:cNvPr id="15" name="Text Placeholder 14">
            <a:extLst>
              <a:ext uri="{FF2B5EF4-FFF2-40B4-BE49-F238E27FC236}">
                <a16:creationId xmlns:a16="http://schemas.microsoft.com/office/drawing/2014/main" id="{4A98B624-6FA8-4859-B87B-A01D7E95DB26}"/>
              </a:ext>
            </a:extLst>
          </p:cNvPr>
          <p:cNvSpPr>
            <a:spLocks noGrp="1"/>
          </p:cNvSpPr>
          <p:nvPr>
            <p:ph type="body" sz="quarter" idx="20"/>
          </p:nvPr>
        </p:nvSpPr>
        <p:spPr/>
        <p:txBody>
          <a:bodyPr/>
          <a:lstStyle/>
          <a:p>
            <a:r>
              <a:rPr lang="en-US" dirty="0"/>
              <a:t>Text placeholder</a:t>
            </a:r>
          </a:p>
        </p:txBody>
      </p:sp>
      <p:sp>
        <p:nvSpPr>
          <p:cNvPr id="23" name="Picture Placeholder 22" descr="This photo is a 'placeholder' only. Drag or drop your photo here, or click and tap the center to insert a photo.">
            <a:extLst>
              <a:ext uri="{FF2B5EF4-FFF2-40B4-BE49-F238E27FC236}">
                <a16:creationId xmlns:a16="http://schemas.microsoft.com/office/drawing/2014/main" id="{40D53ACD-897B-4430-8293-4221A7C38F32}"/>
              </a:ext>
            </a:extLst>
          </p:cNvPr>
          <p:cNvSpPr>
            <a:spLocks noGrp="1"/>
          </p:cNvSpPr>
          <p:nvPr>
            <p:ph type="pic" sz="quarter" idx="19"/>
          </p:nvPr>
        </p:nvSpPr>
        <p:spPr/>
        <p:txBody>
          <a:bodyPr/>
          <a:lstStyle/>
          <a:p>
            <a:endParaRPr lang="en-US"/>
          </a:p>
        </p:txBody>
      </p:sp>
    </p:spTree>
    <p:extLst>
      <p:ext uri="{BB962C8B-B14F-4D97-AF65-F5344CB8AC3E}">
        <p14:creationId xmlns:p14="http://schemas.microsoft.com/office/powerpoint/2010/main" val="23347452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37C5296-79C0-4331-A0C7-B785D49DA00B}"/>
              </a:ext>
            </a:extLst>
          </p:cNvPr>
          <p:cNvSpPr>
            <a:spLocks noGrp="1"/>
          </p:cNvSpPr>
          <p:nvPr>
            <p:ph type="title"/>
          </p:nvPr>
        </p:nvSpPr>
        <p:spPr/>
        <p:txBody>
          <a:bodyPr/>
          <a:lstStyle/>
          <a:p>
            <a:r>
              <a:rPr lang="en-US" dirty="0"/>
              <a:t>Four round photos</a:t>
            </a:r>
          </a:p>
        </p:txBody>
      </p:sp>
      <p:sp>
        <p:nvSpPr>
          <p:cNvPr id="2" name="Picture Placeholder 1" descr="This photo is a 'placeholder' only. Drag or drop your photo here, or click and tap the center to insert a photo.">
            <a:extLst>
              <a:ext uri="{FF2B5EF4-FFF2-40B4-BE49-F238E27FC236}">
                <a16:creationId xmlns:a16="http://schemas.microsoft.com/office/drawing/2014/main" id="{D5FF0698-F9CD-4A60-9846-E22BA5E9430C}"/>
              </a:ext>
            </a:extLst>
          </p:cNvPr>
          <p:cNvSpPr>
            <a:spLocks noGrp="1"/>
          </p:cNvSpPr>
          <p:nvPr>
            <p:ph type="pic" sz="quarter" idx="13"/>
          </p:nvPr>
        </p:nvSpPr>
        <p:spPr/>
        <p:txBody>
          <a:bodyPr/>
          <a:lstStyle/>
          <a:p>
            <a:endParaRPr lang="en-US"/>
          </a:p>
        </p:txBody>
      </p:sp>
      <p:sp>
        <p:nvSpPr>
          <p:cNvPr id="5" name="Text Placeholder 4">
            <a:extLst>
              <a:ext uri="{FF2B5EF4-FFF2-40B4-BE49-F238E27FC236}">
                <a16:creationId xmlns:a16="http://schemas.microsoft.com/office/drawing/2014/main" id="{4324CE80-1853-4D92-A57F-E374DD4528B0}"/>
              </a:ext>
            </a:extLst>
          </p:cNvPr>
          <p:cNvSpPr>
            <a:spLocks noGrp="1"/>
          </p:cNvSpPr>
          <p:nvPr>
            <p:ph type="body" sz="quarter" idx="16"/>
          </p:nvPr>
        </p:nvSpPr>
        <p:spPr>
          <a:xfrm>
            <a:off x="584200" y="4800600"/>
            <a:ext cx="2313432" cy="830997"/>
          </a:xfrm>
        </p:spPr>
        <p:txBody>
          <a:bodyPr/>
          <a:lstStyle/>
          <a:p>
            <a:r>
              <a:rPr lang="en-US" dirty="0"/>
              <a:t>Click </a:t>
            </a:r>
            <a:r>
              <a:rPr lang="en-US" dirty="0">
                <a:solidFill>
                  <a:schemeClr val="accent1"/>
                </a:solidFill>
              </a:rPr>
              <a:t>Home &gt; Layout </a:t>
            </a:r>
            <a:r>
              <a:rPr lang="en-US" dirty="0"/>
              <a:t>to find more round photo layouts</a:t>
            </a:r>
          </a:p>
        </p:txBody>
      </p:sp>
      <p:sp>
        <p:nvSpPr>
          <p:cNvPr id="4" name="Picture Placeholder 3" descr="This photo is a 'placeholder' only. Drag or drop your photo here, or click and tap the center to insert a photo.">
            <a:extLst>
              <a:ext uri="{FF2B5EF4-FFF2-40B4-BE49-F238E27FC236}">
                <a16:creationId xmlns:a16="http://schemas.microsoft.com/office/drawing/2014/main" id="{E03FF63D-ACA4-4E2A-B5DA-CB84F40A6E39}"/>
              </a:ext>
            </a:extLst>
          </p:cNvPr>
          <p:cNvSpPr>
            <a:spLocks noGrp="1"/>
          </p:cNvSpPr>
          <p:nvPr>
            <p:ph type="pic" sz="quarter" idx="19"/>
          </p:nvPr>
        </p:nvSpPr>
        <p:spPr/>
        <p:txBody>
          <a:bodyPr/>
          <a:lstStyle/>
          <a:p>
            <a:endParaRPr lang="en-US"/>
          </a:p>
        </p:txBody>
      </p:sp>
      <p:sp>
        <p:nvSpPr>
          <p:cNvPr id="6" name="Text Placeholder 5">
            <a:extLst>
              <a:ext uri="{FF2B5EF4-FFF2-40B4-BE49-F238E27FC236}">
                <a16:creationId xmlns:a16="http://schemas.microsoft.com/office/drawing/2014/main" id="{855C5EC2-5186-491D-A50B-C2D9AED98D4F}"/>
              </a:ext>
            </a:extLst>
          </p:cNvPr>
          <p:cNvSpPr>
            <a:spLocks noGrp="1"/>
          </p:cNvSpPr>
          <p:nvPr>
            <p:ph type="body" sz="quarter" idx="17"/>
          </p:nvPr>
        </p:nvSpPr>
        <p:spPr/>
        <p:txBody>
          <a:bodyPr/>
          <a:lstStyle/>
          <a:p>
            <a:r>
              <a:rPr lang="en-US" dirty="0"/>
              <a:t>Text placeholder</a:t>
            </a:r>
          </a:p>
        </p:txBody>
      </p:sp>
      <p:sp>
        <p:nvSpPr>
          <p:cNvPr id="8" name="Picture Placeholder 7" descr="This photo is a 'placeholder' only. Drag or drop your photo here, or click and tap the center to insert a photo.">
            <a:extLst>
              <a:ext uri="{FF2B5EF4-FFF2-40B4-BE49-F238E27FC236}">
                <a16:creationId xmlns:a16="http://schemas.microsoft.com/office/drawing/2014/main" id="{5BA443CB-B71D-470E-916B-D1DAE9A14248}"/>
              </a:ext>
            </a:extLst>
          </p:cNvPr>
          <p:cNvSpPr>
            <a:spLocks noGrp="1"/>
          </p:cNvSpPr>
          <p:nvPr>
            <p:ph type="pic" sz="quarter" idx="20"/>
          </p:nvPr>
        </p:nvSpPr>
        <p:spPr/>
        <p:txBody>
          <a:bodyPr/>
          <a:lstStyle/>
          <a:p>
            <a:endParaRPr lang="en-US"/>
          </a:p>
        </p:txBody>
      </p:sp>
      <p:sp>
        <p:nvSpPr>
          <p:cNvPr id="7" name="Text Placeholder 6">
            <a:extLst>
              <a:ext uri="{FF2B5EF4-FFF2-40B4-BE49-F238E27FC236}">
                <a16:creationId xmlns:a16="http://schemas.microsoft.com/office/drawing/2014/main" id="{5EF42983-3F54-4931-81B8-D7E79CE7FA56}"/>
              </a:ext>
            </a:extLst>
          </p:cNvPr>
          <p:cNvSpPr>
            <a:spLocks noGrp="1"/>
          </p:cNvSpPr>
          <p:nvPr>
            <p:ph type="body" sz="quarter" idx="18"/>
          </p:nvPr>
        </p:nvSpPr>
        <p:spPr/>
        <p:txBody>
          <a:bodyPr/>
          <a:lstStyle/>
          <a:p>
            <a:r>
              <a:rPr lang="en-US" dirty="0"/>
              <a:t>Text placeholder</a:t>
            </a:r>
          </a:p>
        </p:txBody>
      </p:sp>
      <p:sp>
        <p:nvSpPr>
          <p:cNvPr id="9" name="Picture Placeholder 8" descr="This photo is a 'placeholder' only. Drag or drop your photo here, or click and tap the center to insert a photo.">
            <a:extLst>
              <a:ext uri="{FF2B5EF4-FFF2-40B4-BE49-F238E27FC236}">
                <a16:creationId xmlns:a16="http://schemas.microsoft.com/office/drawing/2014/main" id="{8F32AE3A-79A4-4274-B62B-34832D675A54}"/>
              </a:ext>
            </a:extLst>
          </p:cNvPr>
          <p:cNvSpPr>
            <a:spLocks noGrp="1"/>
          </p:cNvSpPr>
          <p:nvPr>
            <p:ph type="pic" sz="quarter" idx="21"/>
          </p:nvPr>
        </p:nvSpPr>
        <p:spPr/>
        <p:txBody>
          <a:bodyPr/>
          <a:lstStyle/>
          <a:p>
            <a:endParaRPr lang="en-US"/>
          </a:p>
        </p:txBody>
      </p:sp>
      <p:sp>
        <p:nvSpPr>
          <p:cNvPr id="13" name="Text Placeholder 12">
            <a:extLst>
              <a:ext uri="{FF2B5EF4-FFF2-40B4-BE49-F238E27FC236}">
                <a16:creationId xmlns:a16="http://schemas.microsoft.com/office/drawing/2014/main" id="{7E88581C-10E6-4C16-9A8A-DBEA56AB0D37}"/>
              </a:ext>
            </a:extLst>
          </p:cNvPr>
          <p:cNvSpPr>
            <a:spLocks noGrp="1"/>
          </p:cNvSpPr>
          <p:nvPr>
            <p:ph type="body" sz="quarter" idx="22"/>
          </p:nvPr>
        </p:nvSpPr>
        <p:spPr/>
        <p:txBody>
          <a:bodyPr/>
          <a:lstStyle/>
          <a:p>
            <a:r>
              <a:rPr lang="en-US" dirty="0"/>
              <a:t>Text placeholder</a:t>
            </a:r>
          </a:p>
        </p:txBody>
      </p:sp>
    </p:spTree>
    <p:extLst>
      <p:ext uri="{BB962C8B-B14F-4D97-AF65-F5344CB8AC3E}">
        <p14:creationId xmlns:p14="http://schemas.microsoft.com/office/powerpoint/2010/main" val="2371544170"/>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AC46B02E-D0FC-475F-800A-98F95E0F402E}"/>
              </a:ext>
            </a:extLst>
          </p:cNvPr>
          <p:cNvSpPr>
            <a:spLocks noGrp="1"/>
          </p:cNvSpPr>
          <p:nvPr>
            <p:ph type="title"/>
          </p:nvPr>
        </p:nvSpPr>
        <p:spPr>
          <a:xfrm>
            <a:off x="588263" y="866572"/>
            <a:ext cx="11018520" cy="553998"/>
          </a:xfrm>
        </p:spPr>
        <p:txBody>
          <a:bodyPr/>
          <a:lstStyle/>
          <a:p>
            <a:r>
              <a:rPr lang="en-US" dirty="0"/>
              <a:t>Two filmstrip photos</a:t>
            </a:r>
          </a:p>
        </p:txBody>
      </p:sp>
      <p:sp>
        <p:nvSpPr>
          <p:cNvPr id="15" name="Text Placeholder 14">
            <a:extLst>
              <a:ext uri="{FF2B5EF4-FFF2-40B4-BE49-F238E27FC236}">
                <a16:creationId xmlns:a16="http://schemas.microsoft.com/office/drawing/2014/main" id="{B459EBF2-4CD9-4ED6-AE50-6C916B509D65}"/>
              </a:ext>
            </a:extLst>
          </p:cNvPr>
          <p:cNvSpPr>
            <a:spLocks noGrp="1"/>
          </p:cNvSpPr>
          <p:nvPr>
            <p:ph type="body" sz="quarter" idx="16"/>
          </p:nvPr>
        </p:nvSpPr>
        <p:spPr>
          <a:xfrm>
            <a:off x="585216" y="5334000"/>
            <a:ext cx="4892040" cy="553998"/>
          </a:xfrm>
        </p:spPr>
        <p:txBody>
          <a:bodyPr/>
          <a:lstStyle/>
          <a:p>
            <a:r>
              <a:rPr lang="en-US" sz="1800" dirty="0"/>
              <a:t>Click </a:t>
            </a:r>
            <a:r>
              <a:rPr lang="en-US" sz="1800" dirty="0">
                <a:solidFill>
                  <a:schemeClr val="accent1"/>
                </a:solidFill>
              </a:rPr>
              <a:t>Home &gt; Layout </a:t>
            </a:r>
            <a:r>
              <a:rPr lang="en-US" sz="1800" dirty="0"/>
              <a:t>to find filmstrip layouts for three, four and five photos</a:t>
            </a:r>
            <a:endParaRPr lang="en-US" dirty="0"/>
          </a:p>
        </p:txBody>
      </p:sp>
      <p:sp>
        <p:nvSpPr>
          <p:cNvPr id="2" name="Picture Placeholder 1" descr="This photo is a 'placeholder' only. Drag or drop your photo here, or click and tap the center to insert a photo.">
            <a:extLst>
              <a:ext uri="{FF2B5EF4-FFF2-40B4-BE49-F238E27FC236}">
                <a16:creationId xmlns:a16="http://schemas.microsoft.com/office/drawing/2014/main" id="{0C693281-574D-4B9C-982B-DB2BBCDB7805}"/>
              </a:ext>
            </a:extLst>
          </p:cNvPr>
          <p:cNvSpPr>
            <a:spLocks noGrp="1"/>
          </p:cNvSpPr>
          <p:nvPr>
            <p:ph type="pic" sz="quarter" idx="13"/>
          </p:nvPr>
        </p:nvSpPr>
        <p:spPr/>
        <p:txBody>
          <a:bodyPr/>
          <a:lstStyle/>
          <a:p>
            <a:endParaRPr lang="en-US"/>
          </a:p>
        </p:txBody>
      </p:sp>
      <p:sp>
        <p:nvSpPr>
          <p:cNvPr id="16" name="Text Placeholder 15">
            <a:extLst>
              <a:ext uri="{FF2B5EF4-FFF2-40B4-BE49-F238E27FC236}">
                <a16:creationId xmlns:a16="http://schemas.microsoft.com/office/drawing/2014/main" id="{8A3A805C-EFA6-4357-90F5-FE02E28AC677}"/>
              </a:ext>
            </a:extLst>
          </p:cNvPr>
          <p:cNvSpPr>
            <a:spLocks noGrp="1"/>
          </p:cNvSpPr>
          <p:nvPr>
            <p:ph type="body" sz="quarter" idx="17"/>
          </p:nvPr>
        </p:nvSpPr>
        <p:spPr>
          <a:xfrm>
            <a:off x="6714744" y="5334000"/>
            <a:ext cx="4892040" cy="935038"/>
          </a:xfrm>
        </p:spPr>
        <p:txBody>
          <a:bodyPr/>
          <a:lstStyle/>
          <a:p>
            <a:r>
              <a:rPr lang="en-US" sz="1800" dirty="0"/>
              <a:t>Text placeholder</a:t>
            </a:r>
            <a:endParaRPr lang="en-US" dirty="0"/>
          </a:p>
        </p:txBody>
      </p:sp>
      <p:sp>
        <p:nvSpPr>
          <p:cNvPr id="3" name="Picture Placeholder 2" descr="This photo is a 'placeholder' only. Drag or drop your photo here, or click and tap the center to insert a photo.">
            <a:extLst>
              <a:ext uri="{FF2B5EF4-FFF2-40B4-BE49-F238E27FC236}">
                <a16:creationId xmlns:a16="http://schemas.microsoft.com/office/drawing/2014/main" id="{6A9EEE1C-D073-487A-9B30-D7A19CF9D581}"/>
              </a:ext>
            </a:extLst>
          </p:cNvPr>
          <p:cNvSpPr>
            <a:spLocks noGrp="1"/>
          </p:cNvSpPr>
          <p:nvPr>
            <p:ph type="pic" sz="quarter" idx="14"/>
          </p:nvPr>
        </p:nvSpPr>
        <p:spPr/>
        <p:txBody>
          <a:bodyPr/>
          <a:lstStyle/>
          <a:p>
            <a:endParaRPr lang="en-US"/>
          </a:p>
        </p:txBody>
      </p:sp>
    </p:spTree>
    <p:extLst>
      <p:ext uri="{BB962C8B-B14F-4D97-AF65-F5344CB8AC3E}">
        <p14:creationId xmlns:p14="http://schemas.microsoft.com/office/powerpoint/2010/main" val="4221164921"/>
      </p:ext>
    </p:extLst>
  </p:cSld>
  <p:clrMapOvr>
    <a:masterClrMapping/>
  </p:clrMapOvr>
  <p:transition>
    <p:fad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AC46B02E-D0FC-475F-800A-98F95E0F402E}"/>
              </a:ext>
            </a:extLst>
          </p:cNvPr>
          <p:cNvSpPr>
            <a:spLocks noGrp="1"/>
          </p:cNvSpPr>
          <p:nvPr>
            <p:ph type="title"/>
          </p:nvPr>
        </p:nvSpPr>
        <p:spPr/>
        <p:txBody>
          <a:bodyPr/>
          <a:lstStyle/>
          <a:p>
            <a:r>
              <a:rPr lang="en-US" dirty="0"/>
              <a:t>Five filmstrip photos</a:t>
            </a:r>
          </a:p>
        </p:txBody>
      </p:sp>
      <p:sp>
        <p:nvSpPr>
          <p:cNvPr id="15" name="Text Placeholder 14">
            <a:extLst>
              <a:ext uri="{FF2B5EF4-FFF2-40B4-BE49-F238E27FC236}">
                <a16:creationId xmlns:a16="http://schemas.microsoft.com/office/drawing/2014/main" id="{B459EBF2-4CD9-4ED6-AE50-6C916B509D65}"/>
              </a:ext>
            </a:extLst>
          </p:cNvPr>
          <p:cNvSpPr>
            <a:spLocks noGrp="1"/>
          </p:cNvSpPr>
          <p:nvPr>
            <p:ph type="body" sz="quarter" idx="16"/>
          </p:nvPr>
        </p:nvSpPr>
        <p:spPr>
          <a:xfrm>
            <a:off x="292608" y="4800600"/>
            <a:ext cx="1801368" cy="1384995"/>
          </a:xfrm>
        </p:spPr>
        <p:txBody>
          <a:bodyPr/>
          <a:lstStyle/>
          <a:p>
            <a:r>
              <a:rPr lang="en-US" dirty="0"/>
              <a:t>Click </a:t>
            </a:r>
            <a:r>
              <a:rPr lang="en-US" dirty="0">
                <a:solidFill>
                  <a:schemeClr val="accent1"/>
                </a:solidFill>
              </a:rPr>
              <a:t>Home &gt; Layout </a:t>
            </a:r>
            <a:r>
              <a:rPr lang="en-US" dirty="0"/>
              <a:t>to find filmstrip layouts for two, three and four photos</a:t>
            </a:r>
          </a:p>
        </p:txBody>
      </p:sp>
      <p:sp>
        <p:nvSpPr>
          <p:cNvPr id="22" name="Picture Placeholder 21" descr="This photo is a 'placeholder' only. Drag or drop your photo here, or click and tap the center to insert a photo.">
            <a:extLst>
              <a:ext uri="{FF2B5EF4-FFF2-40B4-BE49-F238E27FC236}">
                <a16:creationId xmlns:a16="http://schemas.microsoft.com/office/drawing/2014/main" id="{81F08ECB-8CE3-4E7A-95BF-739C134D630C}"/>
              </a:ext>
            </a:extLst>
          </p:cNvPr>
          <p:cNvSpPr>
            <a:spLocks noGrp="1"/>
          </p:cNvSpPr>
          <p:nvPr>
            <p:ph type="pic" sz="quarter" idx="13"/>
          </p:nvPr>
        </p:nvSpPr>
        <p:spPr/>
        <p:txBody>
          <a:bodyPr/>
          <a:lstStyle/>
          <a:p>
            <a:endParaRPr lang="en-US"/>
          </a:p>
        </p:txBody>
      </p:sp>
      <p:sp>
        <p:nvSpPr>
          <p:cNvPr id="16" name="Text Placeholder 15">
            <a:extLst>
              <a:ext uri="{FF2B5EF4-FFF2-40B4-BE49-F238E27FC236}">
                <a16:creationId xmlns:a16="http://schemas.microsoft.com/office/drawing/2014/main" id="{8A3A805C-EFA6-4357-90F5-FE02E28AC677}"/>
              </a:ext>
            </a:extLst>
          </p:cNvPr>
          <p:cNvSpPr>
            <a:spLocks noGrp="1"/>
          </p:cNvSpPr>
          <p:nvPr>
            <p:ph type="body" sz="quarter" idx="17"/>
          </p:nvPr>
        </p:nvSpPr>
        <p:spPr/>
        <p:txBody>
          <a:bodyPr/>
          <a:lstStyle/>
          <a:p>
            <a:r>
              <a:rPr lang="en-US" dirty="0"/>
              <a:t>Text placeholder</a:t>
            </a:r>
          </a:p>
        </p:txBody>
      </p:sp>
      <p:sp>
        <p:nvSpPr>
          <p:cNvPr id="23" name="Picture Placeholder 22" descr="This photo is a 'placeholder' only. Drag or drop your photo here, or click and tap the center to insert a photo.">
            <a:extLst>
              <a:ext uri="{FF2B5EF4-FFF2-40B4-BE49-F238E27FC236}">
                <a16:creationId xmlns:a16="http://schemas.microsoft.com/office/drawing/2014/main" id="{C58B8A61-1D6B-4A9B-94B0-2632CA150848}"/>
              </a:ext>
            </a:extLst>
          </p:cNvPr>
          <p:cNvSpPr>
            <a:spLocks noGrp="1"/>
          </p:cNvSpPr>
          <p:nvPr>
            <p:ph type="pic" sz="quarter" idx="14"/>
          </p:nvPr>
        </p:nvSpPr>
        <p:spPr/>
        <p:txBody>
          <a:bodyPr/>
          <a:lstStyle/>
          <a:p>
            <a:endParaRPr lang="en-US"/>
          </a:p>
        </p:txBody>
      </p:sp>
      <p:sp>
        <p:nvSpPr>
          <p:cNvPr id="7" name="Text Placeholder 6">
            <a:extLst>
              <a:ext uri="{FF2B5EF4-FFF2-40B4-BE49-F238E27FC236}">
                <a16:creationId xmlns:a16="http://schemas.microsoft.com/office/drawing/2014/main" id="{852FE5E0-9E33-4049-9C6E-E4C50EF20FF8}"/>
              </a:ext>
            </a:extLst>
          </p:cNvPr>
          <p:cNvSpPr>
            <a:spLocks noGrp="1"/>
          </p:cNvSpPr>
          <p:nvPr>
            <p:ph type="body" sz="quarter" idx="18"/>
          </p:nvPr>
        </p:nvSpPr>
        <p:spPr/>
        <p:txBody>
          <a:bodyPr/>
          <a:lstStyle/>
          <a:p>
            <a:r>
              <a:rPr lang="en-US" dirty="0"/>
              <a:t>Text placeholder</a:t>
            </a:r>
          </a:p>
        </p:txBody>
      </p:sp>
      <p:sp>
        <p:nvSpPr>
          <p:cNvPr id="24" name="Picture Placeholder 23" descr="This photo is a 'placeholder' only. Drag or drop your photo here, or click and tap the center to insert a photo.">
            <a:extLst>
              <a:ext uri="{FF2B5EF4-FFF2-40B4-BE49-F238E27FC236}">
                <a16:creationId xmlns:a16="http://schemas.microsoft.com/office/drawing/2014/main" id="{2A270A54-C25B-487F-ACF4-DC957B5F0568}"/>
              </a:ext>
            </a:extLst>
          </p:cNvPr>
          <p:cNvSpPr>
            <a:spLocks noGrp="1"/>
          </p:cNvSpPr>
          <p:nvPr>
            <p:ph type="pic" sz="quarter" idx="15"/>
          </p:nvPr>
        </p:nvSpPr>
        <p:spPr/>
        <p:txBody>
          <a:bodyPr/>
          <a:lstStyle/>
          <a:p>
            <a:endParaRPr lang="en-US"/>
          </a:p>
        </p:txBody>
      </p:sp>
      <p:sp>
        <p:nvSpPr>
          <p:cNvPr id="10" name="Text Placeholder 9">
            <a:extLst>
              <a:ext uri="{FF2B5EF4-FFF2-40B4-BE49-F238E27FC236}">
                <a16:creationId xmlns:a16="http://schemas.microsoft.com/office/drawing/2014/main" id="{25C0458D-EEB3-4974-9A37-369EBE6528E5}"/>
              </a:ext>
            </a:extLst>
          </p:cNvPr>
          <p:cNvSpPr>
            <a:spLocks noGrp="1"/>
          </p:cNvSpPr>
          <p:nvPr>
            <p:ph type="body" sz="quarter" idx="20"/>
          </p:nvPr>
        </p:nvSpPr>
        <p:spPr/>
        <p:txBody>
          <a:bodyPr/>
          <a:lstStyle/>
          <a:p>
            <a:r>
              <a:rPr lang="en-US" dirty="0"/>
              <a:t>Text placeholder</a:t>
            </a:r>
          </a:p>
          <a:p>
            <a:endParaRPr lang="en-US" dirty="0"/>
          </a:p>
        </p:txBody>
      </p:sp>
      <p:sp>
        <p:nvSpPr>
          <p:cNvPr id="25" name="Picture Placeholder 24" descr="This photo is a 'placeholder' only. Drag or drop your photo here, or click and tap the center to insert a photo.">
            <a:extLst>
              <a:ext uri="{FF2B5EF4-FFF2-40B4-BE49-F238E27FC236}">
                <a16:creationId xmlns:a16="http://schemas.microsoft.com/office/drawing/2014/main" id="{F8B1E8B1-5764-4F8C-AD0A-B1C3908805A0}"/>
              </a:ext>
            </a:extLst>
          </p:cNvPr>
          <p:cNvSpPr>
            <a:spLocks noGrp="1"/>
          </p:cNvSpPr>
          <p:nvPr>
            <p:ph type="pic" sz="quarter" idx="19"/>
          </p:nvPr>
        </p:nvSpPr>
        <p:spPr/>
        <p:txBody>
          <a:bodyPr/>
          <a:lstStyle/>
          <a:p>
            <a:endParaRPr lang="en-US"/>
          </a:p>
        </p:txBody>
      </p:sp>
      <p:sp>
        <p:nvSpPr>
          <p:cNvPr id="13" name="Text Placeholder 12">
            <a:extLst>
              <a:ext uri="{FF2B5EF4-FFF2-40B4-BE49-F238E27FC236}">
                <a16:creationId xmlns:a16="http://schemas.microsoft.com/office/drawing/2014/main" id="{07C59809-946A-4A15-B0FF-DB961DD7B2D9}"/>
              </a:ext>
            </a:extLst>
          </p:cNvPr>
          <p:cNvSpPr>
            <a:spLocks noGrp="1"/>
          </p:cNvSpPr>
          <p:nvPr>
            <p:ph type="body" sz="quarter" idx="22"/>
          </p:nvPr>
        </p:nvSpPr>
        <p:spPr/>
        <p:txBody>
          <a:bodyPr/>
          <a:lstStyle/>
          <a:p>
            <a:r>
              <a:rPr lang="en-US" dirty="0"/>
              <a:t>Text placeholder</a:t>
            </a:r>
          </a:p>
          <a:p>
            <a:endParaRPr lang="en-US" dirty="0"/>
          </a:p>
        </p:txBody>
      </p:sp>
      <p:sp>
        <p:nvSpPr>
          <p:cNvPr id="26" name="Picture Placeholder 25" descr="This photo is a 'placeholder' only. Drag or drop your photo here, or click and tap the center to insert a photo.">
            <a:extLst>
              <a:ext uri="{FF2B5EF4-FFF2-40B4-BE49-F238E27FC236}">
                <a16:creationId xmlns:a16="http://schemas.microsoft.com/office/drawing/2014/main" id="{AD0A7DE0-B50F-4D09-BB20-A451DE28F5B7}"/>
              </a:ext>
            </a:extLst>
          </p:cNvPr>
          <p:cNvSpPr>
            <a:spLocks noGrp="1"/>
          </p:cNvSpPr>
          <p:nvPr>
            <p:ph type="pic" sz="quarter" idx="21"/>
          </p:nvPr>
        </p:nvSpPr>
        <p:spPr/>
        <p:txBody>
          <a:bodyPr/>
          <a:lstStyle/>
          <a:p>
            <a:endParaRPr lang="en-US"/>
          </a:p>
        </p:txBody>
      </p:sp>
    </p:spTree>
    <p:extLst>
      <p:ext uri="{BB962C8B-B14F-4D97-AF65-F5344CB8AC3E}">
        <p14:creationId xmlns:p14="http://schemas.microsoft.com/office/powerpoint/2010/main" val="2694704747"/>
      </p:ext>
    </p:extLst>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98B5C-48BE-4909-9F4A-A4186BB35065}"/>
              </a:ext>
            </a:extLst>
          </p:cNvPr>
          <p:cNvSpPr>
            <a:spLocks noGrp="1"/>
          </p:cNvSpPr>
          <p:nvPr>
            <p:ph type="title"/>
          </p:nvPr>
        </p:nvSpPr>
        <p:spPr>
          <a:xfrm>
            <a:off x="588263" y="5436128"/>
            <a:ext cx="11018520" cy="553998"/>
          </a:xfrm>
        </p:spPr>
        <p:txBody>
          <a:bodyPr/>
          <a:lstStyle/>
          <a:p>
            <a:r>
              <a:rPr lang="en-US" dirty="0"/>
              <a:t>Top photo with title</a:t>
            </a:r>
          </a:p>
        </p:txBody>
      </p:sp>
      <p:sp>
        <p:nvSpPr>
          <p:cNvPr id="3" name="Picture Placeholder 2" descr="This photo is a 'placeholder' only. Drag or drop your photo here, or click and tap the center to insert a photo.">
            <a:extLst>
              <a:ext uri="{FF2B5EF4-FFF2-40B4-BE49-F238E27FC236}">
                <a16:creationId xmlns:a16="http://schemas.microsoft.com/office/drawing/2014/main" id="{3E53C251-F0C1-4DAA-BF3B-F3E1C6002804}"/>
              </a:ext>
            </a:extLst>
          </p:cNvPr>
          <p:cNvSpPr>
            <a:spLocks noGrp="1"/>
          </p:cNvSpPr>
          <p:nvPr>
            <p:ph type="pic" sz="quarter" idx="11"/>
          </p:nvPr>
        </p:nvSpPr>
        <p:spPr/>
        <p:txBody>
          <a:bodyPr/>
          <a:lstStyle/>
          <a:p>
            <a:endParaRPr lang="en-US"/>
          </a:p>
        </p:txBody>
      </p:sp>
    </p:spTree>
    <p:extLst>
      <p:ext uri="{BB962C8B-B14F-4D97-AF65-F5344CB8AC3E}">
        <p14:creationId xmlns:p14="http://schemas.microsoft.com/office/powerpoint/2010/main" val="178735319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icture Placeholder 4" descr="This photo is a 'placeholder' only. Drag or drop your photo here, or click and tap the center to insert a photo.">
            <a:extLst>
              <a:ext uri="{FF2B5EF4-FFF2-40B4-BE49-F238E27FC236}">
                <a16:creationId xmlns:a16="http://schemas.microsoft.com/office/drawing/2014/main" id="{1F640E18-D75A-0D15-DE56-54C3978D6462}"/>
              </a:ext>
            </a:extLst>
          </p:cNvPr>
          <p:cNvSpPr>
            <a:spLocks noGrp="1"/>
          </p:cNvSpPr>
          <p:nvPr>
            <p:ph type="pic" sz="quarter" idx="10"/>
          </p:nvPr>
        </p:nvSpPr>
        <p:spPr/>
        <p:txBody>
          <a:bodyPr/>
          <a:lstStyle/>
          <a:p>
            <a:endParaRPr lang="en-US"/>
          </a:p>
        </p:txBody>
      </p:sp>
      <p:sp>
        <p:nvSpPr>
          <p:cNvPr id="3" name="Title 2">
            <a:extLst>
              <a:ext uri="{FF2B5EF4-FFF2-40B4-BE49-F238E27FC236}">
                <a16:creationId xmlns:a16="http://schemas.microsoft.com/office/drawing/2014/main" id="{E1DF3965-EA1D-4985-BDA2-A46C7FDE1A39}"/>
              </a:ext>
            </a:extLst>
          </p:cNvPr>
          <p:cNvSpPr>
            <a:spLocks noGrp="1"/>
          </p:cNvSpPr>
          <p:nvPr>
            <p:ph type="title"/>
          </p:nvPr>
        </p:nvSpPr>
        <p:spPr/>
        <p:txBody>
          <a:bodyPr/>
          <a:lstStyle/>
          <a:p>
            <a:r>
              <a:rPr lang="en-US" dirty="0"/>
              <a:t>Full bleed photo lower title</a:t>
            </a:r>
          </a:p>
        </p:txBody>
      </p:sp>
    </p:spTree>
    <p:extLst>
      <p:ext uri="{BB962C8B-B14F-4D97-AF65-F5344CB8AC3E}">
        <p14:creationId xmlns:p14="http://schemas.microsoft.com/office/powerpoint/2010/main" val="11229634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Slide palette info</a:t>
            </a:r>
          </a:p>
        </p:txBody>
      </p:sp>
      <p:sp>
        <p:nvSpPr>
          <p:cNvPr id="44" name="Text Placeholder 2"/>
          <p:cNvSpPr txBox="1">
            <a:spLocks/>
          </p:cNvSpPr>
          <p:nvPr/>
        </p:nvSpPr>
        <p:spPr>
          <a:xfrm>
            <a:off x="585216" y="1436688"/>
            <a:ext cx="9962134" cy="492443"/>
          </a:xfrm>
          <a:prstGeom prst="rect">
            <a:avLst/>
          </a:prstGeom>
        </p:spPr>
        <p:txBody>
          <a:bodyPr vert="horz" wrap="square" lIns="0" tIns="0" rIns="0" bIns="0" rtlCol="0">
            <a:spAutoFit/>
          </a:bodyPr>
          <a:lstStyle>
            <a:lvl1pPr marL="0" marR="0" indent="0" algn="l" defTabSz="914363" rtl="0" eaLnBrk="1" fontAlgn="auto" latinLnBrk="0" hangingPunct="1">
              <a:lnSpc>
                <a:spcPct val="90000"/>
              </a:lnSpc>
              <a:spcBef>
                <a:spcPts val="2400"/>
              </a:spcBef>
              <a:spcAft>
                <a:spcPts val="0"/>
              </a:spcAft>
              <a:buClrTx/>
              <a:buSzPct val="90000"/>
              <a:buFont typeface="Arial" pitchFamily="34" charset="0"/>
              <a:buNone/>
              <a:tabLst/>
              <a:defRPr sz="4000" kern="1200" spc="-70" baseline="0">
                <a:gradFill>
                  <a:gsLst>
                    <a:gs pos="100000">
                      <a:schemeClr val="tx2"/>
                    </a:gs>
                    <a:gs pos="0">
                      <a:schemeClr val="tx2"/>
                    </a:gs>
                  </a:gsLst>
                  <a:lin ang="5400000" scaled="0"/>
                </a:gradFill>
                <a:latin typeface="+mj-lt"/>
                <a:ea typeface="+mn-ea"/>
                <a:cs typeface="+mn-cs"/>
              </a:defRPr>
            </a:lvl1pPr>
            <a:lvl2pPr marL="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2pPr>
            <a:lvl3pPr marL="231775"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798513" algn="l"/>
              </a:tabLst>
              <a:defRPr sz="2000" kern="1200" spc="0" baseline="0">
                <a:gradFill>
                  <a:gsLst>
                    <a:gs pos="100000">
                      <a:schemeClr val="tx1"/>
                    </a:gs>
                    <a:gs pos="6000">
                      <a:schemeClr val="tx1"/>
                    </a:gs>
                  </a:gsLst>
                  <a:lin ang="5400000" scaled="0"/>
                </a:gradFill>
                <a:latin typeface="+mn-lt"/>
                <a:ea typeface="+mn-ea"/>
                <a:cs typeface="+mn-cs"/>
              </a:defRPr>
            </a:lvl3pPr>
            <a:lvl4pPr marL="457200" marR="0" indent="0" algn="l" defTabSz="914363" rtl="0" eaLnBrk="1" fontAlgn="auto" latinLnBrk="0" hangingPunct="1">
              <a:lnSpc>
                <a:spcPct val="90000"/>
              </a:lnSpc>
              <a:spcBef>
                <a:spcPct val="20000"/>
              </a:spcBef>
              <a:spcAft>
                <a:spcPts val="0"/>
              </a:spcAft>
              <a:buClrTx/>
              <a:buSzPct val="90000"/>
              <a:buFont typeface="Wingdings" pitchFamily="2" charset="2"/>
              <a:buNone/>
              <a:tabLst/>
              <a:defRPr sz="2000" kern="1200" spc="0" baseline="0">
                <a:gradFill>
                  <a:gsLst>
                    <a:gs pos="100000">
                      <a:schemeClr val="tx1"/>
                    </a:gs>
                    <a:gs pos="6000">
                      <a:schemeClr val="tx1"/>
                    </a:gs>
                  </a:gsLst>
                  <a:lin ang="5400000" scaled="0"/>
                </a:gradFill>
                <a:latin typeface="+mn-lt"/>
                <a:ea typeface="+mn-ea"/>
                <a:cs typeface="+mn-cs"/>
              </a:defRPr>
            </a:lvl4pPr>
            <a:lvl5pPr marL="693738" marR="0" indent="0" algn="l" defTabSz="914363" rtl="0" eaLnBrk="1" fontAlgn="auto" latinLnBrk="0" hangingPunct="1">
              <a:lnSpc>
                <a:spcPct val="90000"/>
              </a:lnSpc>
              <a:spcBef>
                <a:spcPct val="20000"/>
              </a:spcBef>
              <a:spcAft>
                <a:spcPts val="0"/>
              </a:spcAft>
              <a:buClrTx/>
              <a:buSzPct val="90000"/>
              <a:buFont typeface="Wingdings" pitchFamily="2" charset="2"/>
              <a:buNone/>
              <a:tabLst>
                <a:tab pos="1255713" algn="l"/>
              </a:tabLst>
              <a:defRPr sz="2000" kern="1200" spc="0" baseline="0">
                <a:gradFill>
                  <a:gsLst>
                    <a:gs pos="100000">
                      <a:schemeClr val="tx1"/>
                    </a:gs>
                    <a:gs pos="6000">
                      <a:schemeClr val="tx1"/>
                    </a:gs>
                  </a:gsLst>
                  <a:lin ang="5400000" scaled="0"/>
                </a:gradFill>
                <a:latin typeface="+mn-lt"/>
                <a:ea typeface="+mn-ea"/>
                <a:cs typeface="+mn-cs"/>
              </a:defRPr>
            </a:lvl5pPr>
            <a:lvl6pPr marL="2514499"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681"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863"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045" indent="-228591" algn="l" defTabSz="914363"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a:lnSpc>
                <a:spcPct val="100000"/>
              </a:lnSpc>
              <a:spcBef>
                <a:spcPts val="0"/>
              </a:spcBef>
            </a:pPr>
            <a:r>
              <a:rPr lang="en-US" sz="1600" spc="19" dirty="0">
                <a:gradFill>
                  <a:gsLst>
                    <a:gs pos="63670">
                      <a:schemeClr val="tx1"/>
                    </a:gs>
                    <a:gs pos="40075">
                      <a:schemeClr val="tx1"/>
                    </a:gs>
                  </a:gsLst>
                  <a:lin ang="5400000" scaled="0"/>
                </a:gradFill>
                <a:latin typeface="+mn-lt"/>
                <a:cs typeface="Segoe UI Semibold" panose="020B0702040204020203" pitchFamily="34" charset="0"/>
              </a:rPr>
              <a:t>The PowerPoint palette for this template has been built for you and is shown below. </a:t>
            </a:r>
          </a:p>
          <a:p>
            <a:pPr>
              <a:lnSpc>
                <a:spcPct val="100000"/>
              </a:lnSpc>
              <a:spcBef>
                <a:spcPts val="0"/>
              </a:spcBef>
            </a:pPr>
            <a:r>
              <a:rPr lang="en-US" sz="1600" spc="19" dirty="0">
                <a:gradFill>
                  <a:gsLst>
                    <a:gs pos="63670">
                      <a:schemeClr val="tx1"/>
                    </a:gs>
                    <a:gs pos="40075">
                      <a:schemeClr val="tx1"/>
                    </a:gs>
                  </a:gsLst>
                  <a:lin ang="5400000" scaled="0"/>
                </a:gradFill>
                <a:latin typeface="+mn-lt"/>
                <a:cs typeface="Segoe UI Semibold" panose="020B0702040204020203" pitchFamily="34" charset="0"/>
              </a:rPr>
              <a:t>Avoid using too many colors in your presentation. </a:t>
            </a:r>
          </a:p>
        </p:txBody>
      </p:sp>
      <p:sp>
        <p:nvSpPr>
          <p:cNvPr id="37" name="TextBox 36"/>
          <p:cNvSpPr txBox="1"/>
          <p:nvPr/>
        </p:nvSpPr>
        <p:spPr>
          <a:xfrm>
            <a:off x="585216" y="2331507"/>
            <a:ext cx="6287261" cy="246221"/>
          </a:xfrm>
          <a:prstGeom prst="rect">
            <a:avLst/>
          </a:prstGeom>
          <a:noFill/>
        </p:spPr>
        <p:txBody>
          <a:bodyPr wrap="square" lIns="0" tIns="0" rIns="0" bIns="0" rtlCol="0">
            <a:spAutoFit/>
          </a:bodyPr>
          <a:lstStyle/>
          <a:p>
            <a:pPr>
              <a:spcAft>
                <a:spcPts val="600"/>
              </a:spcAft>
              <a:buSzPct val="90000"/>
              <a:defRPr/>
            </a:pPr>
            <a:r>
              <a:rPr lang="en-US" sz="1600" b="1" dirty="0">
                <a:cs typeface="Segoe UI Semibold" panose="020B0702040204020203" pitchFamily="34" charset="0"/>
              </a:rPr>
              <a:t>PowerPoint Theme Accent colors</a:t>
            </a:r>
          </a:p>
        </p:txBody>
      </p:sp>
      <p:sp>
        <p:nvSpPr>
          <p:cNvPr id="33" name="Rectangle 32"/>
          <p:cNvSpPr/>
          <p:nvPr/>
        </p:nvSpPr>
        <p:spPr bwMode="auto">
          <a:xfrm>
            <a:off x="585216" y="2810265"/>
            <a:ext cx="1101566" cy="1101122"/>
          </a:xfrm>
          <a:prstGeom prst="rect">
            <a:avLst/>
          </a:prstGeom>
          <a:solidFill>
            <a:schemeClr val="accent1"/>
          </a:solidFill>
          <a:ln>
            <a:no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600" dirty="0">
                <a:solidFill>
                  <a:srgbClr val="000000"/>
                </a:solidFill>
              </a:rPr>
              <a:t>Accent 1</a:t>
            </a:r>
          </a:p>
        </p:txBody>
      </p:sp>
      <p:sp>
        <p:nvSpPr>
          <p:cNvPr id="32" name="Rectangle 31"/>
          <p:cNvSpPr/>
          <p:nvPr/>
        </p:nvSpPr>
        <p:spPr bwMode="auto">
          <a:xfrm>
            <a:off x="1776666" y="2810265"/>
            <a:ext cx="1101566" cy="1101122"/>
          </a:xfrm>
          <a:prstGeom prst="rect">
            <a:avLst/>
          </a:prstGeom>
          <a:solidFill>
            <a:schemeClr val="accent2"/>
          </a:solidFill>
          <a:ln>
            <a:noFill/>
            <a:headEnd type="none" w="med" len="med"/>
            <a:tailEnd type="none" w="med" len="med"/>
          </a:ln>
        </p:spPr>
        <p:style>
          <a:lnRef idx="2">
            <a:schemeClr val="accent2">
              <a:shade val="50000"/>
            </a:schemeClr>
          </a:lnRef>
          <a:fillRef idx="1">
            <a:schemeClr val="accent2"/>
          </a:fillRef>
          <a:effectRef idx="0">
            <a:schemeClr val="accent2"/>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600" dirty="0">
                <a:solidFill>
                  <a:schemeClr val="tx1"/>
                </a:solidFill>
              </a:rPr>
              <a:t>Accent 2</a:t>
            </a:r>
          </a:p>
        </p:txBody>
      </p:sp>
      <p:sp>
        <p:nvSpPr>
          <p:cNvPr id="31" name="Rectangle 30"/>
          <p:cNvSpPr/>
          <p:nvPr/>
        </p:nvSpPr>
        <p:spPr bwMode="auto">
          <a:xfrm>
            <a:off x="2968116" y="2810265"/>
            <a:ext cx="1101566" cy="1101123"/>
          </a:xfrm>
          <a:prstGeom prst="rect">
            <a:avLst/>
          </a:prstGeom>
          <a:solidFill>
            <a:schemeClr val="accent3"/>
          </a:solidFill>
          <a:ln>
            <a:noFill/>
            <a:headEnd type="none" w="med" len="med"/>
            <a:tailEnd type="none" w="med" len="med"/>
          </a:ln>
        </p:spPr>
        <p:style>
          <a:lnRef idx="2">
            <a:schemeClr val="accent3">
              <a:shade val="50000"/>
            </a:schemeClr>
          </a:lnRef>
          <a:fillRef idx="1">
            <a:schemeClr val="accent3"/>
          </a:fillRef>
          <a:effectRef idx="0">
            <a:schemeClr val="accent3"/>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600" dirty="0">
                <a:solidFill>
                  <a:schemeClr val="tx1"/>
                </a:solidFill>
              </a:rPr>
              <a:t>Accent 3</a:t>
            </a:r>
          </a:p>
        </p:txBody>
      </p:sp>
      <p:sp>
        <p:nvSpPr>
          <p:cNvPr id="36" name="Rectangle 35"/>
          <p:cNvSpPr/>
          <p:nvPr/>
        </p:nvSpPr>
        <p:spPr bwMode="auto">
          <a:xfrm>
            <a:off x="4159568" y="3057402"/>
            <a:ext cx="854329" cy="853986"/>
          </a:xfrm>
          <a:prstGeom prst="rect">
            <a:avLst/>
          </a:prstGeom>
          <a:solidFill>
            <a:schemeClr val="accent4"/>
          </a:solidFill>
          <a:ln>
            <a:noFill/>
            <a:headEnd type="none" w="med" len="med"/>
            <a:tailEnd type="none" w="med" len="med"/>
          </a:ln>
        </p:spPr>
        <p:style>
          <a:lnRef idx="2">
            <a:schemeClr val="accent4">
              <a:shade val="50000"/>
            </a:schemeClr>
          </a:lnRef>
          <a:fillRef idx="1">
            <a:schemeClr val="accent4"/>
          </a:fillRef>
          <a:effectRef idx="0">
            <a:schemeClr val="accent4"/>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100" dirty="0">
                <a:solidFill>
                  <a:schemeClr val="tx1"/>
                </a:solidFill>
              </a:rPr>
              <a:t>Accent 4</a:t>
            </a:r>
          </a:p>
        </p:txBody>
      </p:sp>
      <p:sp>
        <p:nvSpPr>
          <p:cNvPr id="35" name="Rectangle 34"/>
          <p:cNvSpPr/>
          <p:nvPr/>
        </p:nvSpPr>
        <p:spPr bwMode="auto">
          <a:xfrm>
            <a:off x="5108027" y="3057402"/>
            <a:ext cx="854329" cy="853986"/>
          </a:xfrm>
          <a:prstGeom prst="rect">
            <a:avLst/>
          </a:prstGeom>
          <a:solidFill>
            <a:schemeClr val="accent5"/>
          </a:solidFill>
          <a:ln>
            <a:noFill/>
            <a:headEnd type="none" w="med" len="med"/>
            <a:tailEnd type="none" w="med" len="med"/>
          </a:ln>
        </p:spPr>
        <p:style>
          <a:lnRef idx="2">
            <a:schemeClr val="accent5">
              <a:shade val="50000"/>
            </a:schemeClr>
          </a:lnRef>
          <a:fillRef idx="1">
            <a:schemeClr val="accent5"/>
          </a:fillRef>
          <a:effectRef idx="0">
            <a:schemeClr val="accent5"/>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100" dirty="0">
                <a:solidFill>
                  <a:srgbClr val="000000"/>
                </a:solidFill>
              </a:rPr>
              <a:t>Accent 5 </a:t>
            </a:r>
          </a:p>
        </p:txBody>
      </p:sp>
      <p:sp>
        <p:nvSpPr>
          <p:cNvPr id="34" name="Rectangle 33"/>
          <p:cNvSpPr/>
          <p:nvPr/>
        </p:nvSpPr>
        <p:spPr bwMode="auto">
          <a:xfrm>
            <a:off x="6049846" y="3057402"/>
            <a:ext cx="854329" cy="853986"/>
          </a:xfrm>
          <a:prstGeom prst="rect">
            <a:avLst/>
          </a:prstGeom>
          <a:solidFill>
            <a:schemeClr val="accent6"/>
          </a:solidFill>
          <a:ln>
            <a:noFill/>
            <a:headEnd type="none" w="med" len="med"/>
            <a:tailEnd type="none" w="med" len="med"/>
          </a:ln>
        </p:spPr>
        <p:style>
          <a:lnRef idx="2">
            <a:schemeClr val="accent6">
              <a:shade val="50000"/>
            </a:schemeClr>
          </a:lnRef>
          <a:fillRef idx="1">
            <a:schemeClr val="accent6"/>
          </a:fillRef>
          <a:effectRef idx="0">
            <a:schemeClr val="accent6"/>
          </a:effectRef>
          <a:fontRef idx="minor">
            <a:schemeClr val="lt1"/>
          </a:fontRef>
        </p:style>
        <p:txBody>
          <a:bodyPr vert="horz" wrap="square" lIns="0" tIns="46637" rIns="0" bIns="46637" numCol="1" rtlCol="0" anchor="ctr" anchorCtr="0" compatLnSpc="1">
            <a:prstTxWarp prst="textNoShape">
              <a:avLst/>
            </a:prstTxWarp>
          </a:bodyPr>
          <a:lstStyle/>
          <a:p>
            <a:pPr algn="ctr" defTabSz="932472" fontAlgn="base">
              <a:spcBef>
                <a:spcPct val="0"/>
              </a:spcBef>
              <a:spcAft>
                <a:spcPct val="0"/>
              </a:spcAft>
            </a:pPr>
            <a:r>
              <a:rPr lang="en-US" sz="1100" dirty="0">
                <a:solidFill>
                  <a:srgbClr val="000000"/>
                </a:solidFill>
              </a:rPr>
              <a:t>Accent 6</a:t>
            </a:r>
          </a:p>
        </p:txBody>
      </p:sp>
    </p:spTree>
    <p:extLst>
      <p:ext uri="{BB962C8B-B14F-4D97-AF65-F5344CB8AC3E}">
        <p14:creationId xmlns:p14="http://schemas.microsoft.com/office/powerpoint/2010/main" val="45852953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90848C95-8B55-FF91-F3BE-4BDE4467E40B}"/>
              </a:ext>
            </a:extLst>
          </p:cNvPr>
          <p:cNvSpPr>
            <a:spLocks noGrp="1"/>
          </p:cNvSpPr>
          <p:nvPr>
            <p:ph type="title"/>
          </p:nvPr>
        </p:nvSpPr>
        <p:spPr/>
        <p:txBody>
          <a:bodyPr/>
          <a:lstStyle/>
          <a:p>
            <a:r>
              <a:rPr lang="en-US" dirty="0"/>
              <a:t>Close captions clear space</a:t>
            </a:r>
          </a:p>
        </p:txBody>
      </p:sp>
      <p:sp>
        <p:nvSpPr>
          <p:cNvPr id="5" name="Title 1">
            <a:extLst>
              <a:ext uri="{FF2B5EF4-FFF2-40B4-BE49-F238E27FC236}">
                <a16:creationId xmlns:a16="http://schemas.microsoft.com/office/drawing/2014/main" id="{71C1B726-F040-421B-8171-315537EAEFE9}"/>
              </a:ext>
            </a:extLst>
          </p:cNvPr>
          <p:cNvSpPr txBox="1">
            <a:spLocks/>
          </p:cNvSpPr>
          <p:nvPr/>
        </p:nvSpPr>
        <p:spPr>
          <a:xfrm>
            <a:off x="588263" y="1436688"/>
            <a:ext cx="11018519" cy="576248"/>
          </a:xfrm>
          <a:prstGeom prst="rect">
            <a:avLst/>
          </a:prstGeom>
        </p:spPr>
        <p:txBody>
          <a:bodyPr vert="horz" wrap="square" lIns="0" tIns="0" rIns="0" bIns="0" rtlCol="0" anchor="t">
            <a:spAutoFit/>
          </a:bodyPr>
          <a:lst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a:lnSpc>
                <a:spcPct val="114000"/>
              </a:lnSpc>
              <a:spcBef>
                <a:spcPts val="300"/>
              </a:spcBef>
            </a:pPr>
            <a:r>
              <a:rPr lang="en-US" sz="1600" spc="0" dirty="0">
                <a:latin typeface="+mn-lt"/>
                <a:cs typeface="Segoe UI Semibold" panose="020B0702040204020203" pitchFamily="34" charset="0"/>
              </a:rPr>
              <a:t>For digital events, please keep all presentation content above the dotted red line. </a:t>
            </a:r>
          </a:p>
          <a:p>
            <a:pPr>
              <a:lnSpc>
                <a:spcPct val="114000"/>
              </a:lnSpc>
              <a:spcBef>
                <a:spcPts val="300"/>
              </a:spcBef>
            </a:pPr>
            <a:r>
              <a:rPr lang="en-US" sz="1600" spc="0" dirty="0">
                <a:latin typeface="+mn-lt"/>
                <a:cs typeface="Segoe UI Semibold" panose="020B0702040204020203" pitchFamily="34" charset="0"/>
              </a:rPr>
              <a:t>Area below the dotted red line will be used for closed captions.</a:t>
            </a:r>
          </a:p>
        </p:txBody>
      </p:sp>
      <p:sp>
        <p:nvSpPr>
          <p:cNvPr id="8" name="Rectangle 7">
            <a:extLst>
              <a:ext uri="{FF2B5EF4-FFF2-40B4-BE49-F238E27FC236}">
                <a16:creationId xmlns:a16="http://schemas.microsoft.com/office/drawing/2014/main" id="{310246A0-50B6-450A-BB79-2CB0A7A45D86}"/>
              </a:ext>
              <a:ext uri="{C183D7F6-B498-43B3-948B-1728B52AA6E4}">
                <adec:decorative xmlns:adec="http://schemas.microsoft.com/office/drawing/2017/decorative" val="1"/>
              </a:ext>
            </a:extLst>
          </p:cNvPr>
          <p:cNvSpPr/>
          <p:nvPr/>
        </p:nvSpPr>
        <p:spPr bwMode="auto">
          <a:xfrm>
            <a:off x="0" y="6362608"/>
            <a:ext cx="12192000" cy="495392"/>
          </a:xfrm>
          <a:prstGeom prst="rect">
            <a:avLst/>
          </a:prstGeom>
          <a:pattFill prst="openDmnd">
            <a:fgClr>
              <a:srgbClr val="F4364C"/>
            </a:fgClr>
            <a:bgClr>
              <a:srgbClr val="FFB3BB"/>
            </a:bgClr>
          </a:patt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dirty="0">
              <a:solidFill>
                <a:srgbClr val="FFFFFF"/>
              </a:solidFill>
              <a:ea typeface="Segoe UI" pitchFamily="34" charset="0"/>
              <a:cs typeface="Segoe UI" pitchFamily="34" charset="0"/>
            </a:endParaRPr>
          </a:p>
        </p:txBody>
      </p:sp>
      <p:cxnSp>
        <p:nvCxnSpPr>
          <p:cNvPr id="10" name="Straight Connector 9" descr="Closed captioning below this line.">
            <a:extLst>
              <a:ext uri="{FF2B5EF4-FFF2-40B4-BE49-F238E27FC236}">
                <a16:creationId xmlns:a16="http://schemas.microsoft.com/office/drawing/2014/main" id="{64C45942-734E-42AB-B4FD-DC8D8932BDDB}"/>
              </a:ext>
            </a:extLst>
          </p:cNvPr>
          <p:cNvCxnSpPr>
            <a:cxnSpLocks/>
          </p:cNvCxnSpPr>
          <p:nvPr/>
        </p:nvCxnSpPr>
        <p:spPr>
          <a:xfrm>
            <a:off x="0" y="6362608"/>
            <a:ext cx="12192000" cy="0"/>
          </a:xfrm>
          <a:prstGeom prst="line">
            <a:avLst/>
          </a:prstGeom>
          <a:ln w="22225">
            <a:solidFill>
              <a:srgbClr val="F4364C"/>
            </a:solidFill>
            <a:prstDash val="sysDash"/>
            <a:headEnd type="none" w="lg" len="med"/>
            <a:tailEnd type="none" w="lg" len="med"/>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BC0A8FA0-7CCC-400C-ACA1-E248F6B495C2}"/>
              </a:ext>
            </a:extLst>
          </p:cNvPr>
          <p:cNvSpPr txBox="1"/>
          <p:nvPr/>
        </p:nvSpPr>
        <p:spPr>
          <a:xfrm>
            <a:off x="4921753" y="6502582"/>
            <a:ext cx="7047996" cy="215444"/>
          </a:xfrm>
          <a:prstGeom prst="rect">
            <a:avLst/>
          </a:prstGeom>
          <a:noFill/>
        </p:spPr>
        <p:txBody>
          <a:bodyPr wrap="square" lIns="0" tIns="0" rIns="0" bIns="0" rtlCol="0" anchor="ctr">
            <a:spAutoFit/>
          </a:bodyPr>
          <a:lstStyle/>
          <a:p>
            <a:r>
              <a:rPr lang="en-US" sz="1400" dirty="0">
                <a:solidFill>
                  <a:srgbClr val="000000"/>
                </a:solidFill>
                <a:latin typeface="+mj-lt"/>
              </a:rPr>
              <a:t>Closed captions clear space. Keep all presentation content above the red line.</a:t>
            </a:r>
          </a:p>
        </p:txBody>
      </p:sp>
      <p:cxnSp>
        <p:nvCxnSpPr>
          <p:cNvPr id="18" name="Straight Arrow Connector 17">
            <a:extLst>
              <a:ext uri="{FF2B5EF4-FFF2-40B4-BE49-F238E27FC236}">
                <a16:creationId xmlns:a16="http://schemas.microsoft.com/office/drawing/2014/main" id="{3C2317F9-CAEF-5B24-969A-C8744D3C3F52}"/>
              </a:ext>
              <a:ext uri="{C183D7F6-B498-43B3-948B-1728B52AA6E4}">
                <adec:decorative xmlns:adec="http://schemas.microsoft.com/office/drawing/2017/decorative" val="1"/>
              </a:ext>
            </a:extLst>
          </p:cNvPr>
          <p:cNvCxnSpPr>
            <a:cxnSpLocks/>
          </p:cNvCxnSpPr>
          <p:nvPr/>
        </p:nvCxnSpPr>
        <p:spPr>
          <a:xfrm>
            <a:off x="4722813" y="6394450"/>
            <a:ext cx="0" cy="449403"/>
          </a:xfrm>
          <a:prstGeom prst="straightConnector1">
            <a:avLst/>
          </a:prstGeom>
          <a:ln w="25400">
            <a:solidFill>
              <a:srgbClr val="F4364C"/>
            </a:solidFill>
            <a:headEnd type="arrow" w="med" len="sm"/>
            <a:tailEnd type="arrow" w="med"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2984688"/>
      </p:ext>
    </p:extLst>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title">
            <a:extLst>
              <a:ext uri="{FF2B5EF4-FFF2-40B4-BE49-F238E27FC236}">
                <a16:creationId xmlns:a16="http://schemas.microsoft.com/office/drawing/2014/main" id="{1B027A59-96AF-406B-A5C9-5D24B253ED49}"/>
              </a:ext>
            </a:extLst>
          </p:cNvPr>
          <p:cNvSpPr>
            <a:spLocks noGrp="1"/>
          </p:cNvSpPr>
          <p:nvPr>
            <p:ph type="title"/>
          </p:nvPr>
        </p:nvSpPr>
        <p:spPr/>
        <p:txBody>
          <a:bodyPr/>
          <a:lstStyle/>
          <a:p>
            <a:r>
              <a:rPr lang="en-US" sz="2000" spc="0" dirty="0">
                <a:solidFill>
                  <a:schemeClr val="tx1"/>
                </a:solidFill>
              </a:rPr>
              <a:t>Ensure slide content is accessible</a:t>
            </a:r>
          </a:p>
        </p:txBody>
      </p:sp>
      <p:sp>
        <p:nvSpPr>
          <p:cNvPr id="3" name="Accessiblity definition">
            <a:extLst>
              <a:ext uri="{FF2B5EF4-FFF2-40B4-BE49-F238E27FC236}">
                <a16:creationId xmlns:a16="http://schemas.microsoft.com/office/drawing/2014/main" id="{6514054D-2F19-4667-931D-9475B9BAADA8}"/>
              </a:ext>
            </a:extLst>
          </p:cNvPr>
          <p:cNvSpPr txBox="1">
            <a:spLocks/>
          </p:cNvSpPr>
          <p:nvPr/>
        </p:nvSpPr>
        <p:spPr>
          <a:xfrm>
            <a:off x="585788" y="914400"/>
            <a:ext cx="11025188" cy="166199"/>
          </a:xfrm>
          <a:prstGeom prst="rect">
            <a:avLst/>
          </a:prstGeom>
        </p:spPr>
        <p:txBody>
          <a:bodyPr vert="horz" wrap="square" lIns="0" tIns="0" rIns="0" bIns="0" rtlCol="0">
            <a:spAutoFit/>
          </a:bodyPr>
          <a:lstStyle>
            <a:defPPr>
              <a:defRPr lang="en-US"/>
            </a:defPPr>
            <a:lvl1pPr marR="0" indent="0" defTabSz="914363" fontAlgn="auto">
              <a:lnSpc>
                <a:spcPct val="90000"/>
              </a:lnSpc>
              <a:spcBef>
                <a:spcPts val="2400"/>
              </a:spcBef>
              <a:spcAft>
                <a:spcPts val="0"/>
              </a:spcAft>
              <a:buClrTx/>
              <a:buSzPct val="90000"/>
              <a:buFont typeface="Arial" pitchFamily="34" charset="0"/>
              <a:buNone/>
              <a:tabLst/>
              <a:defRPr sz="2000" spc="0" baseline="0">
                <a:gradFill>
                  <a:gsLst>
                    <a:gs pos="21538">
                      <a:schemeClr val="tx1"/>
                    </a:gs>
                    <a:gs pos="33000">
                      <a:schemeClr val="tx1"/>
                    </a:gs>
                  </a:gsLst>
                  <a:lin ang="5400000" scaled="0"/>
                </a:gradFill>
              </a:defRPr>
            </a:lvl1pPr>
            <a:lvl2pPr marL="0" marR="0" indent="0" defTabSz="914363" fontAlgn="auto">
              <a:lnSpc>
                <a:spcPct val="90000"/>
              </a:lnSpc>
              <a:spcBef>
                <a:spcPct val="20000"/>
              </a:spcBef>
              <a:spcAft>
                <a:spcPts val="0"/>
              </a:spcAft>
              <a:buClrTx/>
              <a:buSzPct val="90000"/>
              <a:buFont typeface="Wingdings" pitchFamily="2" charset="2"/>
              <a:buNone/>
              <a:tabLst/>
              <a:defRPr sz="2000" spc="0" baseline="0">
                <a:gradFill>
                  <a:gsLst>
                    <a:gs pos="100000">
                      <a:schemeClr val="tx1"/>
                    </a:gs>
                    <a:gs pos="6000">
                      <a:schemeClr val="tx1"/>
                    </a:gs>
                  </a:gsLst>
                  <a:lin ang="5400000" scaled="0"/>
                </a:gradFill>
              </a:defRPr>
            </a:lvl2pPr>
            <a:lvl3pPr marL="231775" marR="0" indent="0" defTabSz="914363" fontAlgn="auto">
              <a:lnSpc>
                <a:spcPct val="90000"/>
              </a:lnSpc>
              <a:spcBef>
                <a:spcPct val="20000"/>
              </a:spcBef>
              <a:spcAft>
                <a:spcPts val="0"/>
              </a:spcAft>
              <a:buClrTx/>
              <a:buSzPct val="90000"/>
              <a:buFont typeface="Wingdings" pitchFamily="2" charset="2"/>
              <a:buNone/>
              <a:tabLst>
                <a:tab pos="798513" algn="l"/>
              </a:tabLst>
              <a:defRPr sz="2000" spc="0" baseline="0">
                <a:gradFill>
                  <a:gsLst>
                    <a:gs pos="100000">
                      <a:schemeClr val="tx1"/>
                    </a:gs>
                    <a:gs pos="6000">
                      <a:schemeClr val="tx1"/>
                    </a:gs>
                  </a:gsLst>
                  <a:lin ang="5400000" scaled="0"/>
                </a:gradFill>
              </a:defRPr>
            </a:lvl3pPr>
            <a:lvl4pPr marL="457200" marR="0" indent="0" defTabSz="914363" fontAlgn="auto">
              <a:lnSpc>
                <a:spcPct val="90000"/>
              </a:lnSpc>
              <a:spcBef>
                <a:spcPct val="20000"/>
              </a:spcBef>
              <a:spcAft>
                <a:spcPts val="0"/>
              </a:spcAft>
              <a:buClrTx/>
              <a:buSzPct val="90000"/>
              <a:buFont typeface="Wingdings" pitchFamily="2" charset="2"/>
              <a:buNone/>
              <a:tabLst/>
              <a:defRPr sz="2000" spc="0" baseline="0">
                <a:gradFill>
                  <a:gsLst>
                    <a:gs pos="100000">
                      <a:schemeClr val="tx1"/>
                    </a:gs>
                    <a:gs pos="6000">
                      <a:schemeClr val="tx1"/>
                    </a:gs>
                  </a:gsLst>
                  <a:lin ang="5400000" scaled="0"/>
                </a:gradFill>
              </a:defRPr>
            </a:lvl4pPr>
            <a:lvl5pPr marL="693738" marR="0" indent="0" defTabSz="914363" fontAlgn="auto">
              <a:lnSpc>
                <a:spcPct val="90000"/>
              </a:lnSpc>
              <a:spcBef>
                <a:spcPct val="20000"/>
              </a:spcBef>
              <a:spcAft>
                <a:spcPts val="0"/>
              </a:spcAft>
              <a:buClrTx/>
              <a:buSzPct val="90000"/>
              <a:buFont typeface="Wingdings" pitchFamily="2" charset="2"/>
              <a:buNone/>
              <a:tabLst>
                <a:tab pos="1255713" algn="l"/>
              </a:tabLst>
              <a:defRPr sz="2000" spc="0" baseline="0">
                <a:gradFill>
                  <a:gsLst>
                    <a:gs pos="100000">
                      <a:schemeClr val="tx1"/>
                    </a:gs>
                    <a:gs pos="6000">
                      <a:schemeClr val="tx1"/>
                    </a:gs>
                  </a:gsLst>
                  <a:lin ang="5400000" scaled="0"/>
                </a:gradFill>
              </a:defRPr>
            </a:lvl5pPr>
            <a:lvl6pPr marL="2514499" indent="-228591" defTabSz="914363">
              <a:spcBef>
                <a:spcPct val="20000"/>
              </a:spcBef>
              <a:buFont typeface="Arial" pitchFamily="34" charset="0"/>
              <a:buChar char="•"/>
              <a:defRPr sz="2000"/>
            </a:lvl6pPr>
            <a:lvl7pPr marL="2971681" indent="-228591" defTabSz="914363">
              <a:spcBef>
                <a:spcPct val="20000"/>
              </a:spcBef>
              <a:buFont typeface="Arial" pitchFamily="34" charset="0"/>
              <a:buChar char="•"/>
              <a:defRPr sz="2000"/>
            </a:lvl7pPr>
            <a:lvl8pPr marL="3428863" indent="-228591" defTabSz="914363">
              <a:spcBef>
                <a:spcPct val="20000"/>
              </a:spcBef>
              <a:buFont typeface="Arial" pitchFamily="34" charset="0"/>
              <a:buChar char="•"/>
              <a:defRPr sz="2000"/>
            </a:lvl8pPr>
            <a:lvl9pPr marL="3886045" indent="-228591" defTabSz="914363">
              <a:spcBef>
                <a:spcPct val="20000"/>
              </a:spcBef>
              <a:buFont typeface="Arial" pitchFamily="34" charset="0"/>
              <a:buChar char="•"/>
              <a:defRPr sz="2000"/>
            </a:lvl9pPr>
          </a:lstStyle>
          <a:p>
            <a:r>
              <a:rPr lang="en-US" sz="1200" dirty="0">
                <a:solidFill>
                  <a:schemeClr val="tx1"/>
                </a:solidFill>
              </a:rPr>
              <a:t>Take the following steps to create accessible content that everyone can consume effectively.</a:t>
            </a:r>
          </a:p>
        </p:txBody>
      </p:sp>
      <p:sp>
        <p:nvSpPr>
          <p:cNvPr id="37" name="Contrast instructions text box">
            <a:extLst>
              <a:ext uri="{FF2B5EF4-FFF2-40B4-BE49-F238E27FC236}">
                <a16:creationId xmlns:a16="http://schemas.microsoft.com/office/drawing/2014/main" id="{20DEDD7D-8FEA-4C76-9F0C-85F00716692E}"/>
              </a:ext>
            </a:extLst>
          </p:cNvPr>
          <p:cNvSpPr txBox="1">
            <a:spLocks/>
          </p:cNvSpPr>
          <p:nvPr/>
        </p:nvSpPr>
        <p:spPr>
          <a:xfrm>
            <a:off x="581978" y="1435100"/>
            <a:ext cx="1965960" cy="2009076"/>
          </a:xfrm>
          <a:prstGeom prst="rect">
            <a:avLst/>
          </a:prstGeom>
        </p:spPr>
        <p:txBody>
          <a:bodyPr lIns="0" tIns="0" rIns="0" bIns="0">
            <a:spAutoFit/>
          </a:bodyPr>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14367">
              <a:lnSpc>
                <a:spcPct val="100000"/>
              </a:lnSpc>
              <a:spcBef>
                <a:spcPts val="0"/>
              </a:spcBef>
              <a:spcAft>
                <a:spcPts val="600"/>
              </a:spcAft>
              <a:buNone/>
              <a:defRPr/>
            </a:pPr>
            <a:r>
              <a:rPr lang="en-US" sz="1600" dirty="0">
                <a:solidFill>
                  <a:schemeClr val="tx1"/>
                </a:solidFill>
                <a:cs typeface="Segoe UI Semibold" panose="020B0702040204020203" pitchFamily="34" charset="0"/>
              </a:rPr>
              <a:t>Contrast</a:t>
            </a:r>
          </a:p>
          <a:p>
            <a:pPr marL="0" indent="0" defTabSz="903827">
              <a:lnSpc>
                <a:spcPct val="100000"/>
              </a:lnSpc>
              <a:spcBef>
                <a:spcPts val="775"/>
              </a:spcBef>
              <a:buNone/>
              <a:defRPr/>
            </a:pPr>
            <a:r>
              <a:rPr lang="en-US" sz="1200" dirty="0">
                <a:solidFill>
                  <a:schemeClr val="tx1"/>
                </a:solidFill>
                <a:latin typeface="Segoe UI" panose="020B0502040204020203" pitchFamily="34" charset="0"/>
                <a:cs typeface="Segoe UI" panose="020B0502040204020203" pitchFamily="34" charset="0"/>
              </a:rPr>
              <a:t>Use high contrast colors for maximum readability</a:t>
            </a:r>
          </a:p>
          <a:p>
            <a:pPr marL="0" indent="0" defTabSz="903827">
              <a:lnSpc>
                <a:spcPct val="100000"/>
              </a:lnSpc>
              <a:spcBef>
                <a:spcPts val="581"/>
              </a:spcBef>
              <a:buNone/>
              <a:defRPr/>
            </a:pPr>
            <a:r>
              <a:rPr lang="en-US" sz="1200" dirty="0">
                <a:solidFill>
                  <a:schemeClr val="tx1"/>
                </a:solidFill>
                <a:latin typeface="Segoe UI" panose="020B0502040204020203" pitchFamily="34" charset="0"/>
                <a:cs typeface="Segoe UI" panose="020B0502040204020203" pitchFamily="34" charset="0"/>
              </a:rPr>
              <a:t>The recommended contrast ratio is at least 4.5:1</a:t>
            </a:r>
          </a:p>
          <a:p>
            <a:pPr marL="0" indent="0" defTabSz="903827">
              <a:lnSpc>
                <a:spcPct val="100000"/>
              </a:lnSpc>
              <a:spcBef>
                <a:spcPts val="581"/>
              </a:spcBef>
              <a:buNone/>
              <a:defRPr/>
            </a:pPr>
            <a:endParaRPr lang="en-US" sz="1163" dirty="0">
              <a:gradFill>
                <a:gsLst>
                  <a:gs pos="15356">
                    <a:srgbClr val="1A1A1A"/>
                  </a:gs>
                  <a:gs pos="56000">
                    <a:srgbClr val="1A1A1A"/>
                  </a:gs>
                </a:gsLst>
                <a:lin ang="5400000" scaled="0"/>
              </a:gradFill>
              <a:latin typeface="Segoe UI" panose="020B0502040204020203" pitchFamily="34" charset="0"/>
            </a:endParaRPr>
          </a:p>
          <a:p>
            <a:pPr marL="0" indent="0" defTabSz="903827">
              <a:lnSpc>
                <a:spcPct val="100000"/>
              </a:lnSpc>
              <a:spcBef>
                <a:spcPts val="581"/>
              </a:spcBef>
              <a:buNone/>
              <a:defRPr/>
            </a:pPr>
            <a:endParaRPr lang="en-US" sz="1163" dirty="0">
              <a:gradFill>
                <a:gsLst>
                  <a:gs pos="15356">
                    <a:srgbClr val="1A1A1A"/>
                  </a:gs>
                  <a:gs pos="56000">
                    <a:srgbClr val="1A1A1A"/>
                  </a:gs>
                </a:gsLst>
                <a:lin ang="5400000" scaled="0"/>
              </a:gradFill>
              <a:latin typeface="Segoe UI" panose="020B0502040204020203" pitchFamily="34" charset="0"/>
            </a:endParaRPr>
          </a:p>
          <a:p>
            <a:pPr marL="0" indent="0" defTabSz="903827">
              <a:lnSpc>
                <a:spcPct val="100000"/>
              </a:lnSpc>
              <a:spcBef>
                <a:spcPts val="581"/>
              </a:spcBef>
              <a:buNone/>
              <a:defRPr/>
            </a:pPr>
            <a:endParaRPr lang="en-US" sz="1163" dirty="0">
              <a:gradFill>
                <a:gsLst>
                  <a:gs pos="15356">
                    <a:srgbClr val="1A1A1A"/>
                  </a:gs>
                  <a:gs pos="56000">
                    <a:srgbClr val="1A1A1A"/>
                  </a:gs>
                </a:gsLst>
                <a:lin ang="5400000" scaled="0"/>
              </a:gradFill>
              <a:latin typeface="Segoe UI" panose="020B0502040204020203" pitchFamily="34" charset="0"/>
            </a:endParaRPr>
          </a:p>
        </p:txBody>
      </p:sp>
      <p:pic>
        <p:nvPicPr>
          <p:cNvPr id="5" name="Text contrast example" descr="Contrast example&#10;&#10;Graphic showing a comparison of contrasted text and background colors. The first block is light grey with dark grey text that reads &quot;Text&quot;. The second block is blue with white text that reads &quot;Text&quot;. The third block is light blue with white text that reads &quot;Text&quot; and a red slash over it.">
            <a:extLst>
              <a:ext uri="{FF2B5EF4-FFF2-40B4-BE49-F238E27FC236}">
                <a16:creationId xmlns:a16="http://schemas.microsoft.com/office/drawing/2014/main" id="{961B990F-5FB2-4B27-84E5-14D427CB6997}"/>
              </a:ext>
            </a:extLst>
          </p:cNvPr>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582125" y="2816560"/>
            <a:ext cx="1956816" cy="469392"/>
          </a:xfrm>
          <a:prstGeom prst="rect">
            <a:avLst/>
          </a:prstGeom>
        </p:spPr>
      </p:pic>
      <p:sp>
        <p:nvSpPr>
          <p:cNvPr id="38" name="Contrast instructions text box">
            <a:extLst>
              <a:ext uri="{FF2B5EF4-FFF2-40B4-BE49-F238E27FC236}">
                <a16:creationId xmlns:a16="http://schemas.microsoft.com/office/drawing/2014/main" id="{2F4B2438-A3DB-41FC-8A90-FEBAB7AD5691}"/>
              </a:ext>
            </a:extLst>
          </p:cNvPr>
          <p:cNvSpPr txBox="1">
            <a:spLocks/>
          </p:cNvSpPr>
          <p:nvPr/>
        </p:nvSpPr>
        <p:spPr>
          <a:xfrm>
            <a:off x="581978" y="3480862"/>
            <a:ext cx="1965960" cy="769441"/>
          </a:xfrm>
          <a:prstGeom prst="rect">
            <a:avLst/>
          </a:prstGeom>
        </p:spPr>
        <p:txBody>
          <a:bodyPr lIns="0" tIns="0" rIns="0" bIns="0">
            <a:spAutoFit/>
          </a:bodyPr>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03827">
              <a:lnSpc>
                <a:spcPct val="100000"/>
              </a:lnSpc>
              <a:spcBef>
                <a:spcPts val="1163"/>
              </a:spcBef>
              <a:buNone/>
              <a:defRPr/>
            </a:pPr>
            <a:r>
              <a:rPr lang="en-US" sz="1200" dirty="0">
                <a:solidFill>
                  <a:schemeClr val="tx1"/>
                </a:solidFill>
                <a:cs typeface="Segoe UI" panose="020B0502040204020203" pitchFamily="34" charset="0"/>
              </a:rPr>
              <a:t>Color Contrast Analyzer</a:t>
            </a:r>
          </a:p>
          <a:p>
            <a:pPr marL="0" indent="0" defTabSz="903827">
              <a:lnSpc>
                <a:spcPct val="110000"/>
              </a:lnSpc>
              <a:spcBef>
                <a:spcPts val="581"/>
              </a:spcBef>
              <a:buNone/>
              <a:defRPr/>
            </a:pPr>
            <a:r>
              <a:rPr lang="en-US" sz="1000" dirty="0">
                <a:solidFill>
                  <a:schemeClr val="tx1"/>
                </a:solidFill>
                <a:latin typeface="Segoe UI" panose="020B0502040204020203" pitchFamily="34" charset="0"/>
                <a:cs typeface="Segoe UI" panose="020B0502040204020203" pitchFamily="34" charset="0"/>
              </a:rPr>
              <a:t>Download this tool to determine the legibility of text and the contrast of visual elements</a:t>
            </a:r>
          </a:p>
        </p:txBody>
      </p:sp>
      <p:grpSp>
        <p:nvGrpSpPr>
          <p:cNvPr id="57" name="Download Button" descr="A blue block with the download symbol and text that reads &quot;Download&quot;. This is object has a link to http://www.paciellogroup.com/resources/contrastAnalyser" title="Color Contrast Analyzer link">
            <a:extLst>
              <a:ext uri="{FF2B5EF4-FFF2-40B4-BE49-F238E27FC236}">
                <a16:creationId xmlns:a16="http://schemas.microsoft.com/office/drawing/2014/main" id="{5DB1FF77-B404-417B-83F7-3CF7D11966A9}"/>
              </a:ext>
            </a:extLst>
          </p:cNvPr>
          <p:cNvGrpSpPr/>
          <p:nvPr/>
        </p:nvGrpSpPr>
        <p:grpSpPr>
          <a:xfrm>
            <a:off x="597535" y="4340436"/>
            <a:ext cx="1950402" cy="450327"/>
            <a:chOff x="490358" y="4875348"/>
            <a:chExt cx="2144219" cy="464743"/>
          </a:xfrm>
        </p:grpSpPr>
        <p:sp>
          <p:nvSpPr>
            <p:cNvPr id="58" name="Download label">
              <a:hlinkClick r:id="rId4"/>
              <a:extLst>
                <a:ext uri="{FF2B5EF4-FFF2-40B4-BE49-F238E27FC236}">
                  <a16:creationId xmlns:a16="http://schemas.microsoft.com/office/drawing/2014/main" id="{3815550E-8A48-41BD-A79B-0954654B269F}"/>
                </a:ext>
              </a:extLst>
            </p:cNvPr>
            <p:cNvSpPr txBox="1">
              <a:spLocks/>
            </p:cNvSpPr>
            <p:nvPr/>
          </p:nvSpPr>
          <p:spPr>
            <a:xfrm>
              <a:off x="490358" y="4875348"/>
              <a:ext cx="2144219" cy="464743"/>
            </a:xfrm>
            <a:prstGeom prst="rect">
              <a:avLst/>
            </a:prstGeom>
            <a:solidFill>
              <a:srgbClr val="0078D4"/>
            </a:solidFill>
          </p:spPr>
          <p:txBody>
            <a:bodyPr wrap="square" lIns="141766" tIns="141766" rIns="141766" bIns="141766" anchor="ctr">
              <a:spAutoFit/>
            </a:bodyPr>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defTabSz="903827">
                <a:lnSpc>
                  <a:spcPct val="100000"/>
                </a:lnSpc>
                <a:spcBef>
                  <a:spcPts val="0"/>
                </a:spcBef>
                <a:spcAft>
                  <a:spcPts val="581"/>
                </a:spcAft>
                <a:buNone/>
                <a:defRPr/>
              </a:pPr>
              <a:r>
                <a:rPr lang="en-US" sz="1066" b="1" dirty="0">
                  <a:solidFill>
                    <a:srgbClr val="FFFFFF"/>
                  </a:solidFill>
                  <a:latin typeface="Segoe UI" panose="020B0502040204020203" pitchFamily="34" charset="0"/>
                </a:rPr>
                <a:t>Download</a:t>
              </a:r>
            </a:p>
          </p:txBody>
        </p:sp>
        <p:sp>
          <p:nvSpPr>
            <p:cNvPr id="59" name="Download button">
              <a:extLst>
                <a:ext uri="{FF2B5EF4-FFF2-40B4-BE49-F238E27FC236}">
                  <a16:creationId xmlns:a16="http://schemas.microsoft.com/office/drawing/2014/main" id="{D9423BB1-426F-43D9-8EFE-F86CBCF6E146}"/>
                </a:ext>
              </a:extLst>
            </p:cNvPr>
            <p:cNvSpPr>
              <a:spLocks noChangeAspect="1" noEditPoints="1"/>
            </p:cNvSpPr>
            <p:nvPr/>
          </p:nvSpPr>
          <p:spPr bwMode="auto">
            <a:xfrm>
              <a:off x="950966" y="5020486"/>
              <a:ext cx="93930" cy="161766"/>
            </a:xfrm>
            <a:custGeom>
              <a:avLst/>
              <a:gdLst>
                <a:gd name="T0" fmla="*/ 144 w 144"/>
                <a:gd name="T1" fmla="*/ 132 h 248"/>
                <a:gd name="T2" fmla="*/ 72 w 144"/>
                <a:gd name="T3" fmla="*/ 203 h 248"/>
                <a:gd name="T4" fmla="*/ 0 w 144"/>
                <a:gd name="T5" fmla="*/ 132 h 248"/>
                <a:gd name="T6" fmla="*/ 72 w 144"/>
                <a:gd name="T7" fmla="*/ 203 h 248"/>
                <a:gd name="T8" fmla="*/ 72 w 144"/>
                <a:gd name="T9" fmla="*/ 0 h 248"/>
                <a:gd name="T10" fmla="*/ 0 w 144"/>
                <a:gd name="T11" fmla="*/ 248 h 248"/>
                <a:gd name="T12" fmla="*/ 144 w 144"/>
                <a:gd name="T13" fmla="*/ 248 h 248"/>
              </a:gdLst>
              <a:ahLst/>
              <a:cxnLst>
                <a:cxn ang="0">
                  <a:pos x="T0" y="T1"/>
                </a:cxn>
                <a:cxn ang="0">
                  <a:pos x="T2" y="T3"/>
                </a:cxn>
                <a:cxn ang="0">
                  <a:pos x="T4" y="T5"/>
                </a:cxn>
                <a:cxn ang="0">
                  <a:pos x="T6" y="T7"/>
                </a:cxn>
                <a:cxn ang="0">
                  <a:pos x="T8" y="T9"/>
                </a:cxn>
                <a:cxn ang="0">
                  <a:pos x="T10" y="T11"/>
                </a:cxn>
                <a:cxn ang="0">
                  <a:pos x="T12" y="T13"/>
                </a:cxn>
              </a:cxnLst>
              <a:rect l="0" t="0" r="r" b="b"/>
              <a:pathLst>
                <a:path w="144" h="248">
                  <a:moveTo>
                    <a:pt x="144" y="132"/>
                  </a:moveTo>
                  <a:lnTo>
                    <a:pt x="72" y="203"/>
                  </a:lnTo>
                  <a:lnTo>
                    <a:pt x="0" y="132"/>
                  </a:lnTo>
                  <a:moveTo>
                    <a:pt x="72" y="203"/>
                  </a:moveTo>
                  <a:lnTo>
                    <a:pt x="72" y="0"/>
                  </a:lnTo>
                  <a:moveTo>
                    <a:pt x="0" y="248"/>
                  </a:moveTo>
                  <a:lnTo>
                    <a:pt x="144" y="248"/>
                  </a:lnTo>
                </a:path>
              </a:pathLst>
            </a:custGeom>
            <a:noFill/>
            <a:ln w="19050" cap="flat">
              <a:solidFill>
                <a:srgbClr val="FFFFFF"/>
              </a:solidFill>
              <a:prstDash val="solid"/>
              <a:miter lim="800000"/>
              <a:headEnd/>
              <a:tailEnd/>
            </a:ln>
          </p:spPr>
          <p:txBody>
            <a:bodyPr vert="horz" wrap="square" lIns="88604" tIns="44302" rIns="88604" bIns="44302" numCol="1" anchor="t" anchorCtr="0" compatLnSpc="1">
              <a:prstTxWarp prst="textNoShape">
                <a:avLst/>
              </a:prstTxWarp>
            </a:bodyPr>
            <a:lstStyle/>
            <a:p>
              <a:pPr defTabSz="886022"/>
              <a:endParaRPr lang="en-US" sz="872" dirty="0">
                <a:gradFill>
                  <a:gsLst>
                    <a:gs pos="15356">
                      <a:srgbClr val="1A1A1A"/>
                    </a:gs>
                    <a:gs pos="56000">
                      <a:srgbClr val="1A1A1A"/>
                    </a:gs>
                  </a:gsLst>
                  <a:lin ang="5400000" scaled="0"/>
                </a:gradFill>
                <a:latin typeface="Segoe UI" panose="020B0502040204020203" pitchFamily="34" charset="0"/>
              </a:endParaRPr>
            </a:p>
          </p:txBody>
        </p:sp>
      </p:grpSp>
      <p:sp>
        <p:nvSpPr>
          <p:cNvPr id="60" name="Shape &amp; color instruciton text box">
            <a:extLst>
              <a:ext uri="{FF2B5EF4-FFF2-40B4-BE49-F238E27FC236}">
                <a16:creationId xmlns:a16="http://schemas.microsoft.com/office/drawing/2014/main" id="{C2360DC8-3A46-4137-A4F2-FDA24265CA9D}"/>
              </a:ext>
            </a:extLst>
          </p:cNvPr>
          <p:cNvSpPr txBox="1">
            <a:spLocks/>
          </p:cNvSpPr>
          <p:nvPr/>
        </p:nvSpPr>
        <p:spPr>
          <a:xfrm>
            <a:off x="2843458" y="1435100"/>
            <a:ext cx="1965960" cy="1717714"/>
          </a:xfrm>
          <a:prstGeom prst="rect">
            <a:avLst/>
          </a:prstGeom>
        </p:spPr>
        <p:txBody>
          <a:bodyPr lIns="0" tIns="0" rIns="0" bIns="0">
            <a:spAutoFit/>
          </a:bodyPr>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14367">
              <a:lnSpc>
                <a:spcPct val="100000"/>
              </a:lnSpc>
              <a:spcBef>
                <a:spcPts val="0"/>
              </a:spcBef>
              <a:spcAft>
                <a:spcPts val="600"/>
              </a:spcAft>
              <a:buNone/>
              <a:defRPr/>
            </a:pPr>
            <a:r>
              <a:rPr lang="en-US" sz="1600" dirty="0">
                <a:solidFill>
                  <a:schemeClr val="tx1"/>
                </a:solidFill>
                <a:cs typeface="Segoe UI Semibold" panose="020B0702040204020203" pitchFamily="34" charset="0"/>
              </a:rPr>
              <a:t>Shape and color</a:t>
            </a:r>
          </a:p>
          <a:p>
            <a:pPr marL="0" indent="0" defTabSz="903827">
              <a:lnSpc>
                <a:spcPct val="100000"/>
              </a:lnSpc>
              <a:spcBef>
                <a:spcPts val="775"/>
              </a:spcBef>
              <a:buNone/>
              <a:defRPr/>
            </a:pPr>
            <a:r>
              <a:rPr lang="en-US" sz="1200" dirty="0">
                <a:solidFill>
                  <a:schemeClr val="tx1"/>
                </a:solidFill>
                <a:latin typeface="Segoe UI" panose="020B0502040204020203" pitchFamily="34" charset="0"/>
                <a:cs typeface="Segoe UI" panose="020B0502040204020203" pitchFamily="34" charset="0"/>
              </a:rPr>
              <a:t>Use different shapes with a legend to indicate statuses to accommodate for color blindness</a:t>
            </a:r>
          </a:p>
          <a:p>
            <a:pPr marL="0" indent="0" defTabSz="903827">
              <a:lnSpc>
                <a:spcPct val="100000"/>
              </a:lnSpc>
              <a:spcBef>
                <a:spcPts val="1163"/>
              </a:spcBef>
              <a:buNone/>
              <a:defRPr/>
            </a:pPr>
            <a:r>
              <a:rPr lang="en-US" sz="1200" b="1" dirty="0">
                <a:solidFill>
                  <a:schemeClr val="tx1"/>
                </a:solidFill>
                <a:latin typeface="Segoe UI" panose="020B0502040204020203" pitchFamily="34" charset="0"/>
                <a:cs typeface="Segoe UI" panose="020B0502040204020203" pitchFamily="34" charset="0"/>
              </a:rPr>
              <a:t>Example: </a:t>
            </a:r>
          </a:p>
          <a:p>
            <a:pPr marL="0" indent="0" defTabSz="903827">
              <a:lnSpc>
                <a:spcPct val="100000"/>
              </a:lnSpc>
              <a:buNone/>
              <a:defRPr/>
            </a:pPr>
            <a:endParaRPr lang="en-US" sz="1163" dirty="0">
              <a:gradFill>
                <a:gsLst>
                  <a:gs pos="15356">
                    <a:srgbClr val="1A1A1A"/>
                  </a:gs>
                  <a:gs pos="56000">
                    <a:srgbClr val="1A1A1A"/>
                  </a:gs>
                </a:gsLst>
                <a:lin ang="5400000" scaled="0"/>
              </a:gradFill>
              <a:latin typeface="Segoe UI" panose="020B0502040204020203" pitchFamily="34" charset="0"/>
            </a:endParaRPr>
          </a:p>
        </p:txBody>
      </p:sp>
      <p:grpSp>
        <p:nvGrpSpPr>
          <p:cNvPr id="61" name="Shape usage example" descr="Demonstration of using both shape and color to identify different entities. &#10;&#10;This is a light grey box with three lines of text that read Subject 1 with a green circle next to it, Subject 2 with a yellow triangle, and Subject 3 with a red X. Each shape has a corresponding category assigned in a key at the bottom of the graphic. The green circle is titled C1, yellow triangle titled C2, and red X titled C3.">
            <a:extLst>
              <a:ext uri="{FF2B5EF4-FFF2-40B4-BE49-F238E27FC236}">
                <a16:creationId xmlns:a16="http://schemas.microsoft.com/office/drawing/2014/main" id="{3870E2D4-BB05-4292-8B2C-684463A840EA}"/>
              </a:ext>
            </a:extLst>
          </p:cNvPr>
          <p:cNvGrpSpPr/>
          <p:nvPr/>
        </p:nvGrpSpPr>
        <p:grpSpPr>
          <a:xfrm>
            <a:off x="2835881" y="3026393"/>
            <a:ext cx="1969570" cy="1878339"/>
            <a:chOff x="2835115" y="4084309"/>
            <a:chExt cx="2012787" cy="1919555"/>
          </a:xfrm>
        </p:grpSpPr>
        <p:sp>
          <p:nvSpPr>
            <p:cNvPr id="62" name="Background and text">
              <a:hlinkClick r:id="rId4"/>
              <a:extLst>
                <a:ext uri="{FF2B5EF4-FFF2-40B4-BE49-F238E27FC236}">
                  <a16:creationId xmlns:a16="http://schemas.microsoft.com/office/drawing/2014/main" id="{6A4B7AA5-AB2E-45C8-9D8A-BDE9E243F04F}"/>
                </a:ext>
              </a:extLst>
            </p:cNvPr>
            <p:cNvSpPr txBox="1">
              <a:spLocks/>
            </p:cNvSpPr>
            <p:nvPr/>
          </p:nvSpPr>
          <p:spPr>
            <a:xfrm>
              <a:off x="2835115" y="4084309"/>
              <a:ext cx="2012787" cy="1919555"/>
            </a:xfrm>
            <a:prstGeom prst="rect">
              <a:avLst/>
            </a:prstGeom>
            <a:solidFill>
              <a:srgbClr val="FFFFFF"/>
            </a:solidFill>
            <a:ln>
              <a:solidFill>
                <a:schemeClr val="tx1"/>
              </a:solidFill>
            </a:ln>
          </p:spPr>
          <p:txBody>
            <a:bodyPr wrap="square" lIns="177207" tIns="141766" rIns="177207" bIns="141766" anchor="t">
              <a:noAutofit/>
            </a:bodyPr>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03827">
                <a:lnSpc>
                  <a:spcPct val="200000"/>
                </a:lnSpc>
                <a:spcBef>
                  <a:spcPts val="0"/>
                </a:spcBef>
                <a:spcAft>
                  <a:spcPts val="581"/>
                </a:spcAft>
                <a:buNone/>
                <a:defRPr/>
              </a:pPr>
              <a:r>
                <a:rPr lang="en-US" sz="1066" b="1" dirty="0">
                  <a:gradFill>
                    <a:gsLst>
                      <a:gs pos="15356">
                        <a:srgbClr val="1A1A1A"/>
                      </a:gs>
                      <a:gs pos="56000">
                        <a:srgbClr val="1A1A1A"/>
                      </a:gs>
                    </a:gsLst>
                    <a:lin ang="5400000" scaled="0"/>
                  </a:gradFill>
                  <a:latin typeface="Segoe UI" panose="020B0502040204020203" pitchFamily="34" charset="0"/>
                </a:rPr>
                <a:t>Subject 1</a:t>
              </a:r>
            </a:p>
            <a:p>
              <a:pPr marL="0" indent="0" defTabSz="903827">
                <a:lnSpc>
                  <a:spcPct val="200000"/>
                </a:lnSpc>
                <a:spcBef>
                  <a:spcPts val="0"/>
                </a:spcBef>
                <a:spcAft>
                  <a:spcPts val="581"/>
                </a:spcAft>
                <a:buNone/>
                <a:defRPr/>
              </a:pPr>
              <a:r>
                <a:rPr lang="en-US" sz="1066" b="1" dirty="0">
                  <a:gradFill>
                    <a:gsLst>
                      <a:gs pos="15356">
                        <a:srgbClr val="1A1A1A"/>
                      </a:gs>
                      <a:gs pos="56000">
                        <a:srgbClr val="1A1A1A"/>
                      </a:gs>
                    </a:gsLst>
                    <a:lin ang="5400000" scaled="0"/>
                  </a:gradFill>
                  <a:latin typeface="Segoe UI" panose="020B0502040204020203" pitchFamily="34" charset="0"/>
                </a:rPr>
                <a:t>Subject 2</a:t>
              </a:r>
            </a:p>
            <a:p>
              <a:pPr marL="0" indent="0" defTabSz="903827">
                <a:lnSpc>
                  <a:spcPct val="200000"/>
                </a:lnSpc>
                <a:spcBef>
                  <a:spcPts val="0"/>
                </a:spcBef>
                <a:spcAft>
                  <a:spcPts val="581"/>
                </a:spcAft>
                <a:buNone/>
                <a:defRPr/>
              </a:pPr>
              <a:r>
                <a:rPr lang="en-US" sz="1066" b="1" dirty="0">
                  <a:gradFill>
                    <a:gsLst>
                      <a:gs pos="15356">
                        <a:srgbClr val="1A1A1A"/>
                      </a:gs>
                      <a:gs pos="56000">
                        <a:srgbClr val="1A1A1A"/>
                      </a:gs>
                    </a:gsLst>
                    <a:lin ang="5400000" scaled="0"/>
                  </a:gradFill>
                  <a:latin typeface="Segoe UI" panose="020B0502040204020203" pitchFamily="34" charset="0"/>
                </a:rPr>
                <a:t>Subject 3</a:t>
              </a:r>
            </a:p>
          </p:txBody>
        </p:sp>
        <p:grpSp>
          <p:nvGrpSpPr>
            <p:cNvPr id="63" name="Group 62">
              <a:extLst>
                <a:ext uri="{FF2B5EF4-FFF2-40B4-BE49-F238E27FC236}">
                  <a16:creationId xmlns:a16="http://schemas.microsoft.com/office/drawing/2014/main" id="{44044DA5-FA1B-4F48-9EAA-783D9941E3F6}"/>
                </a:ext>
              </a:extLst>
            </p:cNvPr>
            <p:cNvGrpSpPr/>
            <p:nvPr/>
          </p:nvGrpSpPr>
          <p:grpSpPr>
            <a:xfrm>
              <a:off x="3016089" y="4633595"/>
              <a:ext cx="1603535" cy="830385"/>
              <a:chOff x="3016090" y="4740275"/>
              <a:chExt cx="1578136" cy="830385"/>
            </a:xfrm>
          </p:grpSpPr>
          <p:cxnSp>
            <p:nvCxnSpPr>
              <p:cNvPr id="75" name="Top horizontal seperator">
                <a:extLst>
                  <a:ext uri="{FF2B5EF4-FFF2-40B4-BE49-F238E27FC236}">
                    <a16:creationId xmlns:a16="http://schemas.microsoft.com/office/drawing/2014/main" id="{AEA6491A-6412-48D9-9472-A6770D45F5C2}"/>
                  </a:ext>
                  <a:ext uri="{C183D7F6-B498-43B3-948B-1728B52AA6E4}">
                    <adec:decorative xmlns:adec="http://schemas.microsoft.com/office/drawing/2017/decorative" val="1"/>
                  </a:ext>
                </a:extLst>
              </p:cNvPr>
              <p:cNvCxnSpPr>
                <a:cxnSpLocks/>
              </p:cNvCxnSpPr>
              <p:nvPr/>
            </p:nvCxnSpPr>
            <p:spPr>
              <a:xfrm>
                <a:off x="3016090" y="4740275"/>
                <a:ext cx="1578136" cy="0"/>
              </a:xfrm>
              <a:prstGeom prst="line">
                <a:avLst/>
              </a:prstGeom>
              <a:ln>
                <a:solidFill>
                  <a:srgbClr val="969696"/>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4" name="Middle horizontal seperator">
                <a:extLst>
                  <a:ext uri="{FF2B5EF4-FFF2-40B4-BE49-F238E27FC236}">
                    <a16:creationId xmlns:a16="http://schemas.microsoft.com/office/drawing/2014/main" id="{4DC437DA-FE75-4947-B72F-FAA661F5E200}"/>
                  </a:ext>
                  <a:ext uri="{C183D7F6-B498-43B3-948B-1728B52AA6E4}">
                    <adec:decorative xmlns:adec="http://schemas.microsoft.com/office/drawing/2017/decorative" val="1"/>
                  </a:ext>
                </a:extLst>
              </p:cNvPr>
              <p:cNvCxnSpPr>
                <a:cxnSpLocks/>
              </p:cNvCxnSpPr>
              <p:nvPr/>
            </p:nvCxnSpPr>
            <p:spPr>
              <a:xfrm>
                <a:off x="3016090" y="5155467"/>
                <a:ext cx="1578136" cy="0"/>
              </a:xfrm>
              <a:prstGeom prst="line">
                <a:avLst/>
              </a:prstGeom>
              <a:ln>
                <a:solidFill>
                  <a:srgbClr val="969696"/>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73" name="Bottom horizontal seperator">
                <a:extLst>
                  <a:ext uri="{FF2B5EF4-FFF2-40B4-BE49-F238E27FC236}">
                    <a16:creationId xmlns:a16="http://schemas.microsoft.com/office/drawing/2014/main" id="{8DE5CF51-EC88-4552-AD5F-23FB8B8AA45E}"/>
                  </a:ext>
                  <a:ext uri="{C183D7F6-B498-43B3-948B-1728B52AA6E4}">
                    <adec:decorative xmlns:adec="http://schemas.microsoft.com/office/drawing/2017/decorative" val="1"/>
                  </a:ext>
                </a:extLst>
              </p:cNvPr>
              <p:cNvCxnSpPr>
                <a:cxnSpLocks/>
              </p:cNvCxnSpPr>
              <p:nvPr/>
            </p:nvCxnSpPr>
            <p:spPr>
              <a:xfrm>
                <a:off x="3016090" y="5570660"/>
                <a:ext cx="1578136" cy="0"/>
              </a:xfrm>
              <a:prstGeom prst="line">
                <a:avLst/>
              </a:prstGeom>
              <a:ln>
                <a:solidFill>
                  <a:srgbClr val="969696"/>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72" name="Example green circle">
              <a:extLst>
                <a:ext uri="{FF2B5EF4-FFF2-40B4-BE49-F238E27FC236}">
                  <a16:creationId xmlns:a16="http://schemas.microsoft.com/office/drawing/2014/main" id="{5CB610F4-9E39-4351-9E1D-639078FFA23D}"/>
                </a:ext>
              </a:extLst>
            </p:cNvPr>
            <p:cNvSpPr/>
            <p:nvPr/>
          </p:nvSpPr>
          <p:spPr bwMode="auto">
            <a:xfrm>
              <a:off x="4363877" y="4379595"/>
              <a:ext cx="111286" cy="111286"/>
            </a:xfrm>
            <a:prstGeom prst="ellipse">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7207" tIns="141766" rIns="177207" bIns="141766" numCol="1" spcCol="0" rtlCol="0" fromWordArt="0" anchor="t" anchorCtr="0" forceAA="0" compatLnSpc="1">
              <a:prstTxWarp prst="textNoShape">
                <a:avLst/>
              </a:prstTxWarp>
              <a:noAutofit/>
            </a:bodyPr>
            <a:lstStyle/>
            <a:p>
              <a:pPr algn="ctr" defTabSz="903565" fontAlgn="base">
                <a:lnSpc>
                  <a:spcPct val="90000"/>
                </a:lnSpc>
                <a:spcBef>
                  <a:spcPct val="0"/>
                </a:spcBef>
                <a:spcAft>
                  <a:spcPct val="0"/>
                </a:spcAft>
              </a:pPr>
              <a:endParaRPr lang="en-US" sz="2326" dirty="0">
                <a:gradFill>
                  <a:gsLst>
                    <a:gs pos="15356">
                      <a:srgbClr val="1A1A1A"/>
                    </a:gs>
                    <a:gs pos="56000">
                      <a:srgbClr val="1A1A1A"/>
                    </a:gs>
                  </a:gsLst>
                  <a:lin ang="5400000" scaled="0"/>
                </a:gradFill>
                <a:latin typeface="Segoe UI" panose="020B0502040204020203" pitchFamily="34" charset="0"/>
                <a:ea typeface="Segoe UI" pitchFamily="34" charset="0"/>
                <a:cs typeface="Segoe UI" pitchFamily="34" charset="0"/>
              </a:endParaRPr>
            </a:p>
          </p:txBody>
        </p:sp>
        <p:sp>
          <p:nvSpPr>
            <p:cNvPr id="71" name="Example blue triangle">
              <a:extLst>
                <a:ext uri="{FF2B5EF4-FFF2-40B4-BE49-F238E27FC236}">
                  <a16:creationId xmlns:a16="http://schemas.microsoft.com/office/drawing/2014/main" id="{EFD9DC73-1A5E-4EF5-A699-3B02680761FA}"/>
                </a:ext>
              </a:extLst>
            </p:cNvPr>
            <p:cNvSpPr/>
            <p:nvPr/>
          </p:nvSpPr>
          <p:spPr bwMode="auto">
            <a:xfrm>
              <a:off x="4363877" y="4785548"/>
              <a:ext cx="111286" cy="111286"/>
            </a:xfrm>
            <a:prstGeom prst="triangle">
              <a:avLst/>
            </a:prstGeom>
            <a:solidFill>
              <a:srgbClr val="0078D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7207" tIns="141766" rIns="177207" bIns="141766" numCol="1" spcCol="0" rtlCol="0" fromWordArt="0" anchor="t" anchorCtr="0" forceAA="0" compatLnSpc="1">
              <a:prstTxWarp prst="textNoShape">
                <a:avLst/>
              </a:prstTxWarp>
              <a:noAutofit/>
            </a:bodyPr>
            <a:lstStyle/>
            <a:p>
              <a:pPr algn="ctr" defTabSz="903565" fontAlgn="base">
                <a:lnSpc>
                  <a:spcPct val="90000"/>
                </a:lnSpc>
                <a:spcBef>
                  <a:spcPct val="0"/>
                </a:spcBef>
                <a:spcAft>
                  <a:spcPct val="0"/>
                </a:spcAft>
              </a:pPr>
              <a:endParaRPr lang="en-US" sz="2326" dirty="0">
                <a:gradFill>
                  <a:gsLst>
                    <a:gs pos="15356">
                      <a:srgbClr val="1A1A1A"/>
                    </a:gs>
                    <a:gs pos="56000">
                      <a:srgbClr val="1A1A1A"/>
                    </a:gs>
                  </a:gsLst>
                  <a:lin ang="5400000" scaled="0"/>
                </a:gradFill>
                <a:latin typeface="Segoe UI" panose="020B0502040204020203" pitchFamily="34" charset="0"/>
                <a:ea typeface="Segoe UI" pitchFamily="34" charset="0"/>
                <a:cs typeface="Segoe UI" pitchFamily="34" charset="0"/>
              </a:endParaRPr>
            </a:p>
          </p:txBody>
        </p:sp>
        <p:sp>
          <p:nvSpPr>
            <p:cNvPr id="70" name="Example red X">
              <a:extLst>
                <a:ext uri="{FF2B5EF4-FFF2-40B4-BE49-F238E27FC236}">
                  <a16:creationId xmlns:a16="http://schemas.microsoft.com/office/drawing/2014/main" id="{3E1E1946-154C-47E3-86A8-1553499C78A8}"/>
                </a:ext>
              </a:extLst>
            </p:cNvPr>
            <p:cNvSpPr/>
            <p:nvPr/>
          </p:nvSpPr>
          <p:spPr bwMode="auto">
            <a:xfrm rot="2700000">
              <a:off x="4363877" y="5200740"/>
              <a:ext cx="111286" cy="111286"/>
            </a:xfrm>
            <a:prstGeom prst="plus">
              <a:avLst>
                <a:gd name="adj" fmla="val 37839"/>
              </a:avLst>
            </a:prstGeom>
            <a:solidFill>
              <a:srgbClr val="C0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7207" tIns="141766" rIns="177207" bIns="141766" numCol="1" spcCol="0" rtlCol="0" fromWordArt="0" anchor="t" anchorCtr="0" forceAA="0" compatLnSpc="1">
              <a:prstTxWarp prst="textNoShape">
                <a:avLst/>
              </a:prstTxWarp>
              <a:noAutofit/>
            </a:bodyPr>
            <a:lstStyle/>
            <a:p>
              <a:pPr algn="ctr" defTabSz="903565" fontAlgn="base">
                <a:lnSpc>
                  <a:spcPct val="90000"/>
                </a:lnSpc>
                <a:spcBef>
                  <a:spcPct val="0"/>
                </a:spcBef>
                <a:spcAft>
                  <a:spcPct val="0"/>
                </a:spcAft>
              </a:pPr>
              <a:endParaRPr lang="en-US" sz="2326" dirty="0">
                <a:gradFill>
                  <a:gsLst>
                    <a:gs pos="15356">
                      <a:srgbClr val="1A1A1A"/>
                    </a:gs>
                    <a:gs pos="56000">
                      <a:srgbClr val="1A1A1A"/>
                    </a:gs>
                  </a:gsLst>
                  <a:lin ang="5400000" scaled="0"/>
                </a:gradFill>
                <a:latin typeface="Segoe UI" panose="020B0502040204020203" pitchFamily="34" charset="0"/>
                <a:ea typeface="Segoe UI" pitchFamily="34" charset="0"/>
                <a:cs typeface="Segoe UI" pitchFamily="34" charset="0"/>
              </a:endParaRPr>
            </a:p>
          </p:txBody>
        </p:sp>
        <p:sp>
          <p:nvSpPr>
            <p:cNvPr id="69" name="Legend green circle">
              <a:extLst>
                <a:ext uri="{FF2B5EF4-FFF2-40B4-BE49-F238E27FC236}">
                  <a16:creationId xmlns:a16="http://schemas.microsoft.com/office/drawing/2014/main" id="{457BB82C-CE20-4597-88E3-60F2DAF3D41E}"/>
                </a:ext>
              </a:extLst>
            </p:cNvPr>
            <p:cNvSpPr/>
            <p:nvPr/>
          </p:nvSpPr>
          <p:spPr bwMode="auto">
            <a:xfrm>
              <a:off x="3025614" y="5661498"/>
              <a:ext cx="111286" cy="111286"/>
            </a:xfrm>
            <a:prstGeom prst="ellipse">
              <a:avLst/>
            </a:prstGeom>
            <a:solidFill>
              <a:srgbClr val="107C1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7207" tIns="141766" rIns="177207" bIns="141766" numCol="1" spcCol="0" rtlCol="0" fromWordArt="0" anchor="t" anchorCtr="0" forceAA="0" compatLnSpc="1">
              <a:prstTxWarp prst="textNoShape">
                <a:avLst/>
              </a:prstTxWarp>
              <a:noAutofit/>
            </a:bodyPr>
            <a:lstStyle/>
            <a:p>
              <a:pPr algn="ctr" defTabSz="903565" fontAlgn="base">
                <a:lnSpc>
                  <a:spcPct val="90000"/>
                </a:lnSpc>
                <a:spcBef>
                  <a:spcPct val="0"/>
                </a:spcBef>
                <a:spcAft>
                  <a:spcPct val="0"/>
                </a:spcAft>
              </a:pPr>
              <a:endParaRPr lang="en-US" sz="2326" dirty="0">
                <a:gradFill>
                  <a:gsLst>
                    <a:gs pos="15356">
                      <a:srgbClr val="1A1A1A"/>
                    </a:gs>
                    <a:gs pos="56000">
                      <a:srgbClr val="1A1A1A"/>
                    </a:gs>
                  </a:gsLst>
                  <a:lin ang="5400000" scaled="0"/>
                </a:gradFill>
                <a:latin typeface="Segoe UI" panose="020B0502040204020203" pitchFamily="34" charset="0"/>
                <a:ea typeface="Segoe UI" pitchFamily="34" charset="0"/>
                <a:cs typeface="Segoe UI" pitchFamily="34" charset="0"/>
              </a:endParaRPr>
            </a:p>
          </p:txBody>
        </p:sp>
        <p:sp>
          <p:nvSpPr>
            <p:cNvPr id="68" name="Legend green circle label">
              <a:extLst>
                <a:ext uri="{FF2B5EF4-FFF2-40B4-BE49-F238E27FC236}">
                  <a16:creationId xmlns:a16="http://schemas.microsoft.com/office/drawing/2014/main" id="{53BDBD52-F752-4F48-9135-3E49279B23BC}"/>
                </a:ext>
              </a:extLst>
            </p:cNvPr>
            <p:cNvSpPr txBox="1">
              <a:spLocks/>
            </p:cNvSpPr>
            <p:nvPr/>
          </p:nvSpPr>
          <p:spPr>
            <a:xfrm>
              <a:off x="3025614" y="5490006"/>
              <a:ext cx="652731" cy="454270"/>
            </a:xfrm>
            <a:prstGeom prst="rect">
              <a:avLst/>
            </a:prstGeom>
          </p:spPr>
          <p:txBody>
            <a:bodyPr lIns="177207" tIns="141766" rIns="177207" bIns="141766"/>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03827">
                <a:lnSpc>
                  <a:spcPct val="100000"/>
                </a:lnSpc>
                <a:spcBef>
                  <a:spcPts val="0"/>
                </a:spcBef>
                <a:spcAft>
                  <a:spcPts val="581"/>
                </a:spcAft>
                <a:buNone/>
                <a:defRPr/>
              </a:pPr>
              <a:r>
                <a:rPr lang="en-US" sz="1017" dirty="0">
                  <a:gradFill>
                    <a:gsLst>
                      <a:gs pos="15356">
                        <a:srgbClr val="1A1A1A"/>
                      </a:gs>
                      <a:gs pos="56000">
                        <a:srgbClr val="1A1A1A"/>
                      </a:gs>
                    </a:gsLst>
                    <a:lin ang="5400000" scaled="0"/>
                  </a:gradFill>
                  <a:latin typeface="Segoe UI" panose="020B0502040204020203" pitchFamily="34" charset="0"/>
                </a:rPr>
                <a:t>C1</a:t>
              </a:r>
            </a:p>
          </p:txBody>
        </p:sp>
        <p:sp>
          <p:nvSpPr>
            <p:cNvPr id="67" name="Legend blue triangle">
              <a:extLst>
                <a:ext uri="{FF2B5EF4-FFF2-40B4-BE49-F238E27FC236}">
                  <a16:creationId xmlns:a16="http://schemas.microsoft.com/office/drawing/2014/main" id="{DFF4A861-C7D3-44A7-AAE6-AC402265A3A4}"/>
                </a:ext>
              </a:extLst>
            </p:cNvPr>
            <p:cNvSpPr/>
            <p:nvPr/>
          </p:nvSpPr>
          <p:spPr bwMode="auto">
            <a:xfrm>
              <a:off x="3645474" y="5661498"/>
              <a:ext cx="111286" cy="111286"/>
            </a:xfrm>
            <a:prstGeom prst="triangle">
              <a:avLst/>
            </a:prstGeom>
            <a:solidFill>
              <a:srgbClr val="0078D4"/>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7207" tIns="141766" rIns="177207" bIns="141766" numCol="1" spcCol="0" rtlCol="0" fromWordArt="0" anchor="t" anchorCtr="0" forceAA="0" compatLnSpc="1">
              <a:prstTxWarp prst="textNoShape">
                <a:avLst/>
              </a:prstTxWarp>
              <a:noAutofit/>
            </a:bodyPr>
            <a:lstStyle/>
            <a:p>
              <a:pPr algn="ctr" defTabSz="903565" fontAlgn="base">
                <a:lnSpc>
                  <a:spcPct val="90000"/>
                </a:lnSpc>
                <a:spcBef>
                  <a:spcPct val="0"/>
                </a:spcBef>
                <a:spcAft>
                  <a:spcPct val="0"/>
                </a:spcAft>
              </a:pPr>
              <a:endParaRPr lang="en-US" sz="2326" dirty="0">
                <a:gradFill>
                  <a:gsLst>
                    <a:gs pos="15356">
                      <a:srgbClr val="1A1A1A"/>
                    </a:gs>
                    <a:gs pos="56000">
                      <a:srgbClr val="1A1A1A"/>
                    </a:gs>
                  </a:gsLst>
                  <a:lin ang="5400000" scaled="0"/>
                </a:gradFill>
                <a:latin typeface="Segoe UI" panose="020B0502040204020203" pitchFamily="34" charset="0"/>
                <a:ea typeface="Segoe UI" pitchFamily="34" charset="0"/>
                <a:cs typeface="Segoe UI" pitchFamily="34" charset="0"/>
              </a:endParaRPr>
            </a:p>
          </p:txBody>
        </p:sp>
        <p:sp>
          <p:nvSpPr>
            <p:cNvPr id="66" name="Legend blue triangle label">
              <a:extLst>
                <a:ext uri="{FF2B5EF4-FFF2-40B4-BE49-F238E27FC236}">
                  <a16:creationId xmlns:a16="http://schemas.microsoft.com/office/drawing/2014/main" id="{6225911D-5A72-47CA-98E8-0D988191A3B6}"/>
                </a:ext>
              </a:extLst>
            </p:cNvPr>
            <p:cNvSpPr txBox="1">
              <a:spLocks/>
            </p:cNvSpPr>
            <p:nvPr/>
          </p:nvSpPr>
          <p:spPr>
            <a:xfrm>
              <a:off x="3638569" y="5490006"/>
              <a:ext cx="652731" cy="454270"/>
            </a:xfrm>
            <a:prstGeom prst="rect">
              <a:avLst/>
            </a:prstGeom>
          </p:spPr>
          <p:txBody>
            <a:bodyPr lIns="177207" tIns="141766" rIns="177207" bIns="141766"/>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03827">
                <a:lnSpc>
                  <a:spcPct val="100000"/>
                </a:lnSpc>
                <a:spcBef>
                  <a:spcPts val="0"/>
                </a:spcBef>
                <a:spcAft>
                  <a:spcPts val="581"/>
                </a:spcAft>
                <a:buNone/>
                <a:defRPr/>
              </a:pPr>
              <a:r>
                <a:rPr lang="en-US" sz="1017" dirty="0">
                  <a:gradFill>
                    <a:gsLst>
                      <a:gs pos="15356">
                        <a:srgbClr val="1A1A1A"/>
                      </a:gs>
                      <a:gs pos="56000">
                        <a:srgbClr val="1A1A1A"/>
                      </a:gs>
                    </a:gsLst>
                    <a:lin ang="5400000" scaled="0"/>
                  </a:gradFill>
                  <a:latin typeface="Segoe UI" panose="020B0502040204020203" pitchFamily="34" charset="0"/>
                </a:rPr>
                <a:t>C2</a:t>
              </a:r>
            </a:p>
          </p:txBody>
        </p:sp>
        <p:sp>
          <p:nvSpPr>
            <p:cNvPr id="65" name="Legend red X">
              <a:extLst>
                <a:ext uri="{FF2B5EF4-FFF2-40B4-BE49-F238E27FC236}">
                  <a16:creationId xmlns:a16="http://schemas.microsoft.com/office/drawing/2014/main" id="{7CF09216-6727-4F12-A814-68F2639285D4}"/>
                </a:ext>
              </a:extLst>
            </p:cNvPr>
            <p:cNvSpPr/>
            <p:nvPr/>
          </p:nvSpPr>
          <p:spPr bwMode="auto">
            <a:xfrm rot="2700000">
              <a:off x="4276563" y="5661498"/>
              <a:ext cx="111286" cy="111286"/>
            </a:xfrm>
            <a:prstGeom prst="plus">
              <a:avLst>
                <a:gd name="adj" fmla="val 37839"/>
              </a:avLst>
            </a:prstGeom>
            <a:solidFill>
              <a:srgbClr val="C00000"/>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77207" tIns="141766" rIns="177207" bIns="141766" numCol="1" spcCol="0" rtlCol="0" fromWordArt="0" anchor="t" anchorCtr="0" forceAA="0" compatLnSpc="1">
              <a:prstTxWarp prst="textNoShape">
                <a:avLst/>
              </a:prstTxWarp>
              <a:noAutofit/>
            </a:bodyPr>
            <a:lstStyle/>
            <a:p>
              <a:pPr algn="ctr" defTabSz="903565" fontAlgn="base">
                <a:lnSpc>
                  <a:spcPct val="90000"/>
                </a:lnSpc>
                <a:spcBef>
                  <a:spcPct val="0"/>
                </a:spcBef>
                <a:spcAft>
                  <a:spcPct val="0"/>
                </a:spcAft>
              </a:pPr>
              <a:endParaRPr lang="en-US" sz="2326" dirty="0">
                <a:gradFill>
                  <a:gsLst>
                    <a:gs pos="15356">
                      <a:srgbClr val="1A1A1A"/>
                    </a:gs>
                    <a:gs pos="56000">
                      <a:srgbClr val="1A1A1A"/>
                    </a:gs>
                  </a:gsLst>
                  <a:lin ang="5400000" scaled="0"/>
                </a:gradFill>
                <a:latin typeface="Segoe UI" panose="020B0502040204020203" pitchFamily="34" charset="0"/>
                <a:ea typeface="Segoe UI" pitchFamily="34" charset="0"/>
                <a:cs typeface="Segoe UI" pitchFamily="34" charset="0"/>
              </a:endParaRPr>
            </a:p>
          </p:txBody>
        </p:sp>
        <p:sp>
          <p:nvSpPr>
            <p:cNvPr id="64" name="Legend red X label">
              <a:extLst>
                <a:ext uri="{FF2B5EF4-FFF2-40B4-BE49-F238E27FC236}">
                  <a16:creationId xmlns:a16="http://schemas.microsoft.com/office/drawing/2014/main" id="{0EE6D2B5-5EDE-47FF-BD37-3CD823588424}"/>
                </a:ext>
              </a:extLst>
            </p:cNvPr>
            <p:cNvSpPr txBox="1">
              <a:spLocks/>
            </p:cNvSpPr>
            <p:nvPr/>
          </p:nvSpPr>
          <p:spPr>
            <a:xfrm>
              <a:off x="4287555" y="5490006"/>
              <a:ext cx="560347" cy="454270"/>
            </a:xfrm>
            <a:prstGeom prst="rect">
              <a:avLst/>
            </a:prstGeom>
          </p:spPr>
          <p:txBody>
            <a:bodyPr lIns="177207" tIns="141766" rIns="177207" bIns="141766"/>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03827">
                <a:lnSpc>
                  <a:spcPct val="100000"/>
                </a:lnSpc>
                <a:spcBef>
                  <a:spcPts val="0"/>
                </a:spcBef>
                <a:spcAft>
                  <a:spcPts val="581"/>
                </a:spcAft>
                <a:buNone/>
                <a:defRPr/>
              </a:pPr>
              <a:r>
                <a:rPr lang="en-US" sz="1017" dirty="0">
                  <a:gradFill>
                    <a:gsLst>
                      <a:gs pos="15356">
                        <a:srgbClr val="1A1A1A"/>
                      </a:gs>
                      <a:gs pos="56000">
                        <a:srgbClr val="1A1A1A"/>
                      </a:gs>
                    </a:gsLst>
                    <a:lin ang="5400000" scaled="0"/>
                  </a:gradFill>
                  <a:latin typeface="Segoe UI" panose="020B0502040204020203" pitchFamily="34" charset="0"/>
                </a:rPr>
                <a:t>C3</a:t>
              </a:r>
            </a:p>
          </p:txBody>
        </p:sp>
      </p:grpSp>
      <p:sp>
        <p:nvSpPr>
          <p:cNvPr id="76" name="Alt Text instruction text box">
            <a:extLst>
              <a:ext uri="{FF2B5EF4-FFF2-40B4-BE49-F238E27FC236}">
                <a16:creationId xmlns:a16="http://schemas.microsoft.com/office/drawing/2014/main" id="{025BF72B-ABAB-457D-8CA8-6EB737BCD263}"/>
              </a:ext>
              <a:ext uri="{C183D7F6-B498-43B3-948B-1728B52AA6E4}">
                <adec:decorative xmlns:adec="http://schemas.microsoft.com/office/drawing/2017/decorative" val="0"/>
              </a:ext>
            </a:extLst>
          </p:cNvPr>
          <p:cNvSpPr txBox="1">
            <a:spLocks/>
          </p:cNvSpPr>
          <p:nvPr/>
        </p:nvSpPr>
        <p:spPr>
          <a:xfrm>
            <a:off x="5115917" y="1435100"/>
            <a:ext cx="1965960" cy="3544147"/>
          </a:xfrm>
          <a:prstGeom prst="rect">
            <a:avLst/>
          </a:prstGeom>
        </p:spPr>
        <p:txBody>
          <a:bodyPr lIns="0" tIns="0" rIns="0" bIns="0"/>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14367">
              <a:lnSpc>
                <a:spcPct val="100000"/>
              </a:lnSpc>
              <a:spcBef>
                <a:spcPts val="0"/>
              </a:spcBef>
              <a:spcAft>
                <a:spcPts val="600"/>
              </a:spcAft>
              <a:buNone/>
              <a:defRPr/>
            </a:pPr>
            <a:r>
              <a:rPr lang="en-US" sz="1600" dirty="0">
                <a:solidFill>
                  <a:schemeClr val="tx1"/>
                </a:solidFill>
                <a:cs typeface="Segoe UI Semibold" panose="020B0702040204020203" pitchFamily="34" charset="0"/>
              </a:rPr>
              <a:t>Alt text</a:t>
            </a:r>
          </a:p>
          <a:p>
            <a:pPr marL="0" indent="0" defTabSz="903827">
              <a:lnSpc>
                <a:spcPct val="100000"/>
              </a:lnSpc>
              <a:spcBef>
                <a:spcPts val="775"/>
              </a:spcBef>
              <a:buNone/>
              <a:defRPr/>
            </a:pPr>
            <a:r>
              <a:rPr lang="en-US" sz="1200" dirty="0">
                <a:solidFill>
                  <a:schemeClr val="tx1"/>
                </a:solidFill>
                <a:latin typeface="Segoe UI" panose="020B0502040204020203" pitchFamily="34" charset="0"/>
                <a:cs typeface="Segoe UI" panose="020B0502040204020203" pitchFamily="34" charset="0"/>
              </a:rPr>
              <a:t>Alt text helps people with screen readers understand the content of slides</a:t>
            </a:r>
          </a:p>
          <a:p>
            <a:pPr marL="0" indent="0" defTabSz="903827">
              <a:lnSpc>
                <a:spcPct val="100000"/>
              </a:lnSpc>
              <a:spcBef>
                <a:spcPts val="291"/>
              </a:spcBef>
              <a:buNone/>
              <a:defRPr/>
            </a:pPr>
            <a:r>
              <a:rPr lang="en-US" sz="1200" dirty="0">
                <a:solidFill>
                  <a:schemeClr val="tx1"/>
                </a:solidFill>
                <a:latin typeface="Segoe UI" panose="020B0502040204020203" pitchFamily="34" charset="0"/>
                <a:cs typeface="Segoe UI" panose="020B0502040204020203" pitchFamily="34" charset="0"/>
              </a:rPr>
              <a:t>You should create alternative text for shapes, pictures, charts, tables, SmartArt graphics, or other objects</a:t>
            </a:r>
            <a:endParaRPr lang="en-US" sz="1200" b="1" dirty="0">
              <a:solidFill>
                <a:schemeClr val="tx1"/>
              </a:solidFill>
              <a:latin typeface="Segoe UI" panose="020B0502040204020203" pitchFamily="34" charset="0"/>
              <a:cs typeface="Segoe UI" panose="020B0502040204020203" pitchFamily="34" charset="0"/>
            </a:endParaRPr>
          </a:p>
          <a:p>
            <a:pPr marL="0" indent="0" defTabSz="903827">
              <a:lnSpc>
                <a:spcPct val="100000"/>
              </a:lnSpc>
              <a:spcBef>
                <a:spcPts val="1163"/>
              </a:spcBef>
              <a:buNone/>
              <a:defRPr/>
            </a:pPr>
            <a:r>
              <a:rPr lang="en-US" sz="1200" b="1" dirty="0">
                <a:solidFill>
                  <a:schemeClr val="tx1"/>
                </a:solidFill>
                <a:latin typeface="Segoe UI Semibold" panose="020B0702040204020203" pitchFamily="34" charset="0"/>
                <a:cs typeface="Segoe UI Semibold" panose="020B0702040204020203" pitchFamily="34" charset="0"/>
              </a:rPr>
              <a:t>Here’s how:</a:t>
            </a:r>
          </a:p>
          <a:p>
            <a:pPr marL="0" indent="0" defTabSz="903827">
              <a:lnSpc>
                <a:spcPct val="100000"/>
              </a:lnSpc>
              <a:spcBef>
                <a:spcPts val="581"/>
              </a:spcBef>
              <a:buNone/>
              <a:defRPr/>
            </a:pPr>
            <a:r>
              <a:rPr lang="en-US" sz="1000" dirty="0">
                <a:solidFill>
                  <a:schemeClr val="tx1"/>
                </a:solidFill>
                <a:latin typeface="Segoe UI" panose="020B0502040204020203" pitchFamily="34" charset="0"/>
                <a:cs typeface="Segoe UI" panose="020B0502040204020203" pitchFamily="34" charset="0"/>
              </a:rPr>
              <a:t>Right click on item</a:t>
            </a:r>
          </a:p>
          <a:p>
            <a:pPr marL="0" indent="0" defTabSz="903827">
              <a:lnSpc>
                <a:spcPct val="100000"/>
              </a:lnSpc>
              <a:spcBef>
                <a:spcPts val="581"/>
              </a:spcBef>
              <a:buNone/>
              <a:defRPr/>
            </a:pPr>
            <a:r>
              <a:rPr lang="en-US" sz="1000" dirty="0">
                <a:solidFill>
                  <a:schemeClr val="tx1"/>
                </a:solidFill>
                <a:latin typeface="Segoe UI" panose="020B0502040204020203" pitchFamily="34" charset="0"/>
                <a:cs typeface="Segoe UI" panose="020B0502040204020203" pitchFamily="34" charset="0"/>
              </a:rPr>
              <a:t>Select </a:t>
            </a:r>
            <a:r>
              <a:rPr lang="en-US" sz="1000" dirty="0">
                <a:solidFill>
                  <a:schemeClr val="tx1"/>
                </a:solidFill>
                <a:latin typeface="Segoe UI Semibold" panose="020B0702040204020203" pitchFamily="34" charset="0"/>
                <a:cs typeface="Segoe UI Semibold" panose="020B0702040204020203" pitchFamily="34" charset="0"/>
              </a:rPr>
              <a:t>Edit Alt Text</a:t>
            </a:r>
          </a:p>
          <a:p>
            <a:pPr marL="0" indent="0" defTabSz="903827">
              <a:lnSpc>
                <a:spcPct val="100000"/>
              </a:lnSpc>
              <a:spcBef>
                <a:spcPts val="581"/>
              </a:spcBef>
              <a:buNone/>
              <a:defRPr/>
            </a:pPr>
            <a:r>
              <a:rPr lang="en-US" sz="1000" dirty="0">
                <a:solidFill>
                  <a:schemeClr val="tx1"/>
                </a:solidFill>
                <a:latin typeface="Segoe UI" panose="020B0502040204020203" pitchFamily="34" charset="0"/>
                <a:cs typeface="Segoe UI" panose="020B0502040204020203" pitchFamily="34" charset="0"/>
              </a:rPr>
              <a:t>Enter a </a:t>
            </a:r>
            <a:r>
              <a:rPr lang="en-US" sz="1000" dirty="0">
                <a:solidFill>
                  <a:schemeClr val="tx1"/>
                </a:solidFill>
                <a:latin typeface="Segoe UI Semibold" panose="020B0702040204020203" pitchFamily="34" charset="0"/>
                <a:cs typeface="Segoe UI Semibold" panose="020B0702040204020203" pitchFamily="34" charset="0"/>
              </a:rPr>
              <a:t>Description</a:t>
            </a:r>
            <a:r>
              <a:rPr lang="en-US" sz="1000" dirty="0">
                <a:solidFill>
                  <a:schemeClr val="tx1"/>
                </a:solidFill>
                <a:latin typeface="Segoe UI" panose="020B0502040204020203" pitchFamily="34" charset="0"/>
                <a:cs typeface="Segoe UI" panose="020B0502040204020203" pitchFamily="34" charset="0"/>
              </a:rPr>
              <a:t> </a:t>
            </a:r>
          </a:p>
          <a:p>
            <a:pPr marL="0" indent="0" defTabSz="903827">
              <a:lnSpc>
                <a:spcPct val="100000"/>
              </a:lnSpc>
              <a:spcBef>
                <a:spcPts val="581"/>
              </a:spcBef>
              <a:buNone/>
              <a:defRPr/>
            </a:pPr>
            <a:r>
              <a:rPr lang="en-US" sz="1000" dirty="0">
                <a:solidFill>
                  <a:schemeClr val="tx1"/>
                </a:solidFill>
                <a:latin typeface="Segoe UI" panose="020B0502040204020203" pitchFamily="34" charset="0"/>
                <a:cs typeface="Segoe UI" panose="020B0502040204020203" pitchFamily="34" charset="0"/>
              </a:rPr>
              <a:t>If an object is meant to add visual styling and doesn’t contain meaning (</a:t>
            </a:r>
            <a:r>
              <a:rPr lang="en-US" sz="1000" i="1" dirty="0">
                <a:solidFill>
                  <a:schemeClr val="tx1"/>
                </a:solidFill>
                <a:latin typeface="Segoe UI" panose="020B0502040204020203" pitchFamily="34" charset="0"/>
                <a:cs typeface="Segoe UI" panose="020B0502040204020203" pitchFamily="34" charset="0"/>
              </a:rPr>
              <a:t>e.g., </a:t>
            </a:r>
            <a:r>
              <a:rPr lang="en-US" sz="1000" dirty="0">
                <a:solidFill>
                  <a:schemeClr val="tx1"/>
                </a:solidFill>
                <a:latin typeface="Segoe UI" panose="020B0502040204020203" pitchFamily="34" charset="0"/>
                <a:cs typeface="Segoe UI" panose="020B0502040204020203" pitchFamily="34" charset="0"/>
              </a:rPr>
              <a:t>stylistic borders), do not add alt text and instead check </a:t>
            </a:r>
            <a:r>
              <a:rPr lang="en-US" sz="1000" dirty="0">
                <a:solidFill>
                  <a:schemeClr val="tx1"/>
                </a:solidFill>
                <a:latin typeface="Segoe UI Semibold" panose="020B0702040204020203" pitchFamily="34" charset="0"/>
                <a:cs typeface="Segoe UI Semibold" panose="020B0702040204020203" pitchFamily="34" charset="0"/>
              </a:rPr>
              <a:t>Mark as decorative</a:t>
            </a:r>
          </a:p>
        </p:txBody>
      </p:sp>
      <p:sp>
        <p:nvSpPr>
          <p:cNvPr id="77" name="Slide layouts text box">
            <a:extLst>
              <a:ext uri="{FF2B5EF4-FFF2-40B4-BE49-F238E27FC236}">
                <a16:creationId xmlns:a16="http://schemas.microsoft.com/office/drawing/2014/main" id="{5F8C91B6-75EF-4AEA-A867-5311E5777535}"/>
              </a:ext>
            </a:extLst>
          </p:cNvPr>
          <p:cNvSpPr txBox="1">
            <a:spLocks/>
          </p:cNvSpPr>
          <p:nvPr/>
        </p:nvSpPr>
        <p:spPr>
          <a:xfrm>
            <a:off x="7377113" y="1435100"/>
            <a:ext cx="1965960" cy="2349361"/>
          </a:xfrm>
          <a:prstGeom prst="rect">
            <a:avLst/>
          </a:prstGeom>
        </p:spPr>
        <p:txBody>
          <a:bodyPr lIns="0" tIns="0" rIns="0" bIns="0">
            <a:spAutoFit/>
          </a:bodyPr>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14367">
              <a:lnSpc>
                <a:spcPct val="100000"/>
              </a:lnSpc>
              <a:spcBef>
                <a:spcPts val="0"/>
              </a:spcBef>
              <a:spcAft>
                <a:spcPts val="600"/>
              </a:spcAft>
              <a:buNone/>
              <a:defRPr/>
            </a:pPr>
            <a:r>
              <a:rPr lang="en-US" sz="1600" dirty="0">
                <a:solidFill>
                  <a:schemeClr val="tx1"/>
                </a:solidFill>
                <a:cs typeface="Segoe UI Semibold" panose="020B0702040204020203" pitchFamily="34" charset="0"/>
              </a:rPr>
              <a:t>Slide layouts</a:t>
            </a:r>
          </a:p>
          <a:p>
            <a:pPr marL="0" indent="0" defTabSz="903827">
              <a:lnSpc>
                <a:spcPct val="100000"/>
              </a:lnSpc>
              <a:spcBef>
                <a:spcPts val="775"/>
              </a:spcBef>
              <a:buNone/>
              <a:defRPr/>
            </a:pPr>
            <a:r>
              <a:rPr lang="en-US" sz="1200" dirty="0">
                <a:solidFill>
                  <a:schemeClr val="tx1"/>
                </a:solidFill>
                <a:latin typeface="Segoe UI" panose="020B0502040204020203" pitchFamily="34" charset="0"/>
                <a:cs typeface="Segoe UI" panose="020B0502040204020203" pitchFamily="34" charset="0"/>
              </a:rPr>
              <a:t>Using a built-in slide layout that matches your content ensures a hierarchical reading order of text blocks</a:t>
            </a:r>
          </a:p>
          <a:p>
            <a:pPr marL="0" indent="0" defTabSz="903827">
              <a:lnSpc>
                <a:spcPct val="100000"/>
              </a:lnSpc>
              <a:spcBef>
                <a:spcPts val="1163"/>
              </a:spcBef>
              <a:buNone/>
              <a:defRPr/>
            </a:pPr>
            <a:r>
              <a:rPr lang="en-US" sz="1200" b="1" dirty="0">
                <a:solidFill>
                  <a:schemeClr val="tx1"/>
                </a:solidFill>
                <a:latin typeface="Segoe UI Semibold" panose="020B0702040204020203" pitchFamily="34" charset="0"/>
                <a:cs typeface="Segoe UI Semibold" panose="020B0702040204020203" pitchFamily="34" charset="0"/>
              </a:rPr>
              <a:t>Example: </a:t>
            </a:r>
          </a:p>
          <a:p>
            <a:pPr marL="0" indent="0" defTabSz="903827">
              <a:lnSpc>
                <a:spcPct val="100000"/>
              </a:lnSpc>
              <a:spcBef>
                <a:spcPts val="581"/>
              </a:spcBef>
              <a:buNone/>
              <a:defRPr/>
            </a:pPr>
            <a:r>
              <a:rPr lang="en-US" sz="1000" dirty="0">
                <a:solidFill>
                  <a:schemeClr val="tx1"/>
                </a:solidFill>
                <a:latin typeface="Segoe UI" panose="020B0502040204020203" pitchFamily="34" charset="0"/>
                <a:cs typeface="Segoe UI" panose="020B0502040204020203" pitchFamily="34" charset="0"/>
              </a:rPr>
              <a:t>If a new slide will have a title, rather than starting with a blank layout and adding a text block for the title, choose one of the built-in layouts with a title placeholder</a:t>
            </a:r>
          </a:p>
        </p:txBody>
      </p:sp>
      <p:pic>
        <p:nvPicPr>
          <p:cNvPr id="4" name="Title only layout" descr="Title only layout">
            <a:extLst>
              <a:ext uri="{FF2B5EF4-FFF2-40B4-BE49-F238E27FC236}">
                <a16:creationId xmlns:a16="http://schemas.microsoft.com/office/drawing/2014/main" id="{E97A695E-63F5-4C68-816E-58CCA5FF3002}"/>
              </a:ext>
            </a:extLst>
          </p:cNvPr>
          <p:cNvPicPr>
            <a:picLocks noChangeAspect="1"/>
          </p:cNvPicPr>
          <p:nvPr/>
        </p:nvPicPr>
        <p:blipFill rotWithShape="1">
          <a:blip r:embed="rId5" cstate="print">
            <a:extLst>
              <a:ext uri="{28A0092B-C50C-407E-A947-70E740481C1C}">
                <a14:useLocalDpi xmlns:a14="http://schemas.microsoft.com/office/drawing/2010/main"/>
              </a:ext>
            </a:extLst>
          </a:blip>
          <a:srcRect/>
          <a:stretch/>
        </p:blipFill>
        <p:spPr>
          <a:xfrm>
            <a:off x="7380756" y="3908221"/>
            <a:ext cx="1965960" cy="996512"/>
          </a:xfrm>
          <a:prstGeom prst="rect">
            <a:avLst/>
          </a:prstGeom>
          <a:ln>
            <a:solidFill>
              <a:schemeClr val="tx1"/>
            </a:solidFill>
          </a:ln>
        </p:spPr>
      </p:pic>
      <p:sp>
        <p:nvSpPr>
          <p:cNvPr id="78" name="Reading order text box">
            <a:extLst>
              <a:ext uri="{FF2B5EF4-FFF2-40B4-BE49-F238E27FC236}">
                <a16:creationId xmlns:a16="http://schemas.microsoft.com/office/drawing/2014/main" id="{9F406E1D-7257-4083-BB72-5A97505EB9C4}"/>
              </a:ext>
            </a:extLst>
          </p:cNvPr>
          <p:cNvSpPr txBox="1">
            <a:spLocks/>
          </p:cNvSpPr>
          <p:nvPr/>
        </p:nvSpPr>
        <p:spPr>
          <a:xfrm>
            <a:off x="9650469" y="1435100"/>
            <a:ext cx="1965960" cy="3544147"/>
          </a:xfrm>
          <a:prstGeom prst="rect">
            <a:avLst/>
          </a:prstGeom>
        </p:spPr>
        <p:txBody>
          <a:bodyPr lIns="0" tIns="0" rIns="0" bIns="0"/>
          <a:lstStyle>
            <a:lvl1pPr marL="342900" marR="0" indent="-342900" algn="l" defTabSz="932742" rtl="0" eaLnBrk="1" fontAlgn="auto" latinLnBrk="0" hangingPunct="1">
              <a:lnSpc>
                <a:spcPct val="90000"/>
              </a:lnSpc>
              <a:spcBef>
                <a:spcPct val="20000"/>
              </a:spcBef>
              <a:spcAft>
                <a:spcPts val="0"/>
              </a:spcAft>
              <a:buClrTx/>
              <a:buSzPct val="90000"/>
              <a:buFont typeface="Arial" pitchFamily="34" charset="0"/>
              <a:buChar char="•"/>
              <a:tabLst/>
              <a:defRPr sz="4000" kern="1200" spc="0" baseline="0">
                <a:gradFill>
                  <a:gsLst>
                    <a:gs pos="1250">
                      <a:schemeClr val="tx1"/>
                    </a:gs>
                    <a:gs pos="100000">
                      <a:schemeClr val="tx1"/>
                    </a:gs>
                  </a:gsLst>
                  <a:lin ang="5400000" scaled="0"/>
                </a:gradFill>
                <a:latin typeface="+mj-lt"/>
                <a:ea typeface="+mn-ea"/>
                <a:cs typeface="+mn-cs"/>
              </a:defRPr>
            </a:lvl1pPr>
            <a:lvl2pPr marL="584200" marR="0" indent="-2413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2pPr>
            <a:lvl3pPr marL="8001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400" kern="1200" spc="0" baseline="0">
                <a:gradFill>
                  <a:gsLst>
                    <a:gs pos="1250">
                      <a:schemeClr val="tx1"/>
                    </a:gs>
                    <a:gs pos="100000">
                      <a:schemeClr val="tx1"/>
                    </a:gs>
                  </a:gsLst>
                  <a:lin ang="5400000" scaled="0"/>
                </a:gradFill>
                <a:latin typeface="+mn-lt"/>
                <a:ea typeface="+mn-ea"/>
                <a:cs typeface="+mn-cs"/>
              </a:defRPr>
            </a:lvl3pPr>
            <a:lvl4pPr marL="10287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4pPr>
            <a:lvl5pPr marL="1257300" marR="0" indent="-228600" algn="l" defTabSz="932742" rtl="0" eaLnBrk="1" fontAlgn="auto" latinLnBrk="0" hangingPunct="1">
              <a:lnSpc>
                <a:spcPct val="90000"/>
              </a:lnSpc>
              <a:spcBef>
                <a:spcPct val="20000"/>
              </a:spcBef>
              <a:spcAft>
                <a:spcPts val="0"/>
              </a:spcAft>
              <a:buClrTx/>
              <a:buSzPct val="90000"/>
              <a:buFont typeface="Arial" pitchFamily="34" charset="0"/>
              <a:buChar char="•"/>
              <a:tabLst/>
              <a:defRPr sz="20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defTabSz="914367">
              <a:lnSpc>
                <a:spcPct val="100000"/>
              </a:lnSpc>
              <a:spcBef>
                <a:spcPts val="0"/>
              </a:spcBef>
              <a:spcAft>
                <a:spcPts val="600"/>
              </a:spcAft>
              <a:buNone/>
              <a:defRPr/>
            </a:pPr>
            <a:r>
              <a:rPr lang="en-US" sz="1600" dirty="0">
                <a:solidFill>
                  <a:schemeClr val="tx1"/>
                </a:solidFill>
                <a:cs typeface="Segoe UI Semibold" panose="020B0702040204020203" pitchFamily="34" charset="0"/>
              </a:rPr>
              <a:t>Reading order</a:t>
            </a:r>
          </a:p>
          <a:p>
            <a:pPr marL="0" indent="0" defTabSz="903827">
              <a:lnSpc>
                <a:spcPct val="100000"/>
              </a:lnSpc>
              <a:spcBef>
                <a:spcPts val="775"/>
              </a:spcBef>
              <a:buNone/>
              <a:defRPr/>
            </a:pPr>
            <a:r>
              <a:rPr lang="en-US" sz="1200" dirty="0">
                <a:solidFill>
                  <a:schemeClr val="tx1"/>
                </a:solidFill>
                <a:latin typeface="Segoe UI" panose="020B0502040204020203" pitchFamily="34" charset="0"/>
                <a:cs typeface="Segoe UI" panose="020B0502040204020203" pitchFamily="34" charset="0"/>
              </a:rPr>
              <a:t>Screen readers describe content on the screen in the order it was created</a:t>
            </a:r>
          </a:p>
          <a:p>
            <a:pPr marL="0" indent="0" defTabSz="903827">
              <a:lnSpc>
                <a:spcPct val="100000"/>
              </a:lnSpc>
              <a:spcBef>
                <a:spcPts val="581"/>
              </a:spcBef>
              <a:buNone/>
              <a:defRPr/>
            </a:pPr>
            <a:r>
              <a:rPr lang="en-US" sz="1200" dirty="0">
                <a:solidFill>
                  <a:schemeClr val="tx1"/>
                </a:solidFill>
                <a:latin typeface="Segoe UI" panose="020B0502040204020203" pitchFamily="34" charset="0"/>
                <a:cs typeface="Segoe UI" panose="020B0502040204020203" pitchFamily="34" charset="0"/>
              </a:rPr>
              <a:t>To ensure your content is read back in the order you prefer, arrange your objects in the Selection Pane appropriately. Objects on the bottom of the selection pane are read first</a:t>
            </a:r>
          </a:p>
          <a:p>
            <a:pPr marL="0" indent="0" defTabSz="903827">
              <a:lnSpc>
                <a:spcPct val="100000"/>
              </a:lnSpc>
              <a:spcBef>
                <a:spcPts val="1163"/>
              </a:spcBef>
              <a:buNone/>
              <a:defRPr/>
            </a:pPr>
            <a:r>
              <a:rPr lang="en-US" sz="1200" b="1" dirty="0">
                <a:solidFill>
                  <a:schemeClr val="tx1"/>
                </a:solidFill>
                <a:latin typeface="Segoe UI Semibold" panose="020B0702040204020203" pitchFamily="34" charset="0"/>
                <a:cs typeface="Segoe UI Semibold" panose="020B0702040204020203" pitchFamily="34" charset="0"/>
              </a:rPr>
              <a:t>Here’s how:</a:t>
            </a:r>
          </a:p>
          <a:p>
            <a:pPr marL="0" indent="0" defTabSz="903827">
              <a:lnSpc>
                <a:spcPct val="100000"/>
              </a:lnSpc>
              <a:spcBef>
                <a:spcPts val="581"/>
              </a:spcBef>
              <a:buNone/>
              <a:defRPr/>
            </a:pPr>
            <a:r>
              <a:rPr lang="en-US" sz="1000" dirty="0">
                <a:solidFill>
                  <a:schemeClr val="tx1"/>
                </a:solidFill>
                <a:latin typeface="Segoe UI" panose="020B0502040204020203" pitchFamily="34" charset="0"/>
                <a:cs typeface="Segoe UI" panose="020B0502040204020203" pitchFamily="34" charset="0"/>
              </a:rPr>
              <a:t>Click the </a:t>
            </a:r>
            <a:r>
              <a:rPr lang="en-US" sz="1000" dirty="0">
                <a:solidFill>
                  <a:schemeClr val="tx1"/>
                </a:solidFill>
                <a:latin typeface="Segoe UI Semibold" panose="020B0702040204020203" pitchFamily="34" charset="0"/>
                <a:cs typeface="Segoe UI Semibold" panose="020B0702040204020203" pitchFamily="34" charset="0"/>
              </a:rPr>
              <a:t>Home</a:t>
            </a:r>
            <a:r>
              <a:rPr lang="en-US" sz="1000" dirty="0">
                <a:solidFill>
                  <a:schemeClr val="tx1"/>
                </a:solidFill>
                <a:latin typeface="Segoe UI" panose="020B0502040204020203" pitchFamily="34" charset="0"/>
                <a:cs typeface="Segoe UI" panose="020B0502040204020203" pitchFamily="34" charset="0"/>
              </a:rPr>
              <a:t> tab</a:t>
            </a:r>
          </a:p>
          <a:p>
            <a:pPr marL="0" indent="0" defTabSz="903827">
              <a:lnSpc>
                <a:spcPct val="100000"/>
              </a:lnSpc>
              <a:spcBef>
                <a:spcPts val="581"/>
              </a:spcBef>
              <a:buNone/>
              <a:defRPr/>
            </a:pPr>
            <a:r>
              <a:rPr lang="en-US" sz="1000" dirty="0">
                <a:solidFill>
                  <a:schemeClr val="tx1"/>
                </a:solidFill>
                <a:latin typeface="Segoe UI" panose="020B0502040204020203" pitchFamily="34" charset="0"/>
                <a:cs typeface="Segoe UI" panose="020B0502040204020203" pitchFamily="34" charset="0"/>
              </a:rPr>
              <a:t>In the </a:t>
            </a:r>
            <a:r>
              <a:rPr lang="en-US" sz="1000" dirty="0">
                <a:solidFill>
                  <a:schemeClr val="tx1"/>
                </a:solidFill>
                <a:latin typeface="Segoe UI Semibold" panose="020B0702040204020203" pitchFamily="34" charset="0"/>
                <a:cs typeface="Segoe UI Semibold" panose="020B0702040204020203" pitchFamily="34" charset="0"/>
              </a:rPr>
              <a:t>Drawing</a:t>
            </a:r>
            <a:r>
              <a:rPr lang="en-US" sz="1000" dirty="0">
                <a:solidFill>
                  <a:schemeClr val="tx1"/>
                </a:solidFill>
                <a:latin typeface="Segoe UI" panose="020B0502040204020203" pitchFamily="34" charset="0"/>
                <a:cs typeface="Segoe UI" panose="020B0502040204020203" pitchFamily="34" charset="0"/>
              </a:rPr>
              <a:t> group, select the </a:t>
            </a:r>
            <a:r>
              <a:rPr lang="en-US" sz="1000" dirty="0">
                <a:solidFill>
                  <a:schemeClr val="tx1"/>
                </a:solidFill>
                <a:latin typeface="Segoe UI Semibold" panose="020B0702040204020203" pitchFamily="34" charset="0"/>
                <a:cs typeface="Segoe UI Semibold" panose="020B0702040204020203" pitchFamily="34" charset="0"/>
              </a:rPr>
              <a:t>Arrange</a:t>
            </a:r>
            <a:r>
              <a:rPr lang="en-US" sz="1000" dirty="0">
                <a:solidFill>
                  <a:schemeClr val="tx1"/>
                </a:solidFill>
                <a:latin typeface="Segoe UI" panose="020B0502040204020203" pitchFamily="34" charset="0"/>
                <a:cs typeface="Segoe UI" panose="020B0502040204020203" pitchFamily="34" charset="0"/>
              </a:rPr>
              <a:t> drop-down menu</a:t>
            </a:r>
          </a:p>
          <a:p>
            <a:pPr marL="0" indent="0" defTabSz="903827">
              <a:lnSpc>
                <a:spcPct val="100000"/>
              </a:lnSpc>
              <a:spcBef>
                <a:spcPts val="581"/>
              </a:spcBef>
              <a:buNone/>
              <a:defRPr/>
            </a:pPr>
            <a:r>
              <a:rPr lang="en-US" sz="1000" dirty="0">
                <a:solidFill>
                  <a:schemeClr val="tx1"/>
                </a:solidFill>
                <a:latin typeface="Segoe UI" panose="020B0502040204020203" pitchFamily="34" charset="0"/>
                <a:cs typeface="Segoe UI" panose="020B0502040204020203" pitchFamily="34" charset="0"/>
              </a:rPr>
              <a:t>Click </a:t>
            </a:r>
            <a:r>
              <a:rPr lang="en-US" sz="1000" dirty="0">
                <a:solidFill>
                  <a:schemeClr val="tx1"/>
                </a:solidFill>
                <a:latin typeface="Segoe UI Semibold" panose="020B0702040204020203" pitchFamily="34" charset="0"/>
                <a:cs typeface="Segoe UI Semibold" panose="020B0702040204020203" pitchFamily="34" charset="0"/>
              </a:rPr>
              <a:t>Selection Pane…</a:t>
            </a:r>
          </a:p>
          <a:p>
            <a:pPr marL="0" indent="0" defTabSz="903827">
              <a:lnSpc>
                <a:spcPct val="100000"/>
              </a:lnSpc>
              <a:buNone/>
              <a:defRPr/>
            </a:pPr>
            <a:endParaRPr lang="en-US" sz="1163" dirty="0">
              <a:solidFill>
                <a:schemeClr val="tx1"/>
              </a:solidFill>
              <a:latin typeface="Segoe UI" panose="020B0502040204020203" pitchFamily="34" charset="0"/>
            </a:endParaRPr>
          </a:p>
        </p:txBody>
      </p:sp>
      <p:sp>
        <p:nvSpPr>
          <p:cNvPr id="36" name="TextBox 35">
            <a:extLst>
              <a:ext uri="{FF2B5EF4-FFF2-40B4-BE49-F238E27FC236}">
                <a16:creationId xmlns:a16="http://schemas.microsoft.com/office/drawing/2014/main" id="{7B9BDECC-D62F-449D-AA5A-A5F28D0E2BCC}"/>
              </a:ext>
            </a:extLst>
          </p:cNvPr>
          <p:cNvSpPr txBox="1"/>
          <p:nvPr/>
        </p:nvSpPr>
        <p:spPr>
          <a:xfrm>
            <a:off x="597535" y="5232468"/>
            <a:ext cx="11013441" cy="1041311"/>
          </a:xfrm>
          <a:prstGeom prst="rect">
            <a:avLst/>
          </a:prstGeom>
          <a:noFill/>
        </p:spPr>
        <p:txBody>
          <a:bodyPr wrap="square" lIns="0" tIns="0" rIns="0" bIns="0" rtlCol="0">
            <a:spAutoFit/>
          </a:bodyPr>
          <a:lstStyle/>
          <a:p>
            <a:pPr>
              <a:spcAft>
                <a:spcPts val="600"/>
              </a:spcAft>
              <a:buSzPct val="90000"/>
              <a:defRPr/>
            </a:pPr>
            <a:r>
              <a:rPr lang="en-US" sz="1600" dirty="0">
                <a:latin typeface="+mj-lt"/>
                <a:cs typeface="Segoe UI Semibold" panose="020B0702040204020203" pitchFamily="34" charset="0"/>
              </a:rPr>
              <a:t>Additional tips</a:t>
            </a:r>
          </a:p>
          <a:p>
            <a:pPr defTabSz="886022">
              <a:spcBef>
                <a:spcPts val="775"/>
              </a:spcBef>
              <a:buSzPct val="90000"/>
              <a:defRPr/>
            </a:pPr>
            <a:r>
              <a:rPr lang="en-US" sz="1000" dirty="0">
                <a:cs typeface="Segoe UI Semibold" panose="020B0702040204020203" pitchFamily="34" charset="0"/>
              </a:rPr>
              <a:t>Be sure to run the Accessibility Checker! </a:t>
            </a:r>
            <a:r>
              <a:rPr lang="en-US" sz="1000" dirty="0">
                <a:cs typeface="Segoe UI" panose="020B0502040204020203" pitchFamily="34" charset="0"/>
              </a:rPr>
              <a:t>Go to </a:t>
            </a:r>
            <a:r>
              <a:rPr lang="en-US" sz="1000" dirty="0">
                <a:cs typeface="Segoe UI Semibold" panose="020B0702040204020203" pitchFamily="34" charset="0"/>
              </a:rPr>
              <a:t>File</a:t>
            </a:r>
            <a:r>
              <a:rPr lang="en-US" sz="1000" dirty="0">
                <a:cs typeface="Segoe UI" panose="020B0502040204020203" pitchFamily="34" charset="0"/>
              </a:rPr>
              <a:t>      click the </a:t>
            </a:r>
            <a:r>
              <a:rPr lang="en-US" sz="1000" dirty="0">
                <a:cs typeface="Segoe UI Semibold" panose="020B0702040204020203" pitchFamily="34" charset="0"/>
              </a:rPr>
              <a:t>Check for Issues </a:t>
            </a:r>
            <a:r>
              <a:rPr lang="en-US" sz="1000" dirty="0">
                <a:cs typeface="Segoe UI" panose="020B0502040204020203" pitchFamily="34" charset="0"/>
              </a:rPr>
              <a:t>drop down menu      click </a:t>
            </a:r>
            <a:r>
              <a:rPr lang="en-US" sz="1000" dirty="0">
                <a:cs typeface="Segoe UI Semibold" panose="020B0702040204020203" pitchFamily="34" charset="0"/>
              </a:rPr>
              <a:t>Check Accessibility</a:t>
            </a:r>
          </a:p>
          <a:p>
            <a:pPr defTabSz="886022">
              <a:spcBef>
                <a:spcPts val="581"/>
              </a:spcBef>
              <a:buSzPct val="90000"/>
              <a:defRPr/>
            </a:pPr>
            <a:r>
              <a:rPr lang="en-US" sz="1000" dirty="0">
                <a:cs typeface="Segoe UI Semibold" panose="020B0702040204020203" pitchFamily="34" charset="0"/>
              </a:rPr>
              <a:t>Videos need to be accessible: </a:t>
            </a:r>
            <a:r>
              <a:rPr lang="en-US" sz="1000" dirty="0">
                <a:cs typeface="Segoe UI" panose="020B0502040204020203" pitchFamily="34" charset="0"/>
              </a:rPr>
              <a:t>If your presentation includes a video, ensure it is captioned and audio described (if appropriate)</a:t>
            </a:r>
          </a:p>
          <a:p>
            <a:pPr defTabSz="886022">
              <a:spcBef>
                <a:spcPts val="581"/>
              </a:spcBef>
              <a:buSzPct val="90000"/>
              <a:defRPr/>
            </a:pPr>
            <a:r>
              <a:rPr lang="en-US" sz="1000" dirty="0">
                <a:cs typeface="Segoe UI Semibold" panose="020B0702040204020203" pitchFamily="34" charset="0"/>
              </a:rPr>
              <a:t>Visit the </a:t>
            </a:r>
            <a:r>
              <a:rPr lang="en-US" sz="1000" dirty="0">
                <a:cs typeface="Segoe UI Semibold" panose="020B0702040204020203" pitchFamily="34" charset="0"/>
                <a:hlinkClick r:id="rId6"/>
              </a:rPr>
              <a:t>Office Accessibility Center</a:t>
            </a:r>
            <a:r>
              <a:rPr lang="en-US" sz="1000" dirty="0">
                <a:cs typeface="Segoe UI Semibold" panose="020B0702040204020203" pitchFamily="34" charset="0"/>
              </a:rPr>
              <a:t> </a:t>
            </a:r>
            <a:r>
              <a:rPr lang="en-US" sz="1000" dirty="0">
                <a:cs typeface="Segoe UI" panose="020B0502040204020203" pitchFamily="34" charset="0"/>
              </a:rPr>
              <a:t>to learn more about accessibility in PowerPoint</a:t>
            </a:r>
          </a:p>
        </p:txBody>
      </p:sp>
      <p:cxnSp>
        <p:nvCxnSpPr>
          <p:cNvPr id="80" name="Straight Arrow Connector 79">
            <a:extLst>
              <a:ext uri="{FF2B5EF4-FFF2-40B4-BE49-F238E27FC236}">
                <a16:creationId xmlns:a16="http://schemas.microsoft.com/office/drawing/2014/main" id="{4004316C-A172-4666-9087-AA99DD600ABB}"/>
              </a:ext>
              <a:ext uri="{C183D7F6-B498-43B3-948B-1728B52AA6E4}">
                <adec:decorative xmlns:adec="http://schemas.microsoft.com/office/drawing/2017/decorative" val="1"/>
              </a:ext>
            </a:extLst>
          </p:cNvPr>
          <p:cNvCxnSpPr>
            <a:cxnSpLocks/>
          </p:cNvCxnSpPr>
          <p:nvPr/>
        </p:nvCxnSpPr>
        <p:spPr>
          <a:xfrm>
            <a:off x="3444175" y="5738174"/>
            <a:ext cx="132495" cy="0"/>
          </a:xfrm>
          <a:prstGeom prst="straightConnector1">
            <a:avLst/>
          </a:prstGeom>
          <a:ln w="19050">
            <a:solidFill>
              <a:schemeClr val="tx1"/>
            </a:solidFill>
            <a:headEnd type="none"/>
            <a:tailEnd type="arrow" w="med" len="sm"/>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CF41BA70-AA85-4D92-AA87-689DAB76DD7F}"/>
              </a:ext>
              <a:ext uri="{C183D7F6-B498-43B3-948B-1728B52AA6E4}">
                <adec:decorative xmlns:adec="http://schemas.microsoft.com/office/drawing/2017/decorative" val="1"/>
              </a:ext>
            </a:extLst>
          </p:cNvPr>
          <p:cNvCxnSpPr>
            <a:cxnSpLocks/>
          </p:cNvCxnSpPr>
          <p:nvPr/>
        </p:nvCxnSpPr>
        <p:spPr>
          <a:xfrm>
            <a:off x="6041819" y="5738174"/>
            <a:ext cx="132495" cy="0"/>
          </a:xfrm>
          <a:prstGeom prst="straightConnector1">
            <a:avLst/>
          </a:prstGeom>
          <a:ln w="19050">
            <a:solidFill>
              <a:schemeClr val="tx1"/>
            </a:solidFill>
            <a:headEnd type="none"/>
            <a:tailEnd type="arrow" w="med" len="sm"/>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912688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E797E3-1A35-7F5B-6E27-2DF651E8BCB7}"/>
              </a:ext>
            </a:extLst>
          </p:cNvPr>
          <p:cNvSpPr>
            <a:spLocks noGrp="1"/>
          </p:cNvSpPr>
          <p:nvPr>
            <p:ph type="title"/>
          </p:nvPr>
        </p:nvSpPr>
        <p:spPr/>
        <p:txBody>
          <a:bodyPr/>
          <a:lstStyle/>
          <a:p>
            <a:r>
              <a:rPr lang="en-US" dirty="0"/>
              <a:t>Guide for using AI tools</a:t>
            </a:r>
          </a:p>
        </p:txBody>
      </p:sp>
      <p:sp>
        <p:nvSpPr>
          <p:cNvPr id="25" name="TextBox 24">
            <a:extLst>
              <a:ext uri="{FF2B5EF4-FFF2-40B4-BE49-F238E27FC236}">
                <a16:creationId xmlns:a16="http://schemas.microsoft.com/office/drawing/2014/main" id="{294ACE83-BD00-A7AC-49CD-AD126DC32E88}"/>
              </a:ext>
            </a:extLst>
          </p:cNvPr>
          <p:cNvSpPr txBox="1"/>
          <p:nvPr/>
        </p:nvSpPr>
        <p:spPr>
          <a:xfrm>
            <a:off x="571500" y="1436688"/>
            <a:ext cx="11049000" cy="307777"/>
          </a:xfrm>
          <a:prstGeom prst="rect">
            <a:avLst/>
          </a:prstGeom>
          <a:noFill/>
        </p:spPr>
        <p:txBody>
          <a:bodyPr wrap="square" lIns="0" tIns="0" rIns="0" bIns="0" rtlCol="0">
            <a:spAutoFit/>
          </a:bodyPr>
          <a:lstStyle/>
          <a:p>
            <a:pPr algn="l"/>
            <a:r>
              <a:rPr lang="en-US" sz="2000" dirty="0"/>
              <a:t>Use the following 5 guidelines when using AI tools to generate content for your presentations.</a:t>
            </a:r>
          </a:p>
        </p:txBody>
      </p:sp>
      <p:sp>
        <p:nvSpPr>
          <p:cNvPr id="22" name="Rectangle 21">
            <a:extLst>
              <a:ext uri="{FF2B5EF4-FFF2-40B4-BE49-F238E27FC236}">
                <a16:creationId xmlns:a16="http://schemas.microsoft.com/office/drawing/2014/main" id="{B1A78BB1-FBB8-42AD-9A19-946F97178DCE}"/>
              </a:ext>
            </a:extLst>
          </p:cNvPr>
          <p:cNvSpPr/>
          <p:nvPr/>
        </p:nvSpPr>
        <p:spPr bwMode="auto">
          <a:xfrm>
            <a:off x="588419" y="2400300"/>
            <a:ext cx="1975104" cy="3207430"/>
          </a:xfrm>
          <a:prstGeom prst="rect">
            <a:avLst/>
          </a:prstGeom>
          <a:solidFill>
            <a:schemeClr val="tx1">
              <a:alpha val="12157"/>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a:r>
              <a:rPr lang="en-US" sz="1600" dirty="0">
                <a:solidFill>
                  <a:schemeClr val="tx1"/>
                </a:solidFill>
                <a:latin typeface="Segoe UI Semibold" panose="020B0702040204020203" pitchFamily="34" charset="0"/>
                <a:cs typeface="Segoe UI Semibold" panose="020B0702040204020203" pitchFamily="34" charset="0"/>
              </a:rPr>
              <a:t>Review &amp; revise</a:t>
            </a:r>
            <a:endParaRPr lang="en-US" sz="2000" b="0" i="0" dirty="0">
              <a:solidFill>
                <a:schemeClr val="tx1"/>
              </a:solidFill>
              <a:effectLst/>
              <a:latin typeface="Segoe UI" panose="020B0502040204020203" pitchFamily="34" charset="0"/>
            </a:endParaRPr>
          </a:p>
          <a:p>
            <a:pPr>
              <a:lnSpc>
                <a:spcPts val="1000"/>
              </a:lnSpc>
              <a:spcBef>
                <a:spcPts val="600"/>
              </a:spcBef>
              <a:spcAft>
                <a:spcPts val="130"/>
              </a:spcAft>
            </a:pPr>
            <a:r>
              <a:rPr lang="en-US" sz="800" dirty="0">
                <a:solidFill>
                  <a:schemeClr val="tx1"/>
                </a:solidFill>
                <a:latin typeface="Segoe UI" panose="020B0502040204020203" pitchFamily="34" charset="0"/>
              </a:rPr>
              <a:t>AI tools can be used as drafting/creation tools, but</a:t>
            </a:r>
            <a:r>
              <a:rPr lang="en-US" sz="800" b="1" dirty="0">
                <a:solidFill>
                  <a:schemeClr val="tx1"/>
                </a:solidFill>
                <a:latin typeface="Segoe UI" panose="020B0502040204020203" pitchFamily="34" charset="0"/>
              </a:rPr>
              <a:t> human editing must be part of the process </a:t>
            </a:r>
            <a:r>
              <a:rPr lang="en-US" sz="800" dirty="0">
                <a:solidFill>
                  <a:schemeClr val="tx1"/>
                </a:solidFill>
                <a:latin typeface="Segoe UI" panose="020B0502040204020203" pitchFamily="34" charset="0"/>
              </a:rPr>
              <a:t>and all final materials should be prepared with the same care and attention you use today. Any output from an AI tool (including text, images, video and audio) should be revised to a meaningful degree. Small amounts of text (1 sentence or less) do not need to be revised. AI output should also be reviewed and scrubbed of any third-party content, such as names, logos and brands. </a:t>
            </a:r>
          </a:p>
        </p:txBody>
      </p:sp>
      <p:sp>
        <p:nvSpPr>
          <p:cNvPr id="21" name="Rectangle 20">
            <a:extLst>
              <a:ext uri="{FF2B5EF4-FFF2-40B4-BE49-F238E27FC236}">
                <a16:creationId xmlns:a16="http://schemas.microsoft.com/office/drawing/2014/main" id="{182DD649-BB9A-4648-F75D-30FA82CBE36F}"/>
              </a:ext>
            </a:extLst>
          </p:cNvPr>
          <p:cNvSpPr/>
          <p:nvPr/>
        </p:nvSpPr>
        <p:spPr bwMode="auto">
          <a:xfrm>
            <a:off x="2861356" y="2400300"/>
            <a:ext cx="1975104" cy="3207430"/>
          </a:xfrm>
          <a:prstGeom prst="rect">
            <a:avLst/>
          </a:prstGeom>
          <a:solidFill>
            <a:schemeClr val="tx1">
              <a:alpha val="12157"/>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a:r>
              <a:rPr lang="en-US" sz="1600" dirty="0">
                <a:solidFill>
                  <a:schemeClr val="tx1"/>
                </a:solidFill>
                <a:latin typeface="Segoe UI Semibold" panose="020B0702040204020203" pitchFamily="34" charset="0"/>
                <a:cs typeface="Segoe UI Semibold" panose="020B0702040204020203" pitchFamily="34" charset="0"/>
              </a:rPr>
              <a:t>Easy takedown</a:t>
            </a:r>
            <a:r>
              <a:rPr lang="en-US" sz="2000" b="0" i="0" dirty="0">
                <a:solidFill>
                  <a:schemeClr val="tx1"/>
                </a:solidFill>
                <a:effectLst/>
                <a:latin typeface="Segoe UI" panose="020B0502040204020203" pitchFamily="34" charset="0"/>
              </a:rPr>
              <a:t> </a:t>
            </a:r>
          </a:p>
          <a:p>
            <a:pPr>
              <a:lnSpc>
                <a:spcPts val="1000"/>
              </a:lnSpc>
              <a:spcBef>
                <a:spcPts val="600"/>
              </a:spcBef>
            </a:pPr>
            <a:r>
              <a:rPr lang="en-US" sz="800" dirty="0">
                <a:solidFill>
                  <a:schemeClr val="tx1"/>
                </a:solidFill>
                <a:latin typeface="Segoe UI" panose="020B0502040204020203" pitchFamily="34" charset="0"/>
              </a:rPr>
              <a:t>Only use AI tools to help create advertising, marketing and PR materials that are </a:t>
            </a:r>
            <a:r>
              <a:rPr lang="en-US" sz="800" b="1" dirty="0">
                <a:solidFill>
                  <a:schemeClr val="tx1"/>
                </a:solidFill>
                <a:latin typeface="Segoe UI" panose="020B0502040204020203" pitchFamily="34" charset="0"/>
              </a:rPr>
              <a:t>quick and easy to take down if necessary</a:t>
            </a:r>
            <a:r>
              <a:rPr lang="en-US" sz="800" dirty="0">
                <a:solidFill>
                  <a:schemeClr val="tx1"/>
                </a:solidFill>
                <a:latin typeface="Segoe UI" panose="020B0502040204020203" pitchFamily="34" charset="0"/>
              </a:rPr>
              <a:t> (e.g., social media, web content). AI tools should not be used to create materials such as packaging, physical retail assets or television commercials that cannot be quickly removed from circulation.  </a:t>
            </a:r>
          </a:p>
        </p:txBody>
      </p:sp>
      <p:sp>
        <p:nvSpPr>
          <p:cNvPr id="23" name="Rectangle 22">
            <a:extLst>
              <a:ext uri="{FF2B5EF4-FFF2-40B4-BE49-F238E27FC236}">
                <a16:creationId xmlns:a16="http://schemas.microsoft.com/office/drawing/2014/main" id="{3D8A0CE6-93BA-39AC-F77D-38DD9874C8CE}"/>
              </a:ext>
            </a:extLst>
          </p:cNvPr>
          <p:cNvSpPr/>
          <p:nvPr/>
        </p:nvSpPr>
        <p:spPr bwMode="auto">
          <a:xfrm>
            <a:off x="5134293" y="2400300"/>
            <a:ext cx="1975104" cy="3207430"/>
          </a:xfrm>
          <a:prstGeom prst="rect">
            <a:avLst/>
          </a:prstGeom>
          <a:solidFill>
            <a:schemeClr val="tx1">
              <a:alpha val="12157"/>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a:r>
              <a:rPr lang="en-US" sz="1600" dirty="0">
                <a:solidFill>
                  <a:schemeClr val="tx1"/>
                </a:solidFill>
                <a:latin typeface="Segoe UI Semibold" panose="020B0702040204020203" pitchFamily="34" charset="0"/>
                <a:cs typeface="Segoe UI Semibold" panose="020B0702040204020203" pitchFamily="34" charset="0"/>
              </a:rPr>
              <a:t>Avoid certain prompts</a:t>
            </a:r>
            <a:endParaRPr lang="en-US" sz="2000" b="0" i="0" dirty="0">
              <a:solidFill>
                <a:schemeClr val="tx1"/>
              </a:solidFill>
              <a:effectLst/>
              <a:latin typeface="Segoe UI" panose="020B0502040204020203" pitchFamily="34" charset="0"/>
            </a:endParaRPr>
          </a:p>
          <a:p>
            <a:pPr marL="0" lvl="1">
              <a:lnSpc>
                <a:spcPts val="1000"/>
              </a:lnSpc>
              <a:spcBef>
                <a:spcPts val="600"/>
              </a:spcBef>
            </a:pPr>
            <a:r>
              <a:rPr lang="en-US" sz="800" b="1" dirty="0">
                <a:solidFill>
                  <a:schemeClr val="tx1"/>
                </a:solidFill>
                <a:latin typeface="Segoe UI" panose="020B0502040204020203" pitchFamily="34" charset="0"/>
              </a:rPr>
              <a:t>Avoid AI prompts including Microsoft Confidential Information </a:t>
            </a:r>
            <a:r>
              <a:rPr lang="en-US" sz="800" dirty="0">
                <a:solidFill>
                  <a:schemeClr val="tx1"/>
                </a:solidFill>
                <a:latin typeface="Segoe UI" panose="020B0502040204020203" pitchFamily="34" charset="0"/>
              </a:rPr>
              <a:t>(e.g., undisclosed information about pre-release products), unless the tool is approved for confidential data. Includes personal information belonging to any Microsoft employee, contractor, partner, vendor, customer or lead,</a:t>
            </a:r>
          </a:p>
          <a:p>
            <a:pPr marL="0" lvl="1">
              <a:lnSpc>
                <a:spcPts val="1000"/>
              </a:lnSpc>
              <a:spcBef>
                <a:spcPts val="600"/>
              </a:spcBef>
            </a:pPr>
            <a:r>
              <a:rPr lang="en-US" sz="800" b="1" dirty="0">
                <a:solidFill>
                  <a:schemeClr val="tx1"/>
                </a:solidFill>
                <a:latin typeface="Segoe UI" panose="020B0502040204020203" pitchFamily="34" charset="0"/>
              </a:rPr>
              <a:t>Avoid asking for content to be created in the style of a specific author or artist </a:t>
            </a:r>
            <a:r>
              <a:rPr lang="en-US" sz="800" dirty="0">
                <a:solidFill>
                  <a:schemeClr val="tx1"/>
                </a:solidFill>
                <a:latin typeface="Segoe UI" panose="020B0502040204020203" pitchFamily="34" charset="0"/>
              </a:rPr>
              <a:t>(e.g., avoid prompts such as, “Write a paragraph about the benefits of Edge with Bing in the style of Stephen King” or “Draw a Monet-style Xbox controller).  </a:t>
            </a:r>
          </a:p>
        </p:txBody>
      </p:sp>
      <p:sp>
        <p:nvSpPr>
          <p:cNvPr id="12" name="Rectangle 11">
            <a:extLst>
              <a:ext uri="{FF2B5EF4-FFF2-40B4-BE49-F238E27FC236}">
                <a16:creationId xmlns:a16="http://schemas.microsoft.com/office/drawing/2014/main" id="{ACE8B3BF-16CB-E4A0-6220-C37441BCDB09}"/>
              </a:ext>
            </a:extLst>
          </p:cNvPr>
          <p:cNvSpPr/>
          <p:nvPr/>
        </p:nvSpPr>
        <p:spPr bwMode="auto">
          <a:xfrm>
            <a:off x="7383418" y="2400300"/>
            <a:ext cx="1975104" cy="3207430"/>
          </a:xfrm>
          <a:prstGeom prst="rect">
            <a:avLst/>
          </a:prstGeom>
          <a:solidFill>
            <a:schemeClr val="tx1">
              <a:alpha val="12157"/>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a:r>
              <a:rPr lang="en-US" sz="1600" dirty="0">
                <a:solidFill>
                  <a:schemeClr val="tx1"/>
                </a:solidFill>
                <a:latin typeface="Segoe UI Semibold" panose="020B0702040204020203" pitchFamily="34" charset="0"/>
                <a:cs typeface="Segoe UI Semibold" panose="020B0702040204020203" pitchFamily="34" charset="0"/>
              </a:rPr>
              <a:t>Disclosure</a:t>
            </a:r>
            <a:r>
              <a:rPr lang="en-US" sz="2000" b="0" i="0" dirty="0">
                <a:solidFill>
                  <a:schemeClr val="tx1"/>
                </a:solidFill>
                <a:effectLst/>
                <a:latin typeface="Segoe UI" panose="020B0502040204020203" pitchFamily="34" charset="0"/>
              </a:rPr>
              <a:t> </a:t>
            </a:r>
          </a:p>
          <a:p>
            <a:pPr>
              <a:lnSpc>
                <a:spcPts val="1000"/>
              </a:lnSpc>
              <a:spcBef>
                <a:spcPts val="600"/>
              </a:spcBef>
            </a:pPr>
            <a:r>
              <a:rPr lang="en-US" sz="800" dirty="0">
                <a:solidFill>
                  <a:schemeClr val="tx1"/>
                </a:solidFill>
                <a:latin typeface="Segoe UI" panose="020B0502040204020203" pitchFamily="34" charset="0"/>
              </a:rPr>
              <a:t>When using AI-generated images, audio or videos, </a:t>
            </a:r>
            <a:r>
              <a:rPr lang="en-US" sz="800" b="1" dirty="0">
                <a:solidFill>
                  <a:schemeClr val="tx1"/>
                </a:solidFill>
                <a:latin typeface="Segoe UI" panose="020B0502040204020203" pitchFamily="34" charset="0"/>
              </a:rPr>
              <a:t>include a disclosure explaining the role of AI in creating the content</a:t>
            </a:r>
            <a:r>
              <a:rPr lang="en-US" sz="800" dirty="0">
                <a:solidFill>
                  <a:schemeClr val="tx1"/>
                </a:solidFill>
                <a:latin typeface="Segoe UI" panose="020B0502040204020203" pitchFamily="34" charset="0"/>
              </a:rPr>
              <a:t>. For example, "Created with the help of AI" or "AI generated, human customized."</a:t>
            </a:r>
          </a:p>
        </p:txBody>
      </p:sp>
      <p:sp>
        <p:nvSpPr>
          <p:cNvPr id="24" name="Rectangle 23">
            <a:extLst>
              <a:ext uri="{FF2B5EF4-FFF2-40B4-BE49-F238E27FC236}">
                <a16:creationId xmlns:a16="http://schemas.microsoft.com/office/drawing/2014/main" id="{78D0022D-42D0-E309-D650-47AE9EDB0A2F}"/>
              </a:ext>
            </a:extLst>
          </p:cNvPr>
          <p:cNvSpPr/>
          <p:nvPr/>
        </p:nvSpPr>
        <p:spPr bwMode="auto">
          <a:xfrm>
            <a:off x="9645396" y="2400300"/>
            <a:ext cx="1975104" cy="3207430"/>
          </a:xfrm>
          <a:prstGeom prst="rect">
            <a:avLst/>
          </a:prstGeom>
          <a:solidFill>
            <a:schemeClr val="tx1">
              <a:alpha val="12157"/>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a:r>
              <a:rPr lang="en-US" sz="1600" dirty="0">
                <a:solidFill>
                  <a:schemeClr val="tx1"/>
                </a:solidFill>
                <a:latin typeface="Segoe UI Semibold" panose="020B0702040204020203" pitchFamily="34" charset="0"/>
                <a:cs typeface="Segoe UI Semibold" panose="020B0702040204020203" pitchFamily="34" charset="0"/>
              </a:rPr>
              <a:t>Review license terms</a:t>
            </a:r>
            <a:endParaRPr lang="en-US" sz="2000" b="0" i="0" dirty="0">
              <a:solidFill>
                <a:schemeClr val="tx1"/>
              </a:solidFill>
              <a:effectLst/>
              <a:latin typeface="Segoe UI" panose="020B0502040204020203" pitchFamily="34" charset="0"/>
            </a:endParaRPr>
          </a:p>
          <a:p>
            <a:pPr>
              <a:lnSpc>
                <a:spcPts val="1000"/>
              </a:lnSpc>
              <a:spcBef>
                <a:spcPts val="600"/>
              </a:spcBef>
            </a:pPr>
            <a:r>
              <a:rPr lang="en-US" sz="800" dirty="0">
                <a:solidFill>
                  <a:schemeClr val="tx1"/>
                </a:solidFill>
                <a:latin typeface="Segoe UI" panose="020B0502040204020203" pitchFamily="34" charset="0"/>
              </a:rPr>
              <a:t>If you want to use a tool other than Bing chatbot, Bing Image Creator, or another Microsoft AI feature, </a:t>
            </a:r>
            <a:r>
              <a:rPr lang="en-US" sz="800" b="1" dirty="0">
                <a:solidFill>
                  <a:schemeClr val="tx1"/>
                </a:solidFill>
                <a:latin typeface="Segoe UI" panose="020B0502040204020203" pitchFamily="34" charset="0"/>
              </a:rPr>
              <a:t>contact your CELA representative to review the applicable license terms </a:t>
            </a:r>
            <a:r>
              <a:rPr lang="en-US" sz="800" dirty="0">
                <a:solidFill>
                  <a:schemeClr val="tx1"/>
                </a:solidFill>
                <a:latin typeface="Segoe UI" panose="020B0502040204020203" pitchFamily="34" charset="0"/>
              </a:rPr>
              <a:t>to ensure the tool can be used for your intended purpose and to understand any licensing restrictions or requirements</a:t>
            </a:r>
          </a:p>
        </p:txBody>
      </p:sp>
      <p:sp>
        <p:nvSpPr>
          <p:cNvPr id="32" name="TextBox 31">
            <a:extLst>
              <a:ext uri="{FF2B5EF4-FFF2-40B4-BE49-F238E27FC236}">
                <a16:creationId xmlns:a16="http://schemas.microsoft.com/office/drawing/2014/main" id="{2D541ECD-EE57-B0A9-107C-DACE4186C421}"/>
              </a:ext>
            </a:extLst>
          </p:cNvPr>
          <p:cNvSpPr txBox="1"/>
          <p:nvPr/>
        </p:nvSpPr>
        <p:spPr>
          <a:xfrm>
            <a:off x="597345" y="5962030"/>
            <a:ext cx="11049000" cy="307777"/>
          </a:xfrm>
          <a:prstGeom prst="rect">
            <a:avLst/>
          </a:prstGeom>
          <a:noFill/>
        </p:spPr>
        <p:txBody>
          <a:bodyPr wrap="square" lIns="0" tIns="0" rIns="0" bIns="0" rtlCol="0">
            <a:spAutoFit/>
          </a:bodyPr>
          <a:lstStyle/>
          <a:p>
            <a:pPr algn="l"/>
            <a:r>
              <a:rPr lang="en-US" sz="1000" b="1" dirty="0"/>
              <a:t>Source: </a:t>
            </a:r>
            <a:r>
              <a:rPr lang="en-US" sz="1000" b="1" dirty="0">
                <a:hlinkClick r:id="rId2">
                  <a:extLst>
                    <a:ext uri="{A12FA001-AC4F-418D-AE19-62706E023703}">
                      <ahyp:hlinkClr xmlns:ahyp="http://schemas.microsoft.com/office/drawing/2018/hyperlinkcolor" val="tx"/>
                    </a:ext>
                  </a:extLst>
                </a:hlinkClick>
              </a:rPr>
              <a:t>Using AI to Create Advertising, Marketing and PR Content</a:t>
            </a:r>
            <a:r>
              <a:rPr lang="en-US" sz="1000" b="1" dirty="0"/>
              <a:t> </a:t>
            </a:r>
            <a:r>
              <a:rPr lang="en-US" sz="1000" dirty="0"/>
              <a:t>(Internal access only)</a:t>
            </a:r>
          </a:p>
          <a:p>
            <a:pPr algn="l"/>
            <a:r>
              <a:rPr lang="en-US" sz="1000" b="1" dirty="0"/>
              <a:t>Contact: </a:t>
            </a:r>
            <a:r>
              <a:rPr lang="en-US" sz="1000" dirty="0"/>
              <a:t>If you have any questions, comments or concerns contact your team CELA representative. All suppliers should direct questions to execppt@microsoft.com.</a:t>
            </a:r>
          </a:p>
        </p:txBody>
      </p:sp>
      <p:grpSp>
        <p:nvGrpSpPr>
          <p:cNvPr id="3" name="Group 2">
            <a:extLst>
              <a:ext uri="{FF2B5EF4-FFF2-40B4-BE49-F238E27FC236}">
                <a16:creationId xmlns:a16="http://schemas.microsoft.com/office/drawing/2014/main" id="{0168A53A-A65B-8E32-DCCE-51EC84D79177}"/>
              </a:ext>
              <a:ext uri="{C183D7F6-B498-43B3-948B-1728B52AA6E4}">
                <adec:decorative xmlns:adec="http://schemas.microsoft.com/office/drawing/2017/decorative" val="1"/>
              </a:ext>
            </a:extLst>
          </p:cNvPr>
          <p:cNvGrpSpPr/>
          <p:nvPr/>
        </p:nvGrpSpPr>
        <p:grpSpPr>
          <a:xfrm>
            <a:off x="418306" y="1998347"/>
            <a:ext cx="9662536" cy="548640"/>
            <a:chOff x="418306" y="1998347"/>
            <a:chExt cx="9662536" cy="548640"/>
          </a:xfrm>
          <a:solidFill>
            <a:schemeClr val="bg1"/>
          </a:solidFill>
        </p:grpSpPr>
        <p:sp>
          <p:nvSpPr>
            <p:cNvPr id="4" name="Oval 3">
              <a:extLst>
                <a:ext uri="{FF2B5EF4-FFF2-40B4-BE49-F238E27FC236}">
                  <a16:creationId xmlns:a16="http://schemas.microsoft.com/office/drawing/2014/main" id="{122B2DAC-EC6B-26A6-0575-ACFC34A8BC23}"/>
                </a:ext>
              </a:extLst>
            </p:cNvPr>
            <p:cNvSpPr/>
            <p:nvPr/>
          </p:nvSpPr>
          <p:spPr bwMode="auto">
            <a:xfrm>
              <a:off x="418306" y="1998347"/>
              <a:ext cx="548640" cy="548640"/>
            </a:xfrm>
            <a:prstGeom prst="ellipse">
              <a:avLst/>
            </a:prstGeom>
            <a:grpFill/>
            <a:ln w="25400" cmpd="sng">
              <a:solidFill>
                <a:schemeClr val="tx1">
                  <a:alpha val="54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932472" fontAlgn="base">
                <a:spcBef>
                  <a:spcPct val="0"/>
                </a:spcBef>
                <a:spcAft>
                  <a:spcPct val="0"/>
                </a:spcAft>
              </a:pPr>
              <a:r>
                <a:rPr lang="en-US" sz="2500" dirty="0">
                  <a:solidFill>
                    <a:schemeClr val="tx1"/>
                  </a:solidFill>
                  <a:latin typeface="+mj-lt"/>
                  <a:ea typeface="Segoe UI" pitchFamily="34" charset="0"/>
                  <a:cs typeface="Segoe UI" pitchFamily="34" charset="0"/>
                </a:rPr>
                <a:t>1</a:t>
              </a:r>
            </a:p>
          </p:txBody>
        </p:sp>
        <p:sp>
          <p:nvSpPr>
            <p:cNvPr id="5" name="Oval 4">
              <a:extLst>
                <a:ext uri="{FF2B5EF4-FFF2-40B4-BE49-F238E27FC236}">
                  <a16:creationId xmlns:a16="http://schemas.microsoft.com/office/drawing/2014/main" id="{435E10D4-41D6-0CDA-5035-051CFC26AC51}"/>
                </a:ext>
              </a:extLst>
            </p:cNvPr>
            <p:cNvSpPr/>
            <p:nvPr/>
          </p:nvSpPr>
          <p:spPr bwMode="auto">
            <a:xfrm>
              <a:off x="2696780" y="1998347"/>
              <a:ext cx="548640" cy="548640"/>
            </a:xfrm>
            <a:prstGeom prst="ellipse">
              <a:avLst/>
            </a:prstGeom>
            <a:grpFill/>
            <a:ln w="25400" cmpd="sng">
              <a:solidFill>
                <a:schemeClr val="tx1">
                  <a:alpha val="54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932472" fontAlgn="base">
                <a:spcBef>
                  <a:spcPct val="0"/>
                </a:spcBef>
                <a:spcAft>
                  <a:spcPct val="0"/>
                </a:spcAft>
              </a:pPr>
              <a:r>
                <a:rPr lang="en-US" sz="2500" dirty="0">
                  <a:solidFill>
                    <a:schemeClr val="tx1"/>
                  </a:solidFill>
                  <a:latin typeface="+mj-lt"/>
                  <a:cs typeface="Segoe UI" pitchFamily="34" charset="0"/>
                </a:rPr>
                <a:t>2</a:t>
              </a:r>
            </a:p>
          </p:txBody>
        </p:sp>
        <p:sp>
          <p:nvSpPr>
            <p:cNvPr id="6" name="Oval 5">
              <a:extLst>
                <a:ext uri="{FF2B5EF4-FFF2-40B4-BE49-F238E27FC236}">
                  <a16:creationId xmlns:a16="http://schemas.microsoft.com/office/drawing/2014/main" id="{C3B020D3-4A7A-B32A-5181-F6EA8757D6AC}"/>
                </a:ext>
              </a:extLst>
            </p:cNvPr>
            <p:cNvSpPr/>
            <p:nvPr/>
          </p:nvSpPr>
          <p:spPr bwMode="auto">
            <a:xfrm>
              <a:off x="4975254" y="1998347"/>
              <a:ext cx="548640" cy="548640"/>
            </a:xfrm>
            <a:prstGeom prst="ellipse">
              <a:avLst/>
            </a:prstGeom>
            <a:grpFill/>
            <a:ln w="25400" cmpd="sng">
              <a:solidFill>
                <a:schemeClr val="tx1">
                  <a:alpha val="54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932472" fontAlgn="base">
                <a:spcBef>
                  <a:spcPct val="0"/>
                </a:spcBef>
                <a:spcAft>
                  <a:spcPct val="0"/>
                </a:spcAft>
              </a:pPr>
              <a:r>
                <a:rPr lang="en-US" sz="2500" dirty="0">
                  <a:solidFill>
                    <a:schemeClr val="tx1"/>
                  </a:solidFill>
                  <a:latin typeface="+mj-lt"/>
                  <a:cs typeface="Segoe UI" pitchFamily="34" charset="0"/>
                </a:rPr>
                <a:t>3</a:t>
              </a:r>
            </a:p>
          </p:txBody>
        </p:sp>
        <p:sp>
          <p:nvSpPr>
            <p:cNvPr id="7" name="Oval 6">
              <a:extLst>
                <a:ext uri="{FF2B5EF4-FFF2-40B4-BE49-F238E27FC236}">
                  <a16:creationId xmlns:a16="http://schemas.microsoft.com/office/drawing/2014/main" id="{DB94DCAF-B19F-FBA0-5AC2-43D861EF39CB}"/>
                </a:ext>
              </a:extLst>
            </p:cNvPr>
            <p:cNvSpPr/>
            <p:nvPr/>
          </p:nvSpPr>
          <p:spPr bwMode="auto">
            <a:xfrm>
              <a:off x="7253728" y="1998347"/>
              <a:ext cx="548640" cy="548640"/>
            </a:xfrm>
            <a:prstGeom prst="ellipse">
              <a:avLst/>
            </a:prstGeom>
            <a:grpFill/>
            <a:ln w="25400" cmpd="sng">
              <a:solidFill>
                <a:schemeClr val="tx1">
                  <a:alpha val="54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932472" fontAlgn="base">
                <a:spcBef>
                  <a:spcPct val="0"/>
                </a:spcBef>
                <a:spcAft>
                  <a:spcPct val="0"/>
                </a:spcAft>
              </a:pPr>
              <a:r>
                <a:rPr lang="en-US" sz="2500" dirty="0">
                  <a:solidFill>
                    <a:schemeClr val="tx1"/>
                  </a:solidFill>
                  <a:latin typeface="+mj-lt"/>
                  <a:cs typeface="Segoe UI" pitchFamily="34" charset="0"/>
                </a:rPr>
                <a:t>4</a:t>
              </a:r>
            </a:p>
          </p:txBody>
        </p:sp>
        <p:sp>
          <p:nvSpPr>
            <p:cNvPr id="8" name="Oval 7">
              <a:extLst>
                <a:ext uri="{FF2B5EF4-FFF2-40B4-BE49-F238E27FC236}">
                  <a16:creationId xmlns:a16="http://schemas.microsoft.com/office/drawing/2014/main" id="{70A27A15-78BB-1F7E-94EE-A00E0424D5C1}"/>
                </a:ext>
              </a:extLst>
            </p:cNvPr>
            <p:cNvSpPr/>
            <p:nvPr/>
          </p:nvSpPr>
          <p:spPr bwMode="auto">
            <a:xfrm>
              <a:off x="9532202" y="1998347"/>
              <a:ext cx="548640" cy="548640"/>
            </a:xfrm>
            <a:prstGeom prst="ellipse">
              <a:avLst/>
            </a:prstGeom>
            <a:grpFill/>
            <a:ln w="25400" cmpd="sng">
              <a:solidFill>
                <a:schemeClr val="tx1">
                  <a:alpha val="54000"/>
                </a:schemeClr>
              </a:solid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defTabSz="932472" fontAlgn="base">
                <a:spcBef>
                  <a:spcPct val="0"/>
                </a:spcBef>
                <a:spcAft>
                  <a:spcPct val="0"/>
                </a:spcAft>
              </a:pPr>
              <a:r>
                <a:rPr lang="en-US" sz="2500" dirty="0">
                  <a:solidFill>
                    <a:schemeClr val="tx1"/>
                  </a:solidFill>
                  <a:latin typeface="+mj-lt"/>
                  <a:cs typeface="Segoe UI" pitchFamily="34" charset="0"/>
                </a:rPr>
                <a:t>5</a:t>
              </a:r>
            </a:p>
          </p:txBody>
        </p:sp>
      </p:grpSp>
    </p:spTree>
    <p:extLst>
      <p:ext uri="{BB962C8B-B14F-4D97-AF65-F5344CB8AC3E}">
        <p14:creationId xmlns:p14="http://schemas.microsoft.com/office/powerpoint/2010/main" val="3085277236"/>
      </p:ext>
    </p:extLst>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Title 36">
            <a:extLst>
              <a:ext uri="{FF2B5EF4-FFF2-40B4-BE49-F238E27FC236}">
                <a16:creationId xmlns:a16="http://schemas.microsoft.com/office/drawing/2014/main" id="{4622A3A5-8FE5-44DD-B7B1-A05435F85799}"/>
              </a:ext>
            </a:extLst>
          </p:cNvPr>
          <p:cNvSpPr>
            <a:spLocks noGrp="1"/>
          </p:cNvSpPr>
          <p:nvPr>
            <p:ph type="title"/>
          </p:nvPr>
        </p:nvSpPr>
        <p:spPr/>
        <p:txBody>
          <a:bodyPr/>
          <a:lstStyle/>
          <a:p>
            <a:r>
              <a:rPr lang="en-US" dirty="0"/>
              <a:t>Microsoft brand colors</a:t>
            </a:r>
          </a:p>
        </p:txBody>
      </p:sp>
      <p:sp>
        <p:nvSpPr>
          <p:cNvPr id="4" name="object 22">
            <a:extLst>
              <a:ext uri="{FF2B5EF4-FFF2-40B4-BE49-F238E27FC236}">
                <a16:creationId xmlns:a16="http://schemas.microsoft.com/office/drawing/2014/main" id="{DE45C2CD-49CE-3613-3AF6-F5BA123DBE7E}"/>
              </a:ext>
            </a:extLst>
          </p:cNvPr>
          <p:cNvSpPr txBox="1"/>
          <p:nvPr/>
        </p:nvSpPr>
        <p:spPr>
          <a:xfrm>
            <a:off x="575426" y="1272928"/>
            <a:ext cx="10981800" cy="380018"/>
          </a:xfrm>
          <a:prstGeom prst="rect">
            <a:avLst/>
          </a:prstGeom>
        </p:spPr>
        <p:txBody>
          <a:bodyPr vert="horz" wrap="square" lIns="0" tIns="10583" rIns="0" bIns="0" rtlCol="0">
            <a:spAutoFit/>
          </a:bodyPr>
          <a:lstStyle/>
          <a:p>
            <a:pPr marL="10583" marR="0" lvl="0" indent="0" algn="l" defTabSz="914367" rtl="0" eaLnBrk="1" fontAlgn="auto" latinLnBrk="0" hangingPunct="1">
              <a:lnSpc>
                <a:spcPct val="100000"/>
              </a:lnSpc>
              <a:spcBef>
                <a:spcPts val="800"/>
              </a:spcBef>
              <a:spcAft>
                <a:spcPts val="0"/>
              </a:spcAft>
              <a:buClrTx/>
              <a:buSzTx/>
              <a:buFontTx/>
              <a:buNone/>
              <a:tabLst/>
              <a:defRPr/>
            </a:pPr>
            <a:r>
              <a:rPr kumimoji="0" lang="en-US" sz="1200" b="0" i="0" u="none" strike="noStrike" kern="1200" cap="none" spc="0" normalizeH="0" baseline="0" noProof="0" dirty="0">
                <a:ln>
                  <a:noFill/>
                </a:ln>
                <a:effectLst/>
                <a:uLnTx/>
                <a:uFillTx/>
                <a:latin typeface="Segoe UI"/>
                <a:ea typeface="+mn-ea"/>
                <a:cs typeface="Segoe UI"/>
              </a:rPr>
              <a:t>Type and background combinations must meet a minimum 4.5:1 contrast ratio to help ensure people of all abilities can access and understand our communications. </a:t>
            </a:r>
            <a:br>
              <a:rPr kumimoji="0" lang="en-US" sz="1200" b="0" i="0" u="none" strike="noStrike" kern="1200" cap="none" spc="0" normalizeH="0" baseline="0" noProof="0" dirty="0">
                <a:ln>
                  <a:noFill/>
                </a:ln>
                <a:effectLst/>
                <a:uLnTx/>
                <a:uFillTx/>
                <a:latin typeface="Segoe UI"/>
                <a:ea typeface="+mn-ea"/>
                <a:cs typeface="Segoe UI"/>
              </a:rPr>
            </a:br>
            <a:r>
              <a:rPr kumimoji="0" lang="en-US" sz="1200" b="0" i="0" u="none" strike="noStrike" kern="1200" cap="none" spc="0" normalizeH="0" baseline="0" noProof="0" dirty="0">
                <a:ln>
                  <a:noFill/>
                </a:ln>
                <a:effectLst/>
                <a:uLnTx/>
                <a:uFillTx/>
                <a:latin typeface="Segoe UI"/>
                <a:ea typeface="+mn-ea"/>
                <a:cs typeface="Segoe UI"/>
              </a:rPr>
              <a:t>Pick colors carefully and avoid relying on color alone to convey information. </a:t>
            </a:r>
          </a:p>
        </p:txBody>
      </p:sp>
      <p:sp>
        <p:nvSpPr>
          <p:cNvPr id="110" name="Freeform: Shape 109">
            <a:extLst>
              <a:ext uri="{FF2B5EF4-FFF2-40B4-BE49-F238E27FC236}">
                <a16:creationId xmlns:a16="http://schemas.microsoft.com/office/drawing/2014/main" id="{73BFCC0B-A0F7-20B9-42C8-21B317F3B696}"/>
              </a:ext>
            </a:extLst>
          </p:cNvPr>
          <p:cNvSpPr/>
          <p:nvPr/>
        </p:nvSpPr>
        <p:spPr>
          <a:xfrm>
            <a:off x="980770" y="2249245"/>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FFFFFF"/>
          </a:solidFill>
          <a:ln w="6320" cap="flat">
            <a:noFill/>
            <a:prstDash val="solid"/>
            <a:miter/>
          </a:ln>
        </p:spPr>
        <p:txBody>
          <a:bodyPr lIns="91440" tIns="91440" rIns="73152" bIns="0" rtlCol="0" anchor="t" anchorCtr="0"/>
          <a:lstStyle/>
          <a:p>
            <a:pPr marL="0" marR="0" lvl="0" indent="0" algn="l" defTabSz="914367" rtl="0" eaLnBrk="1" fontAlgn="auto" latinLnBrk="0" hangingPunct="1">
              <a:lnSpc>
                <a:spcPct val="100000"/>
              </a:lnSpc>
              <a:spcBef>
                <a:spcPts val="400"/>
              </a:spcBef>
              <a:spcAft>
                <a:spcPts val="600"/>
              </a:spcAft>
              <a:buClrTx/>
              <a:buSzTx/>
              <a:buFontTx/>
              <a:buNone/>
              <a:tabLst/>
              <a:defRPr/>
            </a:pPr>
            <a:r>
              <a:rPr lang="en-US" sz="650" dirty="0">
                <a:solidFill>
                  <a:srgbClr val="000000"/>
                </a:solidFill>
                <a:latin typeface="Segoe UI Semibold"/>
              </a:rPr>
              <a:t>Pure White</a:t>
            </a:r>
          </a:p>
          <a:p>
            <a:pPr marL="0" marR="0" lvl="0" indent="0" algn="l" defTabSz="914367" rtl="0" eaLnBrk="1" fontAlgn="auto" latinLnBrk="0" hangingPunct="1">
              <a:lnSpc>
                <a:spcPct val="100000"/>
              </a:lnSpc>
              <a:spcBef>
                <a:spcPts val="400"/>
              </a:spcBef>
              <a:spcAft>
                <a:spcPts val="0"/>
              </a:spcAft>
              <a:buClrTx/>
              <a:buSzTx/>
              <a:buFontTx/>
              <a:buNone/>
              <a:tabLst/>
              <a:defRPr/>
            </a:pPr>
            <a:r>
              <a:rPr lang="en-US" sz="650" dirty="0">
                <a:solidFill>
                  <a:srgbClr val="000000"/>
                </a:solidFill>
                <a:latin typeface="Segoe UI Semibold"/>
              </a:rPr>
              <a:t>R255 G255 B255</a:t>
            </a:r>
          </a:p>
          <a:p>
            <a:pPr marL="0" marR="0" lvl="0" indent="0" algn="l" defTabSz="914367" rtl="0" eaLnBrk="1" fontAlgn="auto" latinLnBrk="0" hangingPunct="1">
              <a:lnSpc>
                <a:spcPct val="100000"/>
              </a:lnSpc>
              <a:spcBef>
                <a:spcPts val="400"/>
              </a:spcBef>
              <a:spcAft>
                <a:spcPts val="0"/>
              </a:spcAft>
              <a:buClrTx/>
              <a:buSzTx/>
              <a:buFontTx/>
              <a:buNone/>
              <a:tabLst/>
              <a:defRPr/>
            </a:pPr>
            <a:r>
              <a:rPr lang="en-US" sz="650" dirty="0">
                <a:solidFill>
                  <a:srgbClr val="000000"/>
                </a:solidFill>
                <a:latin typeface="Segoe UI Semibold"/>
              </a:rPr>
              <a:t>Hex #FFFFFF</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177" name="Freeform: Shape 176">
            <a:extLst>
              <a:ext uri="{FF2B5EF4-FFF2-40B4-BE49-F238E27FC236}">
                <a16:creationId xmlns:a16="http://schemas.microsoft.com/office/drawing/2014/main" id="{7FED4855-84AB-5279-73AB-BB6401863427}"/>
              </a:ext>
            </a:extLst>
          </p:cNvPr>
          <p:cNvSpPr/>
          <p:nvPr/>
        </p:nvSpPr>
        <p:spPr>
          <a:xfrm>
            <a:off x="1798337" y="2249245"/>
            <a:ext cx="817630" cy="1163801"/>
          </a:xfrm>
          <a:custGeom>
            <a:avLst/>
            <a:gdLst>
              <a:gd name="connsiteX0" fmla="*/ 0 w 802632"/>
              <a:gd name="connsiteY0" fmla="*/ 0 h 1163890"/>
              <a:gd name="connsiteX1" fmla="*/ 802633 w 802632"/>
              <a:gd name="connsiteY1" fmla="*/ 0 h 1163890"/>
              <a:gd name="connsiteX2" fmla="*/ 802633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3" y="0"/>
                </a:lnTo>
                <a:lnTo>
                  <a:pt x="802633" y="1163890"/>
                </a:lnTo>
                <a:lnTo>
                  <a:pt x="0" y="1163890"/>
                </a:lnTo>
                <a:lnTo>
                  <a:pt x="0" y="0"/>
                </a:lnTo>
              </a:path>
            </a:pathLst>
          </a:custGeom>
          <a:solidFill>
            <a:srgbClr val="E8E6DF"/>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Warm Light Gray</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R232 G230 B223</a:t>
            </a:r>
          </a:p>
          <a:p>
            <a:pPr>
              <a:spcBef>
                <a:spcPts val="400"/>
              </a:spcBef>
              <a:defRPr/>
            </a:pPr>
            <a:r>
              <a:rPr lang="en-US" sz="650" dirty="0">
                <a:solidFill>
                  <a:srgbClr val="000000"/>
                </a:solidFill>
                <a:latin typeface="Segoe UI Semibold"/>
              </a:rPr>
              <a:t>Hex #E8E6DF</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175" name="Freeform: Shape 174">
            <a:extLst>
              <a:ext uri="{FF2B5EF4-FFF2-40B4-BE49-F238E27FC236}">
                <a16:creationId xmlns:a16="http://schemas.microsoft.com/office/drawing/2014/main" id="{AE1A0C5C-F0E7-A759-4264-5420345E3339}"/>
              </a:ext>
            </a:extLst>
          </p:cNvPr>
          <p:cNvSpPr/>
          <p:nvPr/>
        </p:nvSpPr>
        <p:spPr>
          <a:xfrm>
            <a:off x="2615968" y="2249245"/>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D9D9D6"/>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Gray</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R217 G217 B214</a:t>
            </a:r>
          </a:p>
          <a:p>
            <a:pPr>
              <a:spcBef>
                <a:spcPts val="400"/>
              </a:spcBef>
              <a:defRPr/>
            </a:pPr>
            <a:r>
              <a:rPr lang="en-US" sz="650" dirty="0">
                <a:solidFill>
                  <a:srgbClr val="000000"/>
                </a:solidFill>
                <a:latin typeface="Segoe UI Semibold"/>
              </a:rPr>
              <a:t>Hex #D9D9D6</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179" name="Freeform: Shape 178">
            <a:extLst>
              <a:ext uri="{FF2B5EF4-FFF2-40B4-BE49-F238E27FC236}">
                <a16:creationId xmlns:a16="http://schemas.microsoft.com/office/drawing/2014/main" id="{AC94C86B-78EE-83DD-89C7-603E4EAD2A14}"/>
              </a:ext>
            </a:extLst>
          </p:cNvPr>
          <p:cNvSpPr/>
          <p:nvPr/>
        </p:nvSpPr>
        <p:spPr>
          <a:xfrm>
            <a:off x="3433534" y="2249245"/>
            <a:ext cx="817566" cy="1163801"/>
          </a:xfrm>
          <a:custGeom>
            <a:avLst/>
            <a:gdLst>
              <a:gd name="connsiteX0" fmla="*/ 0 w 802569"/>
              <a:gd name="connsiteY0" fmla="*/ 0 h 1163890"/>
              <a:gd name="connsiteX1" fmla="*/ 802569 w 802569"/>
              <a:gd name="connsiteY1" fmla="*/ 0 h 1163890"/>
              <a:gd name="connsiteX2" fmla="*/ 802569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69" y="0"/>
                </a:lnTo>
                <a:lnTo>
                  <a:pt x="802569" y="1163890"/>
                </a:lnTo>
                <a:lnTo>
                  <a:pt x="0" y="1163890"/>
                </a:lnTo>
                <a:lnTo>
                  <a:pt x="0" y="0"/>
                </a:lnTo>
              </a:path>
            </a:pathLst>
          </a:custGeom>
          <a:solidFill>
            <a:srgbClr val="E1D3C7"/>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Brown</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R225 G211 B199</a:t>
            </a:r>
          </a:p>
          <a:p>
            <a:pPr>
              <a:spcBef>
                <a:spcPts val="400"/>
              </a:spcBef>
              <a:defRPr/>
            </a:pPr>
            <a:r>
              <a:rPr lang="en-US" sz="650" dirty="0">
                <a:solidFill>
                  <a:srgbClr val="000000"/>
                </a:solidFill>
                <a:latin typeface="Segoe UI Semibold"/>
              </a:rPr>
              <a:t>Hex #E1D3C7</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181" name="Freeform: Shape 180">
            <a:extLst>
              <a:ext uri="{FF2B5EF4-FFF2-40B4-BE49-F238E27FC236}">
                <a16:creationId xmlns:a16="http://schemas.microsoft.com/office/drawing/2014/main" id="{DA6D20EF-4AB7-54CB-01E6-9033C805855E}"/>
              </a:ext>
              <a:ext uri="{C183D7F6-B498-43B3-948B-1728B52AA6E4}">
                <adec:decorative xmlns:adec="http://schemas.microsoft.com/office/drawing/2017/decorative" val="0"/>
              </a:ext>
            </a:extLst>
          </p:cNvPr>
          <p:cNvSpPr/>
          <p:nvPr/>
        </p:nvSpPr>
        <p:spPr>
          <a:xfrm>
            <a:off x="4251100" y="2249245"/>
            <a:ext cx="817630" cy="1163801"/>
          </a:xfrm>
          <a:custGeom>
            <a:avLst/>
            <a:gdLst>
              <a:gd name="connsiteX0" fmla="*/ 0 w 802632"/>
              <a:gd name="connsiteY0" fmla="*/ 0 h 1163890"/>
              <a:gd name="connsiteX1" fmla="*/ 802633 w 802632"/>
              <a:gd name="connsiteY1" fmla="*/ 0 h 1163890"/>
              <a:gd name="connsiteX2" fmla="*/ 802633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3" y="0"/>
                </a:lnTo>
                <a:lnTo>
                  <a:pt x="802633" y="1163890"/>
                </a:lnTo>
                <a:lnTo>
                  <a:pt x="0" y="1163890"/>
                </a:lnTo>
                <a:lnTo>
                  <a:pt x="0" y="0"/>
                </a:lnTo>
              </a:path>
            </a:pathLst>
          </a:custGeom>
          <a:solidFill>
            <a:srgbClr val="FFE399"/>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Yellow</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R255 G227 B153</a:t>
            </a:r>
          </a:p>
          <a:p>
            <a:pPr>
              <a:spcBef>
                <a:spcPts val="400"/>
              </a:spcBef>
              <a:defRPr/>
            </a:pPr>
            <a:r>
              <a:rPr lang="en-US" sz="650" dirty="0">
                <a:solidFill>
                  <a:srgbClr val="000000"/>
                </a:solidFill>
                <a:latin typeface="Segoe UI Semibold"/>
              </a:rPr>
              <a:t>Hex #FFE399</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106" name="Freeform: Shape 105">
            <a:extLst>
              <a:ext uri="{FF2B5EF4-FFF2-40B4-BE49-F238E27FC236}">
                <a16:creationId xmlns:a16="http://schemas.microsoft.com/office/drawing/2014/main" id="{AF138D22-8996-A490-B76A-05406587A346}"/>
              </a:ext>
            </a:extLst>
          </p:cNvPr>
          <p:cNvSpPr/>
          <p:nvPr/>
        </p:nvSpPr>
        <p:spPr>
          <a:xfrm>
            <a:off x="5068667" y="2249245"/>
            <a:ext cx="817630" cy="1163801"/>
          </a:xfrm>
          <a:custGeom>
            <a:avLst/>
            <a:gdLst>
              <a:gd name="connsiteX0" fmla="*/ 0 w 802632"/>
              <a:gd name="connsiteY0" fmla="*/ 0 h 1163890"/>
              <a:gd name="connsiteX1" fmla="*/ 802633 w 802632"/>
              <a:gd name="connsiteY1" fmla="*/ 0 h 1163890"/>
              <a:gd name="connsiteX2" fmla="*/ 802633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3" y="0"/>
                </a:lnTo>
                <a:lnTo>
                  <a:pt x="802633" y="1163890"/>
                </a:lnTo>
                <a:lnTo>
                  <a:pt x="0" y="1163890"/>
                </a:lnTo>
                <a:lnTo>
                  <a:pt x="0" y="0"/>
                </a:lnTo>
              </a:path>
            </a:pathLst>
          </a:custGeom>
          <a:solidFill>
            <a:srgbClr val="FFA38B"/>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Orange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R255 G163 B139</a:t>
            </a:r>
          </a:p>
          <a:p>
            <a:pPr>
              <a:spcBef>
                <a:spcPts val="400"/>
              </a:spcBef>
              <a:defRPr/>
            </a:pPr>
            <a:r>
              <a:rPr lang="en-US" sz="650" dirty="0">
                <a:solidFill>
                  <a:srgbClr val="000000"/>
                </a:solidFill>
                <a:latin typeface="Segoe UI Semibold"/>
              </a:rPr>
              <a:t>Hex #FFA38B</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99" name="Freeform: Shape 98">
            <a:extLst>
              <a:ext uri="{FF2B5EF4-FFF2-40B4-BE49-F238E27FC236}">
                <a16:creationId xmlns:a16="http://schemas.microsoft.com/office/drawing/2014/main" id="{46D7A762-9F3D-0A47-615E-A3879684DE86}"/>
              </a:ext>
            </a:extLst>
          </p:cNvPr>
          <p:cNvSpPr/>
          <p:nvPr/>
        </p:nvSpPr>
        <p:spPr>
          <a:xfrm>
            <a:off x="5886297" y="2249245"/>
            <a:ext cx="817566" cy="1163801"/>
          </a:xfrm>
          <a:custGeom>
            <a:avLst/>
            <a:gdLst>
              <a:gd name="connsiteX0" fmla="*/ 0 w 802569"/>
              <a:gd name="connsiteY0" fmla="*/ 0 h 1163890"/>
              <a:gd name="connsiteX1" fmla="*/ 802569 w 802569"/>
              <a:gd name="connsiteY1" fmla="*/ 0 h 1163890"/>
              <a:gd name="connsiteX2" fmla="*/ 802569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69" y="0"/>
                </a:lnTo>
                <a:lnTo>
                  <a:pt x="802569" y="1163890"/>
                </a:lnTo>
                <a:lnTo>
                  <a:pt x="0" y="1163890"/>
                </a:lnTo>
                <a:lnTo>
                  <a:pt x="0" y="0"/>
                </a:lnTo>
              </a:path>
            </a:pathLst>
          </a:custGeom>
          <a:solidFill>
            <a:srgbClr val="FFB3BB"/>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Red</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R255 G179 B187</a:t>
            </a:r>
          </a:p>
          <a:p>
            <a:pPr>
              <a:spcBef>
                <a:spcPts val="400"/>
              </a:spcBef>
              <a:defRPr/>
            </a:pPr>
            <a:r>
              <a:rPr lang="en-US" sz="650" dirty="0">
                <a:solidFill>
                  <a:srgbClr val="000000"/>
                </a:solidFill>
                <a:latin typeface="Segoe UI Semibold"/>
              </a:rPr>
              <a:t>Hex #FFB3BB</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91" name="Freeform: Shape 90">
            <a:extLst>
              <a:ext uri="{FF2B5EF4-FFF2-40B4-BE49-F238E27FC236}">
                <a16:creationId xmlns:a16="http://schemas.microsoft.com/office/drawing/2014/main" id="{30603BA0-A103-D225-94AA-59B8272EF177}"/>
              </a:ext>
            </a:extLst>
          </p:cNvPr>
          <p:cNvSpPr/>
          <p:nvPr/>
        </p:nvSpPr>
        <p:spPr>
          <a:xfrm>
            <a:off x="6703865" y="2249245"/>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D59ED7"/>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Magenta</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R213 G158 B215</a:t>
            </a:r>
          </a:p>
          <a:p>
            <a:pPr>
              <a:spcBef>
                <a:spcPts val="400"/>
              </a:spcBef>
              <a:defRPr/>
            </a:pPr>
            <a:r>
              <a:rPr lang="en-US" sz="650" dirty="0">
                <a:solidFill>
                  <a:srgbClr val="000000"/>
                </a:solidFill>
                <a:latin typeface="Segoe UI Semibold"/>
              </a:rPr>
              <a:t>Hex #D59ED7</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89" name="Freeform: Shape 88">
            <a:extLst>
              <a:ext uri="{FF2B5EF4-FFF2-40B4-BE49-F238E27FC236}">
                <a16:creationId xmlns:a16="http://schemas.microsoft.com/office/drawing/2014/main" id="{ABEC99E0-1B94-F82D-FFA9-39D4BD0BBBFB}"/>
              </a:ext>
            </a:extLst>
          </p:cNvPr>
          <p:cNvSpPr/>
          <p:nvPr/>
        </p:nvSpPr>
        <p:spPr>
          <a:xfrm>
            <a:off x="7521431" y="2249245"/>
            <a:ext cx="817631" cy="1163801"/>
          </a:xfrm>
          <a:custGeom>
            <a:avLst/>
            <a:gdLst>
              <a:gd name="connsiteX0" fmla="*/ 0 w 802633"/>
              <a:gd name="connsiteY0" fmla="*/ 0 h 1163890"/>
              <a:gd name="connsiteX1" fmla="*/ 802633 w 802633"/>
              <a:gd name="connsiteY1" fmla="*/ 0 h 1163890"/>
              <a:gd name="connsiteX2" fmla="*/ 802633 w 802633"/>
              <a:gd name="connsiteY2" fmla="*/ 1163890 h 1163890"/>
              <a:gd name="connsiteX3" fmla="*/ 0 w 802633"/>
              <a:gd name="connsiteY3" fmla="*/ 1163890 h 1163890"/>
              <a:gd name="connsiteX4" fmla="*/ 0 w 802633"/>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3" h="1163890">
                <a:moveTo>
                  <a:pt x="0" y="0"/>
                </a:moveTo>
                <a:lnTo>
                  <a:pt x="802633" y="0"/>
                </a:lnTo>
                <a:lnTo>
                  <a:pt x="802633" y="1163890"/>
                </a:lnTo>
                <a:lnTo>
                  <a:pt x="0" y="1163890"/>
                </a:lnTo>
                <a:lnTo>
                  <a:pt x="0" y="0"/>
                </a:lnTo>
              </a:path>
            </a:pathLst>
          </a:custGeom>
          <a:solidFill>
            <a:srgbClr val="C5B4E3"/>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Purple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R197 G180 B227</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Hex #C5B4E3</a:t>
            </a:r>
          </a:p>
          <a:p>
            <a:pPr marL="0" marR="0" lvl="0" indent="0" algn="l" defTabSz="914367" rtl="0" eaLnBrk="1" fontAlgn="auto" latinLnBrk="0" hangingPunct="1">
              <a:lnSpc>
                <a:spcPct val="100000"/>
              </a:lnSpc>
              <a:spcBef>
                <a:spcPts val="400"/>
              </a:spcBef>
              <a:spcAft>
                <a:spcPts val="0"/>
              </a:spcAft>
              <a:buClrTx/>
              <a:buSzTx/>
              <a:buFontTx/>
              <a:buNone/>
              <a:tabLst/>
              <a:defRPr/>
            </a:pPr>
            <a:endParaRPr kumimoji="0" lang="en-US" sz="650" b="0" i="0" u="none" strike="noStrike" kern="1200" cap="none" spc="0" normalizeH="0" baseline="0" noProof="0" dirty="0">
              <a:ln>
                <a:noFill/>
              </a:ln>
              <a:solidFill>
                <a:srgbClr val="000000"/>
              </a:solidFill>
              <a:effectLst/>
              <a:uLnTx/>
              <a:uFillTx/>
              <a:latin typeface="Segoe UI Semibold"/>
              <a:ea typeface="+mn-ea"/>
              <a:cs typeface="+mn-cs"/>
            </a:endParaRPr>
          </a:p>
        </p:txBody>
      </p:sp>
      <p:sp>
        <p:nvSpPr>
          <p:cNvPr id="87" name="Freeform: Shape 86">
            <a:extLst>
              <a:ext uri="{FF2B5EF4-FFF2-40B4-BE49-F238E27FC236}">
                <a16:creationId xmlns:a16="http://schemas.microsoft.com/office/drawing/2014/main" id="{4EED3960-F097-3B49-8BC1-91997F2B271D}"/>
              </a:ext>
            </a:extLst>
          </p:cNvPr>
          <p:cNvSpPr/>
          <p:nvPr/>
        </p:nvSpPr>
        <p:spPr>
          <a:xfrm>
            <a:off x="8339062" y="2249245"/>
            <a:ext cx="817565" cy="1163801"/>
          </a:xfrm>
          <a:custGeom>
            <a:avLst/>
            <a:gdLst>
              <a:gd name="connsiteX0" fmla="*/ 0 w 802568"/>
              <a:gd name="connsiteY0" fmla="*/ 0 h 1163890"/>
              <a:gd name="connsiteX1" fmla="*/ 802569 w 802568"/>
              <a:gd name="connsiteY1" fmla="*/ 0 h 1163890"/>
              <a:gd name="connsiteX2" fmla="*/ 802569 w 802568"/>
              <a:gd name="connsiteY2" fmla="*/ 1163890 h 1163890"/>
              <a:gd name="connsiteX3" fmla="*/ 0 w 802568"/>
              <a:gd name="connsiteY3" fmla="*/ 1163890 h 1163890"/>
              <a:gd name="connsiteX4" fmla="*/ 0 w 802568"/>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8" h="1163890">
                <a:moveTo>
                  <a:pt x="0" y="0"/>
                </a:moveTo>
                <a:lnTo>
                  <a:pt x="802569" y="0"/>
                </a:lnTo>
                <a:lnTo>
                  <a:pt x="802569" y="1163890"/>
                </a:lnTo>
                <a:lnTo>
                  <a:pt x="0" y="1163890"/>
                </a:lnTo>
                <a:lnTo>
                  <a:pt x="0" y="0"/>
                </a:lnTo>
              </a:path>
            </a:pathLst>
          </a:custGeom>
          <a:solidFill>
            <a:srgbClr val="8DC8E8"/>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Blue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R141 G200 B232</a:t>
            </a:r>
          </a:p>
          <a:p>
            <a:pPr>
              <a:spcBef>
                <a:spcPts val="400"/>
              </a:spcBef>
              <a:defRPr/>
            </a:pPr>
            <a:r>
              <a:rPr lang="en-US" sz="650" dirty="0">
                <a:solidFill>
                  <a:srgbClr val="000000"/>
                </a:solidFill>
                <a:latin typeface="Segoe UI Semibold"/>
              </a:rPr>
              <a:t>Hex #8DC8E8</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60" name="Freeform: Shape 59">
            <a:extLst>
              <a:ext uri="{FF2B5EF4-FFF2-40B4-BE49-F238E27FC236}">
                <a16:creationId xmlns:a16="http://schemas.microsoft.com/office/drawing/2014/main" id="{B9EFDAE6-DFE7-90FA-37AA-78DC0CE16707}"/>
              </a:ext>
            </a:extLst>
          </p:cNvPr>
          <p:cNvSpPr/>
          <p:nvPr/>
        </p:nvSpPr>
        <p:spPr>
          <a:xfrm>
            <a:off x="9156628" y="2249245"/>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B9DCD2"/>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Teal</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R185 G220 B210</a:t>
            </a:r>
          </a:p>
          <a:p>
            <a:pPr>
              <a:spcBef>
                <a:spcPts val="400"/>
              </a:spcBef>
              <a:defRPr/>
            </a:pPr>
            <a:r>
              <a:rPr lang="en-US" sz="650" dirty="0">
                <a:solidFill>
                  <a:srgbClr val="000000"/>
                </a:solidFill>
                <a:latin typeface="Segoe UI Semibold"/>
              </a:rPr>
              <a:t>Hex #B9DCD2 </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	</a:t>
            </a:r>
          </a:p>
        </p:txBody>
      </p:sp>
      <p:sp>
        <p:nvSpPr>
          <p:cNvPr id="85" name="Freeform: Shape 84">
            <a:extLst>
              <a:ext uri="{FF2B5EF4-FFF2-40B4-BE49-F238E27FC236}">
                <a16:creationId xmlns:a16="http://schemas.microsoft.com/office/drawing/2014/main" id="{A2DBB59D-802A-502E-D6AB-F3CD1EFF681A}"/>
              </a:ext>
            </a:extLst>
          </p:cNvPr>
          <p:cNvSpPr/>
          <p:nvPr/>
        </p:nvSpPr>
        <p:spPr>
          <a:xfrm>
            <a:off x="9974195" y="2249245"/>
            <a:ext cx="817630" cy="1163801"/>
          </a:xfrm>
          <a:custGeom>
            <a:avLst/>
            <a:gdLst>
              <a:gd name="connsiteX0" fmla="*/ 0 w 802632"/>
              <a:gd name="connsiteY0" fmla="*/ 0 h 1163890"/>
              <a:gd name="connsiteX1" fmla="*/ 802632 w 802632"/>
              <a:gd name="connsiteY1" fmla="*/ 0 h 1163890"/>
              <a:gd name="connsiteX2" fmla="*/ 802632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2" y="0"/>
                </a:lnTo>
                <a:lnTo>
                  <a:pt x="802632" y="1163890"/>
                </a:lnTo>
                <a:lnTo>
                  <a:pt x="0" y="1163890"/>
                </a:lnTo>
                <a:lnTo>
                  <a:pt x="0" y="0"/>
                </a:lnTo>
              </a:path>
            </a:pathLst>
          </a:custGeom>
          <a:solidFill>
            <a:srgbClr val="D4EC8E"/>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Light Green</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R212 G236 B142</a:t>
            </a:r>
          </a:p>
          <a:p>
            <a:pPr>
              <a:spcBef>
                <a:spcPts val="400"/>
              </a:spcBef>
              <a:defRPr/>
            </a:pPr>
            <a:r>
              <a:rPr lang="en-US" sz="650" dirty="0">
                <a:solidFill>
                  <a:srgbClr val="000000"/>
                </a:solidFill>
                <a:latin typeface="Segoe UI Semibold"/>
              </a:rPr>
              <a:t>Hex #D4EC8E</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83" name="Freeform: Shape 82">
            <a:extLst>
              <a:ext uri="{FF2B5EF4-FFF2-40B4-BE49-F238E27FC236}">
                <a16:creationId xmlns:a16="http://schemas.microsoft.com/office/drawing/2014/main" id="{81C13EFF-D026-C1AF-A2BB-CF3A50AA6A96}"/>
              </a:ext>
            </a:extLst>
          </p:cNvPr>
          <p:cNvSpPr/>
          <p:nvPr/>
        </p:nvSpPr>
        <p:spPr>
          <a:xfrm>
            <a:off x="10791825" y="2249245"/>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091F2C"/>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Blue Black</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R9 G31 B44</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#091F2C </a:t>
            </a:r>
          </a:p>
          <a:p>
            <a:pPr marL="0" marR="0" lvl="0" indent="0" algn="l" defTabSz="914367" rtl="0" eaLnBrk="1" fontAlgn="auto" latinLnBrk="0" hangingPunct="1">
              <a:lnSpc>
                <a:spcPct val="100000"/>
              </a:lnSpc>
              <a:spcBef>
                <a:spcPts val="400"/>
              </a:spcBef>
              <a:spcAft>
                <a:spcPts val="0"/>
              </a:spcAft>
              <a:buClrTx/>
              <a:buSzTx/>
              <a:buFontTx/>
              <a:buNone/>
              <a:tabLst/>
              <a:defRPr/>
            </a:pP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108" name="Freeform: Shape 107">
            <a:extLst>
              <a:ext uri="{FF2B5EF4-FFF2-40B4-BE49-F238E27FC236}">
                <a16:creationId xmlns:a16="http://schemas.microsoft.com/office/drawing/2014/main" id="{FA5B755E-A3EB-BCA1-0CF2-D1E8FF81FC97}"/>
              </a:ext>
            </a:extLst>
          </p:cNvPr>
          <p:cNvSpPr/>
          <p:nvPr/>
        </p:nvSpPr>
        <p:spPr>
          <a:xfrm>
            <a:off x="980770" y="3413110"/>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F4F3F5"/>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Off White</a:t>
            </a:r>
          </a:p>
          <a:p>
            <a:pPr marL="0" marR="0" lvl="0" indent="0" algn="l" defTabSz="914367" rtl="0" eaLnBrk="1" fontAlgn="auto" latinLnBrk="0" hangingPunct="1">
              <a:lnSpc>
                <a:spcPct val="100000"/>
              </a:lnSpc>
              <a:spcBef>
                <a:spcPts val="400"/>
              </a:spcBef>
              <a:spcAft>
                <a:spcPts val="0"/>
              </a:spcAft>
              <a:buClrTx/>
              <a:buSzTx/>
              <a:buFontTx/>
              <a:buNone/>
              <a:tabLst/>
              <a:defRPr/>
            </a:pPr>
            <a:r>
              <a:rPr lang="en-US" sz="650" dirty="0">
                <a:solidFill>
                  <a:srgbClr val="000000"/>
                </a:solidFill>
                <a:latin typeface="Segoe UI Semibold"/>
              </a:rPr>
              <a:t>R244 G243 B245</a:t>
            </a:r>
          </a:p>
          <a:p>
            <a:pPr marL="0" marR="0" lvl="0" indent="0" algn="l" defTabSz="914367" rtl="0" eaLnBrk="1" fontAlgn="auto" latinLnBrk="0" hangingPunct="1">
              <a:lnSpc>
                <a:spcPct val="100000"/>
              </a:lnSpc>
              <a:spcBef>
                <a:spcPts val="400"/>
              </a:spcBef>
              <a:spcAft>
                <a:spcPts val="0"/>
              </a:spcAft>
              <a:buClrTx/>
              <a:buSzTx/>
              <a:buFontTx/>
              <a:buNone/>
              <a:tabLst/>
              <a:defRPr/>
            </a:pPr>
            <a:r>
              <a:rPr lang="en-US" sz="650" dirty="0">
                <a:solidFill>
                  <a:srgbClr val="000000"/>
                </a:solidFill>
                <a:latin typeface="Segoe UI Semibold"/>
              </a:rPr>
              <a:t>Hex # F4F3F5</a:t>
            </a:r>
            <a:endParaRPr kumimoji="0" lang="en-US" sz="650" b="0" i="0" u="none" strike="noStrike" kern="1200" cap="none" spc="0" normalizeH="0" baseline="0" noProof="0" dirty="0">
              <a:ln>
                <a:noFill/>
              </a:ln>
              <a:solidFill>
                <a:srgbClr val="000000"/>
              </a:solidFill>
              <a:effectLst/>
              <a:uLnTx/>
              <a:uFillTx/>
              <a:latin typeface="Segoe UI Semibold"/>
              <a:ea typeface="+mn-ea"/>
              <a:cs typeface="+mn-cs"/>
            </a:endParaRPr>
          </a:p>
        </p:txBody>
      </p:sp>
      <p:sp>
        <p:nvSpPr>
          <p:cNvPr id="81" name="Freeform: Shape 80">
            <a:extLst>
              <a:ext uri="{FF2B5EF4-FFF2-40B4-BE49-F238E27FC236}">
                <a16:creationId xmlns:a16="http://schemas.microsoft.com/office/drawing/2014/main" id="{280A2F3E-7726-A3D3-27D4-968C8DAC56DA}"/>
              </a:ext>
            </a:extLst>
          </p:cNvPr>
          <p:cNvSpPr/>
          <p:nvPr/>
        </p:nvSpPr>
        <p:spPr>
          <a:xfrm>
            <a:off x="1798337" y="3413110"/>
            <a:ext cx="817630" cy="1163801"/>
          </a:xfrm>
          <a:custGeom>
            <a:avLst/>
            <a:gdLst>
              <a:gd name="connsiteX0" fmla="*/ 0 w 802632"/>
              <a:gd name="connsiteY0" fmla="*/ 0 h 1163890"/>
              <a:gd name="connsiteX1" fmla="*/ 802633 w 802632"/>
              <a:gd name="connsiteY1" fmla="*/ 0 h 1163890"/>
              <a:gd name="connsiteX2" fmla="*/ 802633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3" y="0"/>
                </a:lnTo>
                <a:lnTo>
                  <a:pt x="802633" y="1163890"/>
                </a:lnTo>
                <a:lnTo>
                  <a:pt x="0" y="1163890"/>
                </a:lnTo>
                <a:lnTo>
                  <a:pt x="0" y="0"/>
                </a:lnTo>
              </a:path>
            </a:pathLst>
          </a:custGeom>
          <a:solidFill>
            <a:srgbClr val="D7D2CB"/>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Mid Gray</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R215 G210 B203</a:t>
            </a:r>
          </a:p>
          <a:p>
            <a:pPr>
              <a:spcBef>
                <a:spcPts val="400"/>
              </a:spcBef>
              <a:defRPr/>
            </a:pPr>
            <a:r>
              <a:rPr lang="en-US" sz="650" dirty="0">
                <a:solidFill>
                  <a:srgbClr val="000000"/>
                </a:solidFill>
                <a:latin typeface="Segoe UI Semibold"/>
              </a:rPr>
              <a:t>Hex #D7D2CB</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79" name="Freeform: Shape 78">
            <a:extLst>
              <a:ext uri="{FF2B5EF4-FFF2-40B4-BE49-F238E27FC236}">
                <a16:creationId xmlns:a16="http://schemas.microsoft.com/office/drawing/2014/main" id="{1CCBD1F3-6AD0-B37C-78AC-BAD233480953}"/>
              </a:ext>
            </a:extLst>
          </p:cNvPr>
          <p:cNvSpPr/>
          <p:nvPr/>
        </p:nvSpPr>
        <p:spPr>
          <a:xfrm>
            <a:off x="2615968" y="3413110"/>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B1B3B3"/>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Cool Gray</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R177 G179 B179</a:t>
            </a:r>
          </a:p>
          <a:p>
            <a:pPr>
              <a:spcBef>
                <a:spcPts val="400"/>
              </a:spcBef>
              <a:defRPr/>
            </a:pPr>
            <a:r>
              <a:rPr lang="en-US" sz="650" dirty="0">
                <a:solidFill>
                  <a:srgbClr val="000000"/>
                </a:solidFill>
                <a:latin typeface="Segoe UI Semibold"/>
              </a:rPr>
              <a:t>Hex #B1B3B3</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77" name="Freeform: Shape 76">
            <a:extLst>
              <a:ext uri="{FF2B5EF4-FFF2-40B4-BE49-F238E27FC236}">
                <a16:creationId xmlns:a16="http://schemas.microsoft.com/office/drawing/2014/main" id="{465F125F-BD2A-FFB5-E9AC-1FB5C192E2B8}"/>
              </a:ext>
            </a:extLst>
          </p:cNvPr>
          <p:cNvSpPr/>
          <p:nvPr/>
        </p:nvSpPr>
        <p:spPr>
          <a:xfrm>
            <a:off x="3433534" y="3413110"/>
            <a:ext cx="817566" cy="1163801"/>
          </a:xfrm>
          <a:custGeom>
            <a:avLst/>
            <a:gdLst>
              <a:gd name="connsiteX0" fmla="*/ 0 w 802569"/>
              <a:gd name="connsiteY0" fmla="*/ 0 h 1163890"/>
              <a:gd name="connsiteX1" fmla="*/ 802569 w 802569"/>
              <a:gd name="connsiteY1" fmla="*/ 0 h 1163890"/>
              <a:gd name="connsiteX2" fmla="*/ 802569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69" y="0"/>
                </a:lnTo>
                <a:lnTo>
                  <a:pt x="802569" y="1163890"/>
                </a:lnTo>
                <a:lnTo>
                  <a:pt x="0" y="1163890"/>
                </a:lnTo>
                <a:lnTo>
                  <a:pt x="0" y="0"/>
                </a:lnTo>
              </a:path>
            </a:pathLst>
          </a:custGeom>
          <a:solidFill>
            <a:srgbClr val="BF9474"/>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Brown</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R191 G148 B116</a:t>
            </a:r>
          </a:p>
          <a:p>
            <a:pPr>
              <a:spcBef>
                <a:spcPts val="400"/>
              </a:spcBef>
              <a:defRPr/>
            </a:pPr>
            <a:r>
              <a:rPr lang="en-US" sz="650" dirty="0">
                <a:solidFill>
                  <a:srgbClr val="000000"/>
                </a:solidFill>
                <a:latin typeface="Segoe UI Semibold"/>
              </a:rPr>
              <a:t>Hex #BF9474</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75" name="Freeform: Shape 74">
            <a:extLst>
              <a:ext uri="{FF2B5EF4-FFF2-40B4-BE49-F238E27FC236}">
                <a16:creationId xmlns:a16="http://schemas.microsoft.com/office/drawing/2014/main" id="{DA84DA77-3DB7-6EEF-009E-413A15419F14}"/>
              </a:ext>
            </a:extLst>
          </p:cNvPr>
          <p:cNvSpPr/>
          <p:nvPr/>
        </p:nvSpPr>
        <p:spPr>
          <a:xfrm>
            <a:off x="4251100" y="3413110"/>
            <a:ext cx="817630" cy="1163801"/>
          </a:xfrm>
          <a:custGeom>
            <a:avLst/>
            <a:gdLst>
              <a:gd name="connsiteX0" fmla="*/ 0 w 802632"/>
              <a:gd name="connsiteY0" fmla="*/ 0 h 1163890"/>
              <a:gd name="connsiteX1" fmla="*/ 802633 w 802632"/>
              <a:gd name="connsiteY1" fmla="*/ 0 h 1163890"/>
              <a:gd name="connsiteX2" fmla="*/ 802633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3" y="0"/>
                </a:lnTo>
                <a:lnTo>
                  <a:pt x="802633" y="1163890"/>
                </a:lnTo>
                <a:lnTo>
                  <a:pt x="0" y="1163890"/>
                </a:lnTo>
                <a:lnTo>
                  <a:pt x="0" y="0"/>
                </a:lnTo>
              </a:path>
            </a:pathLst>
          </a:custGeom>
          <a:solidFill>
            <a:srgbClr val="FFB900"/>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Yellow</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R255 G185 B0</a:t>
            </a:r>
          </a:p>
          <a:p>
            <a:pPr>
              <a:spcBef>
                <a:spcPts val="400"/>
              </a:spcBef>
              <a:defRPr/>
            </a:pPr>
            <a:r>
              <a:rPr lang="en-US" sz="650" dirty="0">
                <a:solidFill>
                  <a:srgbClr val="000000"/>
                </a:solidFill>
                <a:latin typeface="Segoe UI Semibold"/>
              </a:rPr>
              <a:t>Hex #FFB900</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73" name="Freeform: Shape 72">
            <a:extLst>
              <a:ext uri="{FF2B5EF4-FFF2-40B4-BE49-F238E27FC236}">
                <a16:creationId xmlns:a16="http://schemas.microsoft.com/office/drawing/2014/main" id="{364E5C97-567B-1221-CABA-122FE4A21655}"/>
              </a:ext>
            </a:extLst>
          </p:cNvPr>
          <p:cNvSpPr/>
          <p:nvPr/>
        </p:nvSpPr>
        <p:spPr>
          <a:xfrm>
            <a:off x="5068667" y="3413110"/>
            <a:ext cx="817630" cy="1163801"/>
          </a:xfrm>
          <a:custGeom>
            <a:avLst/>
            <a:gdLst>
              <a:gd name="connsiteX0" fmla="*/ 0 w 802632"/>
              <a:gd name="connsiteY0" fmla="*/ 0 h 1163890"/>
              <a:gd name="connsiteX1" fmla="*/ 802633 w 802632"/>
              <a:gd name="connsiteY1" fmla="*/ 0 h 1163890"/>
              <a:gd name="connsiteX2" fmla="*/ 802633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3" y="0"/>
                </a:lnTo>
                <a:lnTo>
                  <a:pt x="802633" y="1163890"/>
                </a:lnTo>
                <a:lnTo>
                  <a:pt x="0" y="1163890"/>
                </a:lnTo>
                <a:lnTo>
                  <a:pt x="0" y="0"/>
                </a:lnTo>
              </a:path>
            </a:pathLst>
          </a:custGeom>
          <a:solidFill>
            <a:srgbClr val="FF5C39"/>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Orange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R255 G92 B57</a:t>
            </a:r>
          </a:p>
          <a:p>
            <a:pPr>
              <a:spcBef>
                <a:spcPts val="400"/>
              </a:spcBef>
              <a:defRPr/>
            </a:pPr>
            <a:r>
              <a:rPr lang="en-US" sz="650" dirty="0">
                <a:solidFill>
                  <a:srgbClr val="000000"/>
                </a:solidFill>
                <a:latin typeface="Segoe UI Semibold"/>
              </a:rPr>
              <a:t>Hex #FF5C39</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71" name="Freeform: Shape 70">
            <a:extLst>
              <a:ext uri="{FF2B5EF4-FFF2-40B4-BE49-F238E27FC236}">
                <a16:creationId xmlns:a16="http://schemas.microsoft.com/office/drawing/2014/main" id="{3CEB18E2-8DED-982D-CE16-C58DEF0F5A2B}"/>
              </a:ext>
            </a:extLst>
          </p:cNvPr>
          <p:cNvSpPr/>
          <p:nvPr/>
        </p:nvSpPr>
        <p:spPr>
          <a:xfrm>
            <a:off x="5886297" y="3413110"/>
            <a:ext cx="817566" cy="1163801"/>
          </a:xfrm>
          <a:custGeom>
            <a:avLst/>
            <a:gdLst>
              <a:gd name="connsiteX0" fmla="*/ 0 w 802569"/>
              <a:gd name="connsiteY0" fmla="*/ 0 h 1163890"/>
              <a:gd name="connsiteX1" fmla="*/ 802569 w 802569"/>
              <a:gd name="connsiteY1" fmla="*/ 0 h 1163890"/>
              <a:gd name="connsiteX2" fmla="*/ 802569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69" y="0"/>
                </a:lnTo>
                <a:lnTo>
                  <a:pt x="802569" y="1163890"/>
                </a:lnTo>
                <a:lnTo>
                  <a:pt x="0" y="1163890"/>
                </a:lnTo>
                <a:lnTo>
                  <a:pt x="0" y="0"/>
                </a:lnTo>
              </a:path>
            </a:pathLst>
          </a:custGeom>
          <a:solidFill>
            <a:srgbClr val="F4364C"/>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Red</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R244 G54 B76</a:t>
            </a:r>
          </a:p>
          <a:p>
            <a:pPr>
              <a:spcBef>
                <a:spcPts val="400"/>
              </a:spcBef>
              <a:defRPr/>
            </a:pPr>
            <a:r>
              <a:rPr lang="en-US" sz="650" dirty="0">
                <a:solidFill>
                  <a:srgbClr val="000000"/>
                </a:solidFill>
                <a:latin typeface="Segoe UI Semibold"/>
              </a:rPr>
              <a:t>Hex #F4364C</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69" name="Freeform: Shape 68">
            <a:extLst>
              <a:ext uri="{FF2B5EF4-FFF2-40B4-BE49-F238E27FC236}">
                <a16:creationId xmlns:a16="http://schemas.microsoft.com/office/drawing/2014/main" id="{75755343-D07B-2D0F-BEC4-C809041B3174}"/>
              </a:ext>
            </a:extLst>
          </p:cNvPr>
          <p:cNvSpPr/>
          <p:nvPr/>
        </p:nvSpPr>
        <p:spPr>
          <a:xfrm>
            <a:off x="6703865" y="3413110"/>
            <a:ext cx="817631" cy="1163801"/>
          </a:xfrm>
          <a:custGeom>
            <a:avLst/>
            <a:gdLst>
              <a:gd name="connsiteX0" fmla="*/ 0 w 802633"/>
              <a:gd name="connsiteY0" fmla="*/ 0 h 1163890"/>
              <a:gd name="connsiteX1" fmla="*/ 802633 w 802633"/>
              <a:gd name="connsiteY1" fmla="*/ 0 h 1163890"/>
              <a:gd name="connsiteX2" fmla="*/ 802633 w 802633"/>
              <a:gd name="connsiteY2" fmla="*/ 1163890 h 1163890"/>
              <a:gd name="connsiteX3" fmla="*/ 0 w 802633"/>
              <a:gd name="connsiteY3" fmla="*/ 1163890 h 1163890"/>
              <a:gd name="connsiteX4" fmla="*/ 0 w 802633"/>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3" h="1163890">
                <a:moveTo>
                  <a:pt x="0" y="0"/>
                </a:moveTo>
                <a:lnTo>
                  <a:pt x="802633" y="0"/>
                </a:lnTo>
                <a:lnTo>
                  <a:pt x="802633" y="1163890"/>
                </a:lnTo>
                <a:lnTo>
                  <a:pt x="0" y="1163890"/>
                </a:lnTo>
                <a:lnTo>
                  <a:pt x="0" y="0"/>
                </a:lnTo>
              </a:path>
            </a:pathLst>
          </a:custGeom>
          <a:solidFill>
            <a:srgbClr val="C03BC4"/>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Magenta</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R192 G59 B196</a:t>
            </a:r>
          </a:p>
          <a:p>
            <a:pPr>
              <a:spcBef>
                <a:spcPts val="400"/>
              </a:spcBef>
              <a:defRPr/>
            </a:pPr>
            <a:r>
              <a:rPr lang="en-US" sz="650" dirty="0">
                <a:solidFill>
                  <a:srgbClr val="000000"/>
                </a:solidFill>
                <a:latin typeface="Segoe UI Semibold"/>
              </a:rPr>
              <a:t>Hex #C03BC4</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67" name="Freeform: Shape 66">
            <a:extLst>
              <a:ext uri="{FF2B5EF4-FFF2-40B4-BE49-F238E27FC236}">
                <a16:creationId xmlns:a16="http://schemas.microsoft.com/office/drawing/2014/main" id="{5CD5DBDE-C944-1CC7-9E14-DB96D7B01827}"/>
              </a:ext>
            </a:extLst>
          </p:cNvPr>
          <p:cNvSpPr/>
          <p:nvPr/>
        </p:nvSpPr>
        <p:spPr>
          <a:xfrm>
            <a:off x="7521431" y="3413110"/>
            <a:ext cx="817631" cy="1163801"/>
          </a:xfrm>
          <a:custGeom>
            <a:avLst/>
            <a:gdLst>
              <a:gd name="connsiteX0" fmla="*/ 0 w 802633"/>
              <a:gd name="connsiteY0" fmla="*/ 0 h 1163890"/>
              <a:gd name="connsiteX1" fmla="*/ 802633 w 802633"/>
              <a:gd name="connsiteY1" fmla="*/ 0 h 1163890"/>
              <a:gd name="connsiteX2" fmla="*/ 802633 w 802633"/>
              <a:gd name="connsiteY2" fmla="*/ 1163890 h 1163890"/>
              <a:gd name="connsiteX3" fmla="*/ 0 w 802633"/>
              <a:gd name="connsiteY3" fmla="*/ 1163890 h 1163890"/>
              <a:gd name="connsiteX4" fmla="*/ 0 w 802633"/>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3" h="1163890">
                <a:moveTo>
                  <a:pt x="0" y="0"/>
                </a:moveTo>
                <a:lnTo>
                  <a:pt x="802633" y="0"/>
                </a:lnTo>
                <a:lnTo>
                  <a:pt x="802633" y="1163890"/>
                </a:lnTo>
                <a:lnTo>
                  <a:pt x="0" y="1163890"/>
                </a:lnTo>
                <a:lnTo>
                  <a:pt x="0" y="0"/>
                </a:lnTo>
              </a:path>
            </a:pathLst>
          </a:custGeom>
          <a:solidFill>
            <a:srgbClr val="8661C5"/>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Purple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R134 G97 B197</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#8661C5</a:t>
            </a:r>
          </a:p>
          <a:p>
            <a:pPr marL="0" marR="0" lvl="0" indent="0" algn="l" defTabSz="914367" rtl="0" eaLnBrk="1" fontAlgn="auto" latinLnBrk="0" hangingPunct="1">
              <a:lnSpc>
                <a:spcPct val="100000"/>
              </a:lnSpc>
              <a:spcBef>
                <a:spcPts val="400"/>
              </a:spcBef>
              <a:spcAft>
                <a:spcPts val="0"/>
              </a:spcAft>
              <a:buClrTx/>
              <a:buSzTx/>
              <a:buFontTx/>
              <a:buNone/>
              <a:tabLst/>
              <a:defRPr/>
            </a:pP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62" name="Freeform: Shape 61">
            <a:extLst>
              <a:ext uri="{FF2B5EF4-FFF2-40B4-BE49-F238E27FC236}">
                <a16:creationId xmlns:a16="http://schemas.microsoft.com/office/drawing/2014/main" id="{EDB1528D-5252-3CB5-521C-E6AF74DB8D51}"/>
              </a:ext>
            </a:extLst>
          </p:cNvPr>
          <p:cNvSpPr/>
          <p:nvPr/>
        </p:nvSpPr>
        <p:spPr>
          <a:xfrm>
            <a:off x="8339062" y="3413110"/>
            <a:ext cx="817565" cy="1163801"/>
          </a:xfrm>
          <a:custGeom>
            <a:avLst/>
            <a:gdLst>
              <a:gd name="connsiteX0" fmla="*/ 0 w 802568"/>
              <a:gd name="connsiteY0" fmla="*/ 0 h 1163890"/>
              <a:gd name="connsiteX1" fmla="*/ 802569 w 802568"/>
              <a:gd name="connsiteY1" fmla="*/ 0 h 1163890"/>
              <a:gd name="connsiteX2" fmla="*/ 802569 w 802568"/>
              <a:gd name="connsiteY2" fmla="*/ 1163890 h 1163890"/>
              <a:gd name="connsiteX3" fmla="*/ 0 w 802568"/>
              <a:gd name="connsiteY3" fmla="*/ 1163890 h 1163890"/>
              <a:gd name="connsiteX4" fmla="*/ 0 w 802568"/>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8" h="1163890">
                <a:moveTo>
                  <a:pt x="0" y="0"/>
                </a:moveTo>
                <a:lnTo>
                  <a:pt x="802569" y="0"/>
                </a:lnTo>
                <a:lnTo>
                  <a:pt x="802569" y="1163890"/>
                </a:lnTo>
                <a:lnTo>
                  <a:pt x="0" y="1163890"/>
                </a:lnTo>
                <a:lnTo>
                  <a:pt x="0" y="0"/>
                </a:lnTo>
              </a:path>
            </a:pathLst>
          </a:custGeom>
          <a:solidFill>
            <a:srgbClr val="0078D4"/>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Blue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R0 G120 B212</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#0078D4 </a:t>
            </a:r>
          </a:p>
          <a:p>
            <a:pPr marL="0" marR="0" lvl="0" indent="0" algn="l" defTabSz="914367" rtl="0" eaLnBrk="1" fontAlgn="auto" latinLnBrk="0" hangingPunct="1">
              <a:lnSpc>
                <a:spcPct val="100000"/>
              </a:lnSpc>
              <a:spcBef>
                <a:spcPts val="400"/>
              </a:spcBef>
              <a:spcAft>
                <a:spcPts val="0"/>
              </a:spcAft>
              <a:buClrTx/>
              <a:buSzTx/>
              <a:buFontTx/>
              <a:buNone/>
              <a:tabLst/>
              <a:defRPr/>
            </a:pP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56" name="Freeform: Shape 55">
            <a:extLst>
              <a:ext uri="{FF2B5EF4-FFF2-40B4-BE49-F238E27FC236}">
                <a16:creationId xmlns:a16="http://schemas.microsoft.com/office/drawing/2014/main" id="{008343CD-7193-742A-F1D2-B2DE26CBA603}"/>
              </a:ext>
            </a:extLst>
          </p:cNvPr>
          <p:cNvSpPr/>
          <p:nvPr/>
        </p:nvSpPr>
        <p:spPr>
          <a:xfrm>
            <a:off x="9156628" y="3413110"/>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49C5B1"/>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Teal</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R73 G197 B177</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Hex #49C5B1 </a:t>
            </a:r>
          </a:p>
        </p:txBody>
      </p:sp>
      <p:sp>
        <p:nvSpPr>
          <p:cNvPr id="54" name="Freeform: Shape 53">
            <a:extLst>
              <a:ext uri="{FF2B5EF4-FFF2-40B4-BE49-F238E27FC236}">
                <a16:creationId xmlns:a16="http://schemas.microsoft.com/office/drawing/2014/main" id="{CD1299B3-948E-6516-4D2F-E09B9D5E7322}"/>
              </a:ext>
            </a:extLst>
          </p:cNvPr>
          <p:cNvSpPr/>
          <p:nvPr/>
        </p:nvSpPr>
        <p:spPr>
          <a:xfrm>
            <a:off x="9974195" y="3413110"/>
            <a:ext cx="817630" cy="1163801"/>
          </a:xfrm>
          <a:custGeom>
            <a:avLst/>
            <a:gdLst>
              <a:gd name="connsiteX0" fmla="*/ 0 w 802632"/>
              <a:gd name="connsiteY0" fmla="*/ 0 h 1163890"/>
              <a:gd name="connsiteX1" fmla="*/ 802632 w 802632"/>
              <a:gd name="connsiteY1" fmla="*/ 0 h 1163890"/>
              <a:gd name="connsiteX2" fmla="*/ 802632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2" y="0"/>
                </a:lnTo>
                <a:lnTo>
                  <a:pt x="802632" y="1163890"/>
                </a:lnTo>
                <a:lnTo>
                  <a:pt x="0" y="1163890"/>
                </a:lnTo>
                <a:lnTo>
                  <a:pt x="0" y="0"/>
                </a:lnTo>
              </a:path>
            </a:pathLst>
          </a:custGeom>
          <a:solidFill>
            <a:srgbClr val="8DE971"/>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Green</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R141 G233 B113</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Hex #8DE971 </a:t>
            </a:r>
          </a:p>
        </p:txBody>
      </p:sp>
      <p:sp>
        <p:nvSpPr>
          <p:cNvPr id="49" name="Freeform: Shape 48">
            <a:extLst>
              <a:ext uri="{FF2B5EF4-FFF2-40B4-BE49-F238E27FC236}">
                <a16:creationId xmlns:a16="http://schemas.microsoft.com/office/drawing/2014/main" id="{EC24A263-B6BE-EA60-DE73-6D4BF1FCE03D}"/>
              </a:ext>
            </a:extLst>
          </p:cNvPr>
          <p:cNvSpPr/>
          <p:nvPr/>
        </p:nvSpPr>
        <p:spPr>
          <a:xfrm>
            <a:off x="10791825" y="3413110"/>
            <a:ext cx="817566" cy="1171831"/>
          </a:xfrm>
          <a:custGeom>
            <a:avLst/>
            <a:gdLst>
              <a:gd name="connsiteX0" fmla="*/ 0 w 802569"/>
              <a:gd name="connsiteY0" fmla="*/ 0 h 1171920"/>
              <a:gd name="connsiteX1" fmla="*/ 802570 w 802569"/>
              <a:gd name="connsiteY1" fmla="*/ 0 h 1171920"/>
              <a:gd name="connsiteX2" fmla="*/ 802570 w 802569"/>
              <a:gd name="connsiteY2" fmla="*/ 1171921 h 1171920"/>
              <a:gd name="connsiteX3" fmla="*/ 0 w 802569"/>
              <a:gd name="connsiteY3" fmla="*/ 1171921 h 1171920"/>
              <a:gd name="connsiteX4" fmla="*/ 0 w 802569"/>
              <a:gd name="connsiteY4" fmla="*/ 0 h 11719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71920">
                <a:moveTo>
                  <a:pt x="0" y="0"/>
                </a:moveTo>
                <a:lnTo>
                  <a:pt x="802570" y="0"/>
                </a:lnTo>
                <a:lnTo>
                  <a:pt x="802570" y="1171921"/>
                </a:lnTo>
                <a:lnTo>
                  <a:pt x="0" y="1171921"/>
                </a:lnTo>
                <a:lnTo>
                  <a:pt x="0" y="0"/>
                </a:lnTo>
              </a:path>
            </a:pathLst>
          </a:custGeom>
          <a:solidFill>
            <a:srgbClr val="000000"/>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Pure Black</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R0 G0 B0</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a:t>
            </a:r>
            <a:r>
              <a:rPr lang="en-US" sz="650" dirty="0">
                <a:solidFill>
                  <a:srgbClr val="FFFFFF"/>
                </a:solidFill>
                <a:latin typeface="Segoe UI Semibold"/>
              </a:rPr>
              <a:t>000000</a:t>
            </a: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47" name="Freeform: Shape 46">
            <a:extLst>
              <a:ext uri="{FF2B5EF4-FFF2-40B4-BE49-F238E27FC236}">
                <a16:creationId xmlns:a16="http://schemas.microsoft.com/office/drawing/2014/main" id="{4FD5892C-D1A3-1739-3ABA-D03B78E2E203}"/>
              </a:ext>
            </a:extLst>
          </p:cNvPr>
          <p:cNvSpPr/>
          <p:nvPr/>
        </p:nvSpPr>
        <p:spPr>
          <a:xfrm>
            <a:off x="980739" y="4575012"/>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FFF8F3"/>
          </a:solidFill>
          <a:ln w="6320" cap="flat">
            <a:noFill/>
            <a:prstDash val="solid"/>
            <a:miter/>
          </a:ln>
        </p:spPr>
        <p:txBody>
          <a:bodyPr lIns="91440" tIns="91440" rIns="73152" bIns="0" rtlCol="0" anchor="t" anchorCtr="0"/>
          <a:lstStyle/>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Warm White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R255 G248 B243</a:t>
            </a:r>
          </a:p>
          <a:p>
            <a:pPr>
              <a:spcBef>
                <a:spcPts val="400"/>
              </a:spcBef>
              <a:defRPr/>
            </a:pPr>
            <a:r>
              <a:rPr lang="en-US" sz="650" dirty="0">
                <a:solidFill>
                  <a:srgbClr val="000000"/>
                </a:solidFill>
                <a:latin typeface="Segoe UI Semibold"/>
              </a:rPr>
              <a:t>Hex #FFF8F3</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45" name="Freeform: Shape 44">
            <a:extLst>
              <a:ext uri="{FF2B5EF4-FFF2-40B4-BE49-F238E27FC236}">
                <a16:creationId xmlns:a16="http://schemas.microsoft.com/office/drawing/2014/main" id="{88D3FFB4-76D2-3C46-A40B-5FE448F97D54}"/>
              </a:ext>
            </a:extLst>
          </p:cNvPr>
          <p:cNvSpPr/>
          <p:nvPr/>
        </p:nvSpPr>
        <p:spPr>
          <a:xfrm>
            <a:off x="1798337" y="4575015"/>
            <a:ext cx="817630" cy="1163801"/>
          </a:xfrm>
          <a:custGeom>
            <a:avLst/>
            <a:gdLst>
              <a:gd name="connsiteX0" fmla="*/ 0 w 802632"/>
              <a:gd name="connsiteY0" fmla="*/ 0 h 1163890"/>
              <a:gd name="connsiteX1" fmla="*/ 802633 w 802632"/>
              <a:gd name="connsiteY1" fmla="*/ 0 h 1163890"/>
              <a:gd name="connsiteX2" fmla="*/ 802633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3" y="0"/>
                </a:lnTo>
                <a:lnTo>
                  <a:pt x="802633" y="1163890"/>
                </a:lnTo>
                <a:lnTo>
                  <a:pt x="0" y="1163890"/>
                </a:lnTo>
                <a:lnTo>
                  <a:pt x="0" y="0"/>
                </a:lnTo>
              </a:path>
            </a:pathLst>
          </a:custGeom>
          <a:solidFill>
            <a:srgbClr val="8C8279"/>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000000"/>
                </a:solidFill>
                <a:latin typeface="Segoe UI Semibold"/>
              </a:rPr>
              <a:t>Warm Gray</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000000"/>
                </a:solidFill>
                <a:effectLst/>
                <a:uLnTx/>
                <a:uFillTx/>
                <a:latin typeface="Segoe UI Semibold"/>
                <a:ea typeface="+mn-ea"/>
                <a:cs typeface="+mn-cs"/>
              </a:rPr>
              <a:t>R140 G130 B121</a:t>
            </a:r>
          </a:p>
          <a:p>
            <a:pPr>
              <a:spcBef>
                <a:spcPts val="400"/>
              </a:spcBef>
              <a:defRPr/>
            </a:pPr>
            <a:r>
              <a:rPr lang="en-US" sz="650" dirty="0">
                <a:solidFill>
                  <a:srgbClr val="000000"/>
                </a:solidFill>
                <a:latin typeface="Segoe UI Semibold"/>
              </a:rPr>
              <a:t>Hex #8C8279</a:t>
            </a:r>
            <a:endParaRPr kumimoji="0" lang="en-US" sz="650" b="0" i="0" u="none" strike="noStrike" kern="1200" cap="none" spc="0" normalizeH="0" baseline="0" noProof="0" dirty="0">
              <a:ln>
                <a:noFill/>
              </a:ln>
              <a:solidFill>
                <a:srgbClr val="000000"/>
              </a:solidFill>
              <a:effectLst/>
              <a:uLnTx/>
              <a:uFillTx/>
              <a:latin typeface="Segoe UI"/>
              <a:ea typeface="+mn-ea"/>
              <a:cs typeface="+mn-cs"/>
            </a:endParaRPr>
          </a:p>
        </p:txBody>
      </p:sp>
      <p:sp>
        <p:nvSpPr>
          <p:cNvPr id="42" name="Freeform: Shape 41">
            <a:extLst>
              <a:ext uri="{FF2B5EF4-FFF2-40B4-BE49-F238E27FC236}">
                <a16:creationId xmlns:a16="http://schemas.microsoft.com/office/drawing/2014/main" id="{F462BFE3-8EC1-0BDC-E0A3-E1986B8A4D27}"/>
              </a:ext>
            </a:extLst>
          </p:cNvPr>
          <p:cNvSpPr/>
          <p:nvPr/>
        </p:nvSpPr>
        <p:spPr>
          <a:xfrm>
            <a:off x="2615968" y="4575015"/>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454142"/>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Gray</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R69 G65 B66</a:t>
            </a:r>
          </a:p>
          <a:p>
            <a:pPr marL="0" marR="0" lvl="0" indent="0" algn="l" defTabSz="914367" rtl="0" eaLnBrk="1" fontAlgn="auto" latinLnBrk="0" hangingPunct="1">
              <a:lnSpc>
                <a:spcPct val="100000"/>
              </a:lnSpc>
              <a:spcBef>
                <a:spcPts val="400"/>
              </a:spcBef>
              <a:spcAft>
                <a:spcPts val="0"/>
              </a:spcAft>
              <a:buClrTx/>
              <a:buSzTx/>
              <a:buFontTx/>
              <a:buNone/>
              <a:tabLst/>
              <a:defRPr/>
            </a:pPr>
            <a:r>
              <a:rPr lang="en-US" sz="650" dirty="0">
                <a:solidFill>
                  <a:srgbClr val="FFFFFF"/>
                </a:solidFill>
                <a:latin typeface="Segoe UI Semibold"/>
              </a:rPr>
              <a:t>Hex #454142</a:t>
            </a: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35" name="Freeform: Shape 34">
            <a:extLst>
              <a:ext uri="{FF2B5EF4-FFF2-40B4-BE49-F238E27FC236}">
                <a16:creationId xmlns:a16="http://schemas.microsoft.com/office/drawing/2014/main" id="{3E777C2A-5CF5-50D1-F296-00B07D7FA13D}"/>
              </a:ext>
            </a:extLst>
          </p:cNvPr>
          <p:cNvSpPr/>
          <p:nvPr/>
        </p:nvSpPr>
        <p:spPr>
          <a:xfrm>
            <a:off x="3433534" y="4575015"/>
            <a:ext cx="817566" cy="1163801"/>
          </a:xfrm>
          <a:custGeom>
            <a:avLst/>
            <a:gdLst>
              <a:gd name="connsiteX0" fmla="*/ 0 w 802569"/>
              <a:gd name="connsiteY0" fmla="*/ 0 h 1163890"/>
              <a:gd name="connsiteX1" fmla="*/ 802569 w 802569"/>
              <a:gd name="connsiteY1" fmla="*/ 0 h 1163890"/>
              <a:gd name="connsiteX2" fmla="*/ 802569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69" y="0"/>
                </a:lnTo>
                <a:lnTo>
                  <a:pt x="802569" y="1163890"/>
                </a:lnTo>
                <a:lnTo>
                  <a:pt x="0" y="1163890"/>
                </a:lnTo>
                <a:lnTo>
                  <a:pt x="0" y="0"/>
                </a:lnTo>
              </a:path>
            </a:pathLst>
          </a:custGeom>
          <a:solidFill>
            <a:srgbClr val="5C4738"/>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Brown</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R92 G71 B56</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a:t>
            </a:r>
            <a:r>
              <a:rPr lang="en-US" sz="650" dirty="0">
                <a:solidFill>
                  <a:srgbClr val="FFFFFF"/>
                </a:solidFill>
                <a:latin typeface="Segoe UI Semibold"/>
              </a:rPr>
              <a:t>5C4738</a:t>
            </a: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33" name="Freeform: Shape 32">
            <a:extLst>
              <a:ext uri="{FF2B5EF4-FFF2-40B4-BE49-F238E27FC236}">
                <a16:creationId xmlns:a16="http://schemas.microsoft.com/office/drawing/2014/main" id="{692E79D8-2096-A9D9-0231-F4945A90CAFD}"/>
              </a:ext>
            </a:extLst>
          </p:cNvPr>
          <p:cNvSpPr/>
          <p:nvPr/>
        </p:nvSpPr>
        <p:spPr>
          <a:xfrm>
            <a:off x="4251100" y="4575015"/>
            <a:ext cx="817630" cy="1163801"/>
          </a:xfrm>
          <a:custGeom>
            <a:avLst/>
            <a:gdLst>
              <a:gd name="connsiteX0" fmla="*/ 0 w 802632"/>
              <a:gd name="connsiteY0" fmla="*/ 0 h 1163890"/>
              <a:gd name="connsiteX1" fmla="*/ 802633 w 802632"/>
              <a:gd name="connsiteY1" fmla="*/ 0 h 1163890"/>
              <a:gd name="connsiteX2" fmla="*/ 802633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3" y="0"/>
                </a:lnTo>
                <a:lnTo>
                  <a:pt x="802633" y="1163890"/>
                </a:lnTo>
                <a:lnTo>
                  <a:pt x="0" y="1163890"/>
                </a:lnTo>
                <a:lnTo>
                  <a:pt x="0" y="0"/>
                </a:lnTo>
              </a:path>
            </a:pathLst>
          </a:custGeom>
          <a:solidFill>
            <a:srgbClr val="7F5A1A"/>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Yellow</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R127 G90 B26</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a:t>
            </a:r>
            <a:r>
              <a:rPr lang="en-US" sz="650" dirty="0">
                <a:solidFill>
                  <a:srgbClr val="FFFFFF"/>
                </a:solidFill>
                <a:latin typeface="Segoe UI Semibold"/>
              </a:rPr>
              <a:t>7F5A1A</a:t>
            </a: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27" name="Freeform: Shape 26">
            <a:extLst>
              <a:ext uri="{FF2B5EF4-FFF2-40B4-BE49-F238E27FC236}">
                <a16:creationId xmlns:a16="http://schemas.microsoft.com/office/drawing/2014/main" id="{13F0587D-373C-28EB-04AE-296CAD248DA3}"/>
              </a:ext>
            </a:extLst>
          </p:cNvPr>
          <p:cNvSpPr/>
          <p:nvPr/>
        </p:nvSpPr>
        <p:spPr>
          <a:xfrm>
            <a:off x="5068667" y="4575015"/>
            <a:ext cx="817630" cy="1163801"/>
          </a:xfrm>
          <a:custGeom>
            <a:avLst/>
            <a:gdLst>
              <a:gd name="connsiteX0" fmla="*/ 0 w 802632"/>
              <a:gd name="connsiteY0" fmla="*/ 0 h 1163890"/>
              <a:gd name="connsiteX1" fmla="*/ 802633 w 802632"/>
              <a:gd name="connsiteY1" fmla="*/ 0 h 1163890"/>
              <a:gd name="connsiteX2" fmla="*/ 802633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3" y="0"/>
                </a:lnTo>
                <a:lnTo>
                  <a:pt x="802633" y="1163890"/>
                </a:lnTo>
                <a:lnTo>
                  <a:pt x="0" y="1163890"/>
                </a:lnTo>
                <a:lnTo>
                  <a:pt x="0" y="0"/>
                </a:lnTo>
              </a:path>
            </a:pathLst>
          </a:custGeom>
          <a:solidFill>
            <a:srgbClr val="73391D"/>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Orange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R115 G57 B29</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a:t>
            </a:r>
            <a:r>
              <a:rPr lang="en-US" sz="650" dirty="0">
                <a:solidFill>
                  <a:srgbClr val="FFFFFF"/>
                </a:solidFill>
                <a:latin typeface="Segoe UI Semibold"/>
              </a:rPr>
              <a:t>73391D</a:t>
            </a: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29" name="Freeform: Shape 28">
            <a:extLst>
              <a:ext uri="{FF2B5EF4-FFF2-40B4-BE49-F238E27FC236}">
                <a16:creationId xmlns:a16="http://schemas.microsoft.com/office/drawing/2014/main" id="{FE9CB5FD-F5AE-A958-375F-3F73EFAB4836}"/>
              </a:ext>
            </a:extLst>
          </p:cNvPr>
          <p:cNvSpPr/>
          <p:nvPr/>
        </p:nvSpPr>
        <p:spPr>
          <a:xfrm>
            <a:off x="5886297" y="4575015"/>
            <a:ext cx="817566" cy="1163801"/>
          </a:xfrm>
          <a:custGeom>
            <a:avLst/>
            <a:gdLst>
              <a:gd name="connsiteX0" fmla="*/ 0 w 802569"/>
              <a:gd name="connsiteY0" fmla="*/ 0 h 1163890"/>
              <a:gd name="connsiteX1" fmla="*/ 802569 w 802569"/>
              <a:gd name="connsiteY1" fmla="*/ 0 h 1163890"/>
              <a:gd name="connsiteX2" fmla="*/ 802569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69" y="0"/>
                </a:lnTo>
                <a:lnTo>
                  <a:pt x="802569" y="1163890"/>
                </a:lnTo>
                <a:lnTo>
                  <a:pt x="0" y="1163890"/>
                </a:lnTo>
                <a:lnTo>
                  <a:pt x="0" y="0"/>
                </a:lnTo>
              </a:path>
            </a:pathLst>
          </a:custGeom>
          <a:solidFill>
            <a:srgbClr val="73262F"/>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Red</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R115 G38 B47</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a:t>
            </a:r>
            <a:r>
              <a:rPr lang="en-US" sz="650" dirty="0">
                <a:solidFill>
                  <a:srgbClr val="FFFFFF"/>
                </a:solidFill>
                <a:latin typeface="Segoe UI Semibold"/>
              </a:rPr>
              <a:t>73262F</a:t>
            </a: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31" name="Freeform: Shape 30">
            <a:extLst>
              <a:ext uri="{FF2B5EF4-FFF2-40B4-BE49-F238E27FC236}">
                <a16:creationId xmlns:a16="http://schemas.microsoft.com/office/drawing/2014/main" id="{6E5808B7-1DEB-65D2-32FF-29B46F74BD8F}"/>
              </a:ext>
            </a:extLst>
          </p:cNvPr>
          <p:cNvSpPr/>
          <p:nvPr/>
        </p:nvSpPr>
        <p:spPr>
          <a:xfrm>
            <a:off x="6703865" y="4575015"/>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702573"/>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Magenta</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R112 G37 B115</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#702573</a:t>
            </a:r>
          </a:p>
          <a:p>
            <a:pPr marL="0" marR="0" lvl="0" indent="0" algn="l" defTabSz="914367" rtl="0" eaLnBrk="1" fontAlgn="auto" latinLnBrk="0" hangingPunct="1">
              <a:lnSpc>
                <a:spcPct val="100000"/>
              </a:lnSpc>
              <a:spcBef>
                <a:spcPts val="400"/>
              </a:spcBef>
              <a:spcAft>
                <a:spcPts val="0"/>
              </a:spcAft>
              <a:buClrTx/>
              <a:buSzTx/>
              <a:buFontTx/>
              <a:buNone/>
              <a:tabLst/>
              <a:defRPr/>
            </a:pP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23" name="Freeform: Shape 22">
            <a:extLst>
              <a:ext uri="{FF2B5EF4-FFF2-40B4-BE49-F238E27FC236}">
                <a16:creationId xmlns:a16="http://schemas.microsoft.com/office/drawing/2014/main" id="{97419B20-911A-625E-4FAD-CA97A5E4C29F}"/>
              </a:ext>
            </a:extLst>
          </p:cNvPr>
          <p:cNvSpPr/>
          <p:nvPr/>
        </p:nvSpPr>
        <p:spPr>
          <a:xfrm>
            <a:off x="7521431" y="4575015"/>
            <a:ext cx="817631" cy="1163801"/>
          </a:xfrm>
          <a:custGeom>
            <a:avLst/>
            <a:gdLst>
              <a:gd name="connsiteX0" fmla="*/ 0 w 802633"/>
              <a:gd name="connsiteY0" fmla="*/ 0 h 1163890"/>
              <a:gd name="connsiteX1" fmla="*/ 802633 w 802633"/>
              <a:gd name="connsiteY1" fmla="*/ 0 h 1163890"/>
              <a:gd name="connsiteX2" fmla="*/ 802633 w 802633"/>
              <a:gd name="connsiteY2" fmla="*/ 1163890 h 1163890"/>
              <a:gd name="connsiteX3" fmla="*/ 0 w 802633"/>
              <a:gd name="connsiteY3" fmla="*/ 1163890 h 1163890"/>
              <a:gd name="connsiteX4" fmla="*/ 0 w 802633"/>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3" h="1163890">
                <a:moveTo>
                  <a:pt x="0" y="0"/>
                </a:moveTo>
                <a:lnTo>
                  <a:pt x="802633" y="0"/>
                </a:lnTo>
                <a:lnTo>
                  <a:pt x="802633" y="1163890"/>
                </a:lnTo>
                <a:lnTo>
                  <a:pt x="0" y="1163890"/>
                </a:lnTo>
                <a:lnTo>
                  <a:pt x="0" y="0"/>
                </a:lnTo>
              </a:path>
            </a:pathLst>
          </a:custGeom>
          <a:solidFill>
            <a:srgbClr val="463668"/>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Purple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R70 G54 B104</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#463668</a:t>
            </a:r>
          </a:p>
          <a:p>
            <a:pPr marL="0" marR="0" lvl="0" indent="0" algn="l" defTabSz="914367" rtl="0" eaLnBrk="1" fontAlgn="auto" latinLnBrk="0" hangingPunct="1">
              <a:lnSpc>
                <a:spcPct val="100000"/>
              </a:lnSpc>
              <a:spcBef>
                <a:spcPts val="400"/>
              </a:spcBef>
              <a:spcAft>
                <a:spcPts val="0"/>
              </a:spcAft>
              <a:buClrTx/>
              <a:buSzTx/>
              <a:buFontTx/>
              <a:buNone/>
              <a:tabLst/>
              <a:defRPr/>
            </a:pP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25" name="Freeform: Shape 24">
            <a:extLst>
              <a:ext uri="{FF2B5EF4-FFF2-40B4-BE49-F238E27FC236}">
                <a16:creationId xmlns:a16="http://schemas.microsoft.com/office/drawing/2014/main" id="{EDC5F93A-1BAF-CECC-F7F6-E17CDADAE543}"/>
              </a:ext>
            </a:extLst>
          </p:cNvPr>
          <p:cNvSpPr/>
          <p:nvPr/>
        </p:nvSpPr>
        <p:spPr>
          <a:xfrm>
            <a:off x="8339062" y="4575015"/>
            <a:ext cx="817565" cy="1163801"/>
          </a:xfrm>
          <a:custGeom>
            <a:avLst/>
            <a:gdLst>
              <a:gd name="connsiteX0" fmla="*/ 0 w 802568"/>
              <a:gd name="connsiteY0" fmla="*/ 0 h 1163890"/>
              <a:gd name="connsiteX1" fmla="*/ 802569 w 802568"/>
              <a:gd name="connsiteY1" fmla="*/ 0 h 1163890"/>
              <a:gd name="connsiteX2" fmla="*/ 802569 w 802568"/>
              <a:gd name="connsiteY2" fmla="*/ 1163890 h 1163890"/>
              <a:gd name="connsiteX3" fmla="*/ 0 w 802568"/>
              <a:gd name="connsiteY3" fmla="*/ 1163890 h 1163890"/>
              <a:gd name="connsiteX4" fmla="*/ 0 w 802568"/>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8" h="1163890">
                <a:moveTo>
                  <a:pt x="0" y="0"/>
                </a:moveTo>
                <a:lnTo>
                  <a:pt x="802569" y="0"/>
                </a:lnTo>
                <a:lnTo>
                  <a:pt x="802569" y="1163890"/>
                </a:lnTo>
                <a:lnTo>
                  <a:pt x="0" y="1163890"/>
                </a:lnTo>
                <a:lnTo>
                  <a:pt x="0" y="0"/>
                </a:lnTo>
              </a:path>
            </a:pathLst>
          </a:custGeom>
          <a:solidFill>
            <a:srgbClr val="2A446F"/>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Blue</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R42 G68 B111</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#2</a:t>
            </a:r>
            <a:r>
              <a:rPr lang="en-US" sz="650" dirty="0">
                <a:solidFill>
                  <a:srgbClr val="FFFFFF"/>
                </a:solidFill>
                <a:latin typeface="Segoe UI Semibold"/>
              </a:rPr>
              <a:t>A446F</a:t>
            </a: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16" name="Freeform: Shape 15">
            <a:extLst>
              <a:ext uri="{FF2B5EF4-FFF2-40B4-BE49-F238E27FC236}">
                <a16:creationId xmlns:a16="http://schemas.microsoft.com/office/drawing/2014/main" id="{9E6EC491-1D77-1D27-FA00-11EC98EE253B}"/>
              </a:ext>
            </a:extLst>
          </p:cNvPr>
          <p:cNvSpPr/>
          <p:nvPr/>
        </p:nvSpPr>
        <p:spPr>
          <a:xfrm>
            <a:off x="9156627" y="4575013"/>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225B62"/>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Teal</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R34 G91 B98</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#225B62</a:t>
            </a:r>
          </a:p>
          <a:p>
            <a:pPr marL="0" marR="0" lvl="0" indent="0" algn="l" defTabSz="914367" rtl="0" eaLnBrk="1" fontAlgn="auto" latinLnBrk="0" hangingPunct="1">
              <a:lnSpc>
                <a:spcPct val="100000"/>
              </a:lnSpc>
              <a:spcBef>
                <a:spcPts val="400"/>
              </a:spcBef>
              <a:spcAft>
                <a:spcPts val="0"/>
              </a:spcAft>
              <a:buClrTx/>
              <a:buSzTx/>
              <a:buFontTx/>
              <a:buNone/>
              <a:tabLst/>
              <a:defRPr/>
            </a:pP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18" name="Freeform: Shape 17">
            <a:extLst>
              <a:ext uri="{FF2B5EF4-FFF2-40B4-BE49-F238E27FC236}">
                <a16:creationId xmlns:a16="http://schemas.microsoft.com/office/drawing/2014/main" id="{A09627D3-7917-099A-236B-7E5C9C407B76}"/>
              </a:ext>
            </a:extLst>
          </p:cNvPr>
          <p:cNvSpPr/>
          <p:nvPr/>
        </p:nvSpPr>
        <p:spPr>
          <a:xfrm>
            <a:off x="9974194" y="4575015"/>
            <a:ext cx="817630" cy="1163801"/>
          </a:xfrm>
          <a:custGeom>
            <a:avLst/>
            <a:gdLst>
              <a:gd name="connsiteX0" fmla="*/ 0 w 802632"/>
              <a:gd name="connsiteY0" fmla="*/ 0 h 1163890"/>
              <a:gd name="connsiteX1" fmla="*/ 802632 w 802632"/>
              <a:gd name="connsiteY1" fmla="*/ 0 h 1163890"/>
              <a:gd name="connsiteX2" fmla="*/ 802632 w 802632"/>
              <a:gd name="connsiteY2" fmla="*/ 1163890 h 1163890"/>
              <a:gd name="connsiteX3" fmla="*/ 0 w 802632"/>
              <a:gd name="connsiteY3" fmla="*/ 1163890 h 1163890"/>
              <a:gd name="connsiteX4" fmla="*/ 0 w 802632"/>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632" h="1163890">
                <a:moveTo>
                  <a:pt x="0" y="0"/>
                </a:moveTo>
                <a:lnTo>
                  <a:pt x="802632" y="0"/>
                </a:lnTo>
                <a:lnTo>
                  <a:pt x="802632" y="1163890"/>
                </a:lnTo>
                <a:lnTo>
                  <a:pt x="0" y="1163890"/>
                </a:lnTo>
                <a:lnTo>
                  <a:pt x="0" y="0"/>
                </a:lnTo>
              </a:path>
            </a:pathLst>
          </a:custGeom>
          <a:solidFill>
            <a:srgbClr val="07641D"/>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Dark Green</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R7 G100 B29</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#07641D</a:t>
            </a:r>
          </a:p>
          <a:p>
            <a:pPr marL="0" marR="0" lvl="0" indent="0" algn="l" defTabSz="914367" rtl="0" eaLnBrk="1" fontAlgn="auto" latinLnBrk="0" hangingPunct="1">
              <a:lnSpc>
                <a:spcPct val="100000"/>
              </a:lnSpc>
              <a:spcBef>
                <a:spcPts val="400"/>
              </a:spcBef>
              <a:spcAft>
                <a:spcPts val="0"/>
              </a:spcAft>
              <a:buClrTx/>
              <a:buSzTx/>
              <a:buFontTx/>
              <a:buNone/>
              <a:tabLst/>
              <a:defRPr/>
            </a:pP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21" name="Freeform: Shape 20">
            <a:extLst>
              <a:ext uri="{FF2B5EF4-FFF2-40B4-BE49-F238E27FC236}">
                <a16:creationId xmlns:a16="http://schemas.microsoft.com/office/drawing/2014/main" id="{72392FEB-A2FD-651A-A7C4-4E2AA847BD6D}"/>
              </a:ext>
            </a:extLst>
          </p:cNvPr>
          <p:cNvSpPr/>
          <p:nvPr/>
        </p:nvSpPr>
        <p:spPr>
          <a:xfrm>
            <a:off x="10791825" y="4575015"/>
            <a:ext cx="817566" cy="1163801"/>
          </a:xfrm>
          <a:custGeom>
            <a:avLst/>
            <a:gdLst>
              <a:gd name="connsiteX0" fmla="*/ 0 w 802569"/>
              <a:gd name="connsiteY0" fmla="*/ 0 h 1163890"/>
              <a:gd name="connsiteX1" fmla="*/ 802570 w 802569"/>
              <a:gd name="connsiteY1" fmla="*/ 0 h 1163890"/>
              <a:gd name="connsiteX2" fmla="*/ 802570 w 802569"/>
              <a:gd name="connsiteY2" fmla="*/ 1163890 h 1163890"/>
              <a:gd name="connsiteX3" fmla="*/ 0 w 802569"/>
              <a:gd name="connsiteY3" fmla="*/ 1163890 h 1163890"/>
              <a:gd name="connsiteX4" fmla="*/ 0 w 802569"/>
              <a:gd name="connsiteY4" fmla="*/ 0 h 116389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69" h="1163890">
                <a:moveTo>
                  <a:pt x="0" y="0"/>
                </a:moveTo>
                <a:lnTo>
                  <a:pt x="802570" y="0"/>
                </a:lnTo>
                <a:lnTo>
                  <a:pt x="802570" y="1163890"/>
                </a:lnTo>
                <a:lnTo>
                  <a:pt x="0" y="1163890"/>
                </a:lnTo>
                <a:lnTo>
                  <a:pt x="0" y="0"/>
                </a:lnTo>
              </a:path>
            </a:pathLst>
          </a:custGeom>
          <a:solidFill>
            <a:srgbClr val="291817"/>
          </a:solidFill>
          <a:ln w="6320" cap="flat">
            <a:noFill/>
            <a:prstDash val="solid"/>
            <a:miter/>
          </a:ln>
        </p:spPr>
        <p:txBody>
          <a:bodyPr lIns="91440" tIns="91440" rIns="73152" bIns="0" rtlCol="0" anchor="t" anchorCtr="0"/>
          <a:lstStyle/>
          <a:p>
            <a:pPr>
              <a:spcBef>
                <a:spcPts val="400"/>
              </a:spcBef>
              <a:spcAft>
                <a:spcPts val="600"/>
              </a:spcAft>
              <a:defRPr/>
            </a:pPr>
            <a:r>
              <a:rPr lang="en-US" sz="650" dirty="0">
                <a:solidFill>
                  <a:srgbClr val="FFFFFF"/>
                </a:solidFill>
                <a:latin typeface="Segoe UI Semibold"/>
              </a:rPr>
              <a:t>Brown Black</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R41 G24 B23</a:t>
            </a:r>
          </a:p>
          <a:p>
            <a:pPr marL="0" marR="0" lvl="0" indent="0" algn="l" defTabSz="914367" rtl="0" eaLnBrk="1" fontAlgn="auto" latinLnBrk="0" hangingPunct="1">
              <a:lnSpc>
                <a:spcPct val="100000"/>
              </a:lnSpc>
              <a:spcBef>
                <a:spcPts val="400"/>
              </a:spcBef>
              <a:spcAft>
                <a:spcPts val="0"/>
              </a:spcAft>
              <a:buClrTx/>
              <a:buSzTx/>
              <a:buFontTx/>
              <a:buNone/>
              <a:tabLst/>
              <a:defRPr/>
            </a:pPr>
            <a:r>
              <a:rPr kumimoji="0" lang="en-US" sz="650" b="0" i="0" u="none" strike="noStrike" kern="1200" cap="none" spc="0" normalizeH="0" baseline="0" noProof="0" dirty="0">
                <a:ln>
                  <a:noFill/>
                </a:ln>
                <a:solidFill>
                  <a:srgbClr val="FFFFFF"/>
                </a:solidFill>
                <a:effectLst/>
                <a:uLnTx/>
                <a:uFillTx/>
                <a:latin typeface="Segoe UI Semibold"/>
                <a:ea typeface="+mn-ea"/>
                <a:cs typeface="+mn-cs"/>
              </a:rPr>
              <a:t>Hex #291817 </a:t>
            </a:r>
          </a:p>
          <a:p>
            <a:pPr marL="0" marR="0" lvl="0" indent="0" algn="l" defTabSz="914367" rtl="0" eaLnBrk="1" fontAlgn="auto" latinLnBrk="0" hangingPunct="1">
              <a:lnSpc>
                <a:spcPct val="100000"/>
              </a:lnSpc>
              <a:spcBef>
                <a:spcPts val="400"/>
              </a:spcBef>
              <a:spcAft>
                <a:spcPts val="0"/>
              </a:spcAft>
              <a:buClrTx/>
              <a:buSzTx/>
              <a:buFontTx/>
              <a:buNone/>
              <a:tabLst/>
              <a:defRPr/>
            </a:pPr>
            <a:endParaRPr kumimoji="0" lang="en-US" sz="650" b="0" i="0" u="none" strike="noStrike" kern="1200" cap="none" spc="0" normalizeH="0" baseline="0" noProof="0" dirty="0">
              <a:ln>
                <a:noFill/>
              </a:ln>
              <a:solidFill>
                <a:srgbClr val="FFFFFF"/>
              </a:solidFill>
              <a:effectLst/>
              <a:uLnTx/>
              <a:uFillTx/>
              <a:latin typeface="Segoe UI Semibold"/>
              <a:ea typeface="+mn-ea"/>
              <a:cs typeface="+mn-cs"/>
            </a:endParaRPr>
          </a:p>
        </p:txBody>
      </p:sp>
      <p:sp>
        <p:nvSpPr>
          <p:cNvPr id="5" name="object 22">
            <a:extLst>
              <a:ext uri="{FF2B5EF4-FFF2-40B4-BE49-F238E27FC236}">
                <a16:creationId xmlns:a16="http://schemas.microsoft.com/office/drawing/2014/main" id="{034D5306-AFBC-1D43-42AF-49D667982E53}"/>
              </a:ext>
            </a:extLst>
          </p:cNvPr>
          <p:cNvSpPr txBox="1"/>
          <p:nvPr/>
        </p:nvSpPr>
        <p:spPr>
          <a:xfrm>
            <a:off x="6396871" y="5885231"/>
            <a:ext cx="5160355" cy="523647"/>
          </a:xfrm>
          <a:prstGeom prst="rect">
            <a:avLst/>
          </a:prstGeom>
        </p:spPr>
        <p:txBody>
          <a:bodyPr vert="horz" wrap="square" lIns="0" tIns="10583" rIns="0" bIns="0" rtlCol="0">
            <a:spAutoFit/>
          </a:bodyPr>
          <a:lstStyle/>
          <a:p>
            <a:pPr marL="0" marR="0" lvl="0" indent="0" algn="r" defTabSz="914367" rtl="0" eaLnBrk="1" fontAlgn="auto" latinLnBrk="0" hangingPunct="1">
              <a:lnSpc>
                <a:spcPct val="100000"/>
              </a:lnSpc>
              <a:spcBef>
                <a:spcPts val="200"/>
              </a:spcBef>
              <a:spcAft>
                <a:spcPts val="0"/>
              </a:spcAft>
              <a:buClrTx/>
              <a:buSzTx/>
              <a:buFontTx/>
              <a:buNone/>
              <a:tabLst/>
              <a:defRPr/>
            </a:pPr>
            <a:r>
              <a:rPr kumimoji="0" lang="en-US" sz="1000" b="0" i="0" u="none" strike="noStrike" kern="1200" cap="none" spc="0" normalizeH="0" baseline="0" noProof="0" dirty="0">
                <a:ln>
                  <a:noFill/>
                </a:ln>
                <a:effectLst/>
                <a:uLnTx/>
                <a:uFillTx/>
                <a:latin typeface="Segoe UI"/>
                <a:ea typeface="+mn-ea"/>
                <a:cs typeface="+mn-cs"/>
                <a:hlinkClick r:id="rId3"/>
              </a:rPr>
              <a:t>Get the Color Contrast Analyzer</a:t>
            </a:r>
            <a:endParaRPr kumimoji="0" lang="en-US" sz="1000" b="0" i="0" u="none" strike="noStrike" kern="1200" cap="none" spc="0" normalizeH="0" baseline="0" noProof="0" dirty="0">
              <a:ln>
                <a:noFill/>
              </a:ln>
              <a:effectLst/>
              <a:uLnTx/>
              <a:uFillTx/>
              <a:latin typeface="Segoe UI"/>
              <a:ea typeface="+mn-ea"/>
              <a:cs typeface="+mn-cs"/>
            </a:endParaRPr>
          </a:p>
          <a:p>
            <a:pPr marL="0" marR="0" lvl="0" indent="0" algn="r" defTabSz="914367" rtl="0" eaLnBrk="1" fontAlgn="auto" latinLnBrk="0" hangingPunct="1">
              <a:lnSpc>
                <a:spcPct val="100000"/>
              </a:lnSpc>
              <a:spcBef>
                <a:spcPts val="200"/>
              </a:spcBef>
              <a:spcAft>
                <a:spcPts val="0"/>
              </a:spcAft>
              <a:buClrTx/>
              <a:buSzTx/>
              <a:buFontTx/>
              <a:buNone/>
              <a:tabLst/>
              <a:defRPr/>
            </a:pPr>
            <a:r>
              <a:rPr kumimoji="0" lang="en-US" sz="1000" b="0" i="0" u="none" strike="noStrike" kern="1200" cap="none" spc="0" normalizeH="0" baseline="0" noProof="0" dirty="0">
                <a:ln>
                  <a:noFill/>
                </a:ln>
                <a:effectLst/>
                <a:uLnTx/>
                <a:uFillTx/>
                <a:latin typeface="Segoe UI"/>
                <a:ea typeface="+mn-ea"/>
                <a:cs typeface="+mn-cs"/>
                <a:hlinkClick r:id="rId4"/>
              </a:rPr>
              <a:t>Get more information on accessibility </a:t>
            </a:r>
            <a:endParaRPr kumimoji="0" lang="en-US" sz="1000" b="0" i="0" u="none" strike="noStrike" kern="1200" cap="none" spc="0" normalizeH="0" baseline="0" noProof="0" dirty="0">
              <a:ln>
                <a:noFill/>
              </a:ln>
              <a:effectLst/>
              <a:uLnTx/>
              <a:uFillTx/>
              <a:latin typeface="Segoe UI"/>
              <a:ea typeface="+mn-ea"/>
              <a:cs typeface="+mn-cs"/>
            </a:endParaRPr>
          </a:p>
          <a:p>
            <a:pPr marL="0" marR="0" lvl="0" indent="0" algn="r" defTabSz="914367" rtl="0" eaLnBrk="1" fontAlgn="auto" latinLnBrk="0" hangingPunct="1">
              <a:lnSpc>
                <a:spcPct val="100000"/>
              </a:lnSpc>
              <a:spcBef>
                <a:spcPts val="200"/>
              </a:spcBef>
              <a:spcAft>
                <a:spcPts val="0"/>
              </a:spcAft>
              <a:buClrTx/>
              <a:buSzTx/>
              <a:buFontTx/>
              <a:buNone/>
              <a:tabLst/>
              <a:defRPr/>
            </a:pPr>
            <a:r>
              <a:rPr kumimoji="0" lang="en-US" sz="1000" b="0" i="0" u="none" strike="noStrike" kern="1200" cap="none" spc="0" normalizeH="0" baseline="0" noProof="0" dirty="0">
                <a:ln>
                  <a:noFill/>
                </a:ln>
                <a:effectLst/>
                <a:uLnTx/>
                <a:uFillTx/>
                <a:latin typeface="Segoe UI"/>
                <a:ea typeface="+mn-ea"/>
                <a:cs typeface="+mn-cs"/>
                <a:hlinkClick r:id="rId5"/>
              </a:rPr>
              <a:t>Get the Microsoft color guidelines PDF</a:t>
            </a:r>
            <a:endParaRPr kumimoji="0" lang="en-US" sz="1000" b="0" i="0" u="none" strike="noStrike" kern="1200" cap="none" spc="0" normalizeH="0" baseline="0" noProof="0" dirty="0">
              <a:ln>
                <a:noFill/>
              </a:ln>
              <a:effectLst/>
              <a:uLnTx/>
              <a:uFillTx/>
              <a:latin typeface="Segoe UI"/>
              <a:ea typeface="+mn-ea"/>
              <a:cs typeface="+mn-cs"/>
            </a:endParaRPr>
          </a:p>
        </p:txBody>
      </p:sp>
      <p:graphicFrame>
        <p:nvGraphicFramePr>
          <p:cNvPr id="161" name="Table 10">
            <a:extLst>
              <a:ext uri="{FF2B5EF4-FFF2-40B4-BE49-F238E27FC236}">
                <a16:creationId xmlns:a16="http://schemas.microsoft.com/office/drawing/2014/main" id="{23D4FDFF-ED6B-A770-88CA-87AEBAFD45CA}"/>
              </a:ext>
              <a:ext uri="{C183D7F6-B498-43B3-948B-1728B52AA6E4}">
                <adec:decorative xmlns:adec="http://schemas.microsoft.com/office/drawing/2017/decorative" val="1"/>
              </a:ext>
            </a:extLst>
          </p:cNvPr>
          <p:cNvGraphicFramePr>
            <a:graphicFrameLocks noGrp="1"/>
          </p:cNvGraphicFramePr>
          <p:nvPr/>
        </p:nvGraphicFramePr>
        <p:xfrm>
          <a:off x="404813" y="1838326"/>
          <a:ext cx="11204568" cy="3900487"/>
        </p:xfrm>
        <a:graphic>
          <a:graphicData uri="http://schemas.openxmlformats.org/drawingml/2006/table">
            <a:tbl>
              <a:tblPr firstRow="1" bandRow="1">
                <a:tableStyleId>{5C22544A-7EE6-4342-B048-85BDC9FD1C3A}</a:tableStyleId>
              </a:tblPr>
              <a:tblGrid>
                <a:gridCol w="576262">
                  <a:extLst>
                    <a:ext uri="{9D8B030D-6E8A-4147-A177-3AD203B41FA5}">
                      <a16:colId xmlns:a16="http://schemas.microsoft.com/office/drawing/2014/main" val="1732040875"/>
                    </a:ext>
                  </a:extLst>
                </a:gridCol>
                <a:gridCol w="817562">
                  <a:extLst>
                    <a:ext uri="{9D8B030D-6E8A-4147-A177-3AD203B41FA5}">
                      <a16:colId xmlns:a16="http://schemas.microsoft.com/office/drawing/2014/main" val="2397085061"/>
                    </a:ext>
                  </a:extLst>
                </a:gridCol>
                <a:gridCol w="817562">
                  <a:extLst>
                    <a:ext uri="{9D8B030D-6E8A-4147-A177-3AD203B41FA5}">
                      <a16:colId xmlns:a16="http://schemas.microsoft.com/office/drawing/2014/main" val="2992908250"/>
                    </a:ext>
                  </a:extLst>
                </a:gridCol>
                <a:gridCol w="817562">
                  <a:extLst>
                    <a:ext uri="{9D8B030D-6E8A-4147-A177-3AD203B41FA5}">
                      <a16:colId xmlns:a16="http://schemas.microsoft.com/office/drawing/2014/main" val="2559182962"/>
                    </a:ext>
                  </a:extLst>
                </a:gridCol>
                <a:gridCol w="817562">
                  <a:extLst>
                    <a:ext uri="{9D8B030D-6E8A-4147-A177-3AD203B41FA5}">
                      <a16:colId xmlns:a16="http://schemas.microsoft.com/office/drawing/2014/main" val="3504230005"/>
                    </a:ext>
                  </a:extLst>
                </a:gridCol>
                <a:gridCol w="817562">
                  <a:extLst>
                    <a:ext uri="{9D8B030D-6E8A-4147-A177-3AD203B41FA5}">
                      <a16:colId xmlns:a16="http://schemas.microsoft.com/office/drawing/2014/main" val="420292067"/>
                    </a:ext>
                  </a:extLst>
                </a:gridCol>
                <a:gridCol w="817562">
                  <a:extLst>
                    <a:ext uri="{9D8B030D-6E8A-4147-A177-3AD203B41FA5}">
                      <a16:colId xmlns:a16="http://schemas.microsoft.com/office/drawing/2014/main" val="802143886"/>
                    </a:ext>
                  </a:extLst>
                </a:gridCol>
                <a:gridCol w="817562">
                  <a:extLst>
                    <a:ext uri="{9D8B030D-6E8A-4147-A177-3AD203B41FA5}">
                      <a16:colId xmlns:a16="http://schemas.microsoft.com/office/drawing/2014/main" val="2026375453"/>
                    </a:ext>
                  </a:extLst>
                </a:gridCol>
                <a:gridCol w="817562">
                  <a:extLst>
                    <a:ext uri="{9D8B030D-6E8A-4147-A177-3AD203B41FA5}">
                      <a16:colId xmlns:a16="http://schemas.microsoft.com/office/drawing/2014/main" val="3664867690"/>
                    </a:ext>
                  </a:extLst>
                </a:gridCol>
                <a:gridCol w="817562">
                  <a:extLst>
                    <a:ext uri="{9D8B030D-6E8A-4147-A177-3AD203B41FA5}">
                      <a16:colId xmlns:a16="http://schemas.microsoft.com/office/drawing/2014/main" val="1946094977"/>
                    </a:ext>
                  </a:extLst>
                </a:gridCol>
                <a:gridCol w="817562">
                  <a:extLst>
                    <a:ext uri="{9D8B030D-6E8A-4147-A177-3AD203B41FA5}">
                      <a16:colId xmlns:a16="http://schemas.microsoft.com/office/drawing/2014/main" val="816337899"/>
                    </a:ext>
                  </a:extLst>
                </a:gridCol>
                <a:gridCol w="817562">
                  <a:extLst>
                    <a:ext uri="{9D8B030D-6E8A-4147-A177-3AD203B41FA5}">
                      <a16:colId xmlns:a16="http://schemas.microsoft.com/office/drawing/2014/main" val="1280850635"/>
                    </a:ext>
                  </a:extLst>
                </a:gridCol>
                <a:gridCol w="817562">
                  <a:extLst>
                    <a:ext uri="{9D8B030D-6E8A-4147-A177-3AD203B41FA5}">
                      <a16:colId xmlns:a16="http://schemas.microsoft.com/office/drawing/2014/main" val="1135190460"/>
                    </a:ext>
                  </a:extLst>
                </a:gridCol>
                <a:gridCol w="817562">
                  <a:extLst>
                    <a:ext uri="{9D8B030D-6E8A-4147-A177-3AD203B41FA5}">
                      <a16:colId xmlns:a16="http://schemas.microsoft.com/office/drawing/2014/main" val="1191011670"/>
                    </a:ext>
                  </a:extLst>
                </a:gridCol>
              </a:tblGrid>
              <a:tr h="404018">
                <a:tc>
                  <a:txBody>
                    <a:bodyPr/>
                    <a:lstStyle/>
                    <a:p>
                      <a:endParaRPr lang="en-US" sz="900" dirty="0">
                        <a:solidFill>
                          <a:schemeClr val="tx1"/>
                        </a:solidFill>
                      </a:endParaRPr>
                    </a:p>
                  </a:txBody>
                  <a:tcPr marB="46574">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Whites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Warm grays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Cold grays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Browns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Yellows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Oranges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Reds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Magenta</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Blues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Purples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Teals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Greens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r>
                        <a:rPr lang="en-US" sz="900" b="0" dirty="0">
                          <a:solidFill>
                            <a:schemeClr val="tx1"/>
                          </a:solidFill>
                          <a:latin typeface="+mj-lt"/>
                        </a:rPr>
                        <a:t>Blacks</a:t>
                      </a:r>
                    </a:p>
                  </a:txBody>
                  <a:tcPr marB="46574"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rgbClr val="FFFFFF">
                          <a:alpha val="49804"/>
                        </a:srgb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10534680"/>
                  </a:ext>
                </a:extLst>
              </a:tr>
              <a:tr h="1163756">
                <a:tc>
                  <a:txBody>
                    <a:bodyPr/>
                    <a:lstStyle/>
                    <a:p>
                      <a:pPr algn="l"/>
                      <a:r>
                        <a:rPr lang="en-US" sz="1050" dirty="0">
                          <a:solidFill>
                            <a:schemeClr val="tx1"/>
                          </a:solidFill>
                          <a:latin typeface="+mj-lt"/>
                        </a:rPr>
                        <a:t>Light</a:t>
                      </a:r>
                    </a:p>
                  </a:txBody>
                  <a:tcPr marT="137160" marB="46574">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000" dirty="0">
                        <a:solidFill>
                          <a:schemeClr val="tx1"/>
                        </a:solidFill>
                      </a:endParaRPr>
                    </a:p>
                  </a:txBody>
                  <a:tcPr marB="46574">
                    <a:lnL w="12700" cap="flat" cmpd="sng" algn="ctr">
                      <a:no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49804"/>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extLst>
                  <a:ext uri="{0D108BD9-81ED-4DB2-BD59-A6C34878D82A}">
                    <a16:rowId xmlns:a16="http://schemas.microsoft.com/office/drawing/2014/main" val="2835697203"/>
                  </a:ext>
                </a:extLst>
              </a:tr>
              <a:tr h="1164453">
                <a:tc>
                  <a:txBody>
                    <a:bodyPr/>
                    <a:lstStyle/>
                    <a:p>
                      <a:pPr algn="l"/>
                      <a:r>
                        <a:rPr lang="en-US" sz="1050" dirty="0">
                          <a:solidFill>
                            <a:schemeClr val="tx1"/>
                          </a:solidFill>
                          <a:latin typeface="+mj-lt"/>
                        </a:rPr>
                        <a:t>Mid</a:t>
                      </a:r>
                    </a:p>
                  </a:txBody>
                  <a:tcPr marT="137160" marB="46574">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000" dirty="0">
                        <a:solidFill>
                          <a:schemeClr val="tx1"/>
                        </a:solidFill>
                      </a:endParaRPr>
                    </a:p>
                  </a:txBody>
                  <a:tcPr marB="46574">
                    <a:lnL w="12700" cap="flat" cmpd="sng" algn="ctr">
                      <a:no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extLst>
                  <a:ext uri="{0D108BD9-81ED-4DB2-BD59-A6C34878D82A}">
                    <a16:rowId xmlns:a16="http://schemas.microsoft.com/office/drawing/2014/main" val="2559720514"/>
                  </a:ext>
                </a:extLst>
              </a:tr>
              <a:tr h="1168260">
                <a:tc>
                  <a:txBody>
                    <a:bodyPr/>
                    <a:lstStyle/>
                    <a:p>
                      <a:pPr algn="l"/>
                      <a:r>
                        <a:rPr lang="en-US" sz="1050" dirty="0">
                          <a:solidFill>
                            <a:schemeClr val="tx1"/>
                          </a:solidFill>
                          <a:latin typeface="+mj-lt"/>
                        </a:rPr>
                        <a:t>Darks</a:t>
                      </a:r>
                    </a:p>
                  </a:txBody>
                  <a:tcPr marT="137160" marB="46574">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US" sz="1000" dirty="0">
                        <a:solidFill>
                          <a:schemeClr val="tx1"/>
                        </a:solidFill>
                      </a:endParaRPr>
                    </a:p>
                  </a:txBody>
                  <a:tcPr marB="46574">
                    <a:lnL w="12700" cap="flat" cmpd="sng" algn="ctr">
                      <a:no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tc>
                  <a:txBody>
                    <a:bodyPr/>
                    <a:lstStyle/>
                    <a:p>
                      <a:endParaRPr lang="en-US" sz="1000" dirty="0">
                        <a:solidFill>
                          <a:schemeClr val="tx1"/>
                        </a:solidFill>
                      </a:endParaRPr>
                    </a:p>
                  </a:txBody>
                  <a:tcPr marB="46574">
                    <a:lnL w="12700" cap="flat" cmpd="sng" algn="ctr">
                      <a:solidFill>
                        <a:srgbClr val="FFFFFF">
                          <a:alpha val="50196"/>
                        </a:srgbClr>
                      </a:solidFill>
                      <a:prstDash val="solid"/>
                      <a:round/>
                      <a:headEnd type="none" w="med" len="med"/>
                      <a:tailEnd type="none" w="med" len="med"/>
                    </a:lnL>
                    <a:lnR w="12700" cap="flat" cmpd="sng" algn="ctr">
                      <a:solidFill>
                        <a:srgbClr val="FFFFFF">
                          <a:alpha val="50196"/>
                        </a:srgbClr>
                      </a:solidFill>
                      <a:prstDash val="solid"/>
                      <a:round/>
                      <a:headEnd type="none" w="med" len="med"/>
                      <a:tailEnd type="none" w="med" len="med"/>
                    </a:lnR>
                    <a:lnT w="12700" cap="flat" cmpd="sng" algn="ctr">
                      <a:solidFill>
                        <a:srgbClr val="FFFFFF">
                          <a:alpha val="50196"/>
                        </a:srgbClr>
                      </a:solidFill>
                      <a:prstDash val="solid"/>
                      <a:round/>
                      <a:headEnd type="none" w="med" len="med"/>
                      <a:tailEnd type="none" w="med" len="med"/>
                    </a:lnT>
                    <a:lnB w="12700" cap="flat" cmpd="sng" algn="ctr">
                      <a:solidFill>
                        <a:srgbClr val="FFFFFF">
                          <a:alpha val="50196"/>
                        </a:srgbClr>
                      </a:solidFill>
                      <a:prstDash val="solid"/>
                      <a:round/>
                      <a:headEnd type="none" w="med" len="med"/>
                      <a:tailEnd type="none" w="med" len="med"/>
                    </a:lnB>
                    <a:noFill/>
                  </a:tcPr>
                </a:tc>
                <a:extLst>
                  <a:ext uri="{0D108BD9-81ED-4DB2-BD59-A6C34878D82A}">
                    <a16:rowId xmlns:a16="http://schemas.microsoft.com/office/drawing/2014/main" val="3081824346"/>
                  </a:ext>
                </a:extLst>
              </a:tr>
            </a:tbl>
          </a:graphicData>
        </a:graphic>
      </p:graphicFrame>
    </p:spTree>
    <p:extLst>
      <p:ext uri="{BB962C8B-B14F-4D97-AF65-F5344CB8AC3E}">
        <p14:creationId xmlns:p14="http://schemas.microsoft.com/office/powerpoint/2010/main" val="2897246103"/>
      </p:ext>
    </p:extLst>
  </p:cSld>
  <p:clrMapOvr>
    <a:masterClrMapping/>
  </p:clrMapOvr>
  <p:transition>
    <p:fad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2000" dirty="0">
                <a:solidFill>
                  <a:schemeClr val="tx1"/>
                </a:solidFill>
              </a:rPr>
              <a:t>PowerPoint Desig</a:t>
            </a:r>
            <a:r>
              <a:rPr lang="en-US" dirty="0">
                <a:solidFill>
                  <a:schemeClr val="tx1"/>
                </a:solidFill>
              </a:rPr>
              <a:t>n Ideas</a:t>
            </a:r>
            <a:endParaRPr lang="en-US" sz="2000" dirty="0">
              <a:solidFill>
                <a:schemeClr val="tx1"/>
              </a:solidFill>
            </a:endParaRPr>
          </a:p>
        </p:txBody>
      </p:sp>
      <p:sp>
        <p:nvSpPr>
          <p:cNvPr id="13" name="TextBox 12"/>
          <p:cNvSpPr txBox="1"/>
          <p:nvPr/>
        </p:nvSpPr>
        <p:spPr>
          <a:xfrm>
            <a:off x="590868" y="1436688"/>
            <a:ext cx="3474720" cy="1713290"/>
          </a:xfrm>
          <a:prstGeom prst="rect">
            <a:avLst/>
          </a:prstGeom>
          <a:noFill/>
        </p:spPr>
        <p:txBody>
          <a:bodyPr wrap="square" lIns="0" tIns="0" rIns="0" bIns="0" rtlCol="0">
            <a:spAutoFit/>
          </a:bodyPr>
          <a:lstStyle/>
          <a:p>
            <a:pPr defTabSz="903827">
              <a:spcBef>
                <a:spcPts val="775"/>
              </a:spcBef>
              <a:buSzPct val="90000"/>
              <a:defRPr/>
            </a:pPr>
            <a:r>
              <a:rPr lang="en-US" sz="1400" dirty="0">
                <a:latin typeface="+mj-lt"/>
                <a:cs typeface="Segoe UI" panose="020B0502040204020203" pitchFamily="34" charset="0"/>
              </a:rPr>
              <a:t>PowerPoint Designer </a:t>
            </a:r>
            <a:r>
              <a:rPr lang="en-US" sz="1400" dirty="0">
                <a:cs typeface="Segoe UI" panose="020B0502040204020203" pitchFamily="34" charset="0"/>
              </a:rPr>
              <a:t>can create suggestions for your slide content. </a:t>
            </a:r>
          </a:p>
          <a:p>
            <a:pPr lvl="0" defTabSz="903827">
              <a:spcBef>
                <a:spcPts val="775"/>
              </a:spcBef>
              <a:buSzPct val="90000"/>
              <a:defRPr/>
            </a:pPr>
            <a:r>
              <a:rPr lang="en-US" sz="1400" dirty="0">
                <a:cs typeface="Segoe UI" panose="020B0502040204020203" pitchFamily="34" charset="0"/>
              </a:rPr>
              <a:t>To access Design Ideas, click the </a:t>
            </a:r>
            <a:br>
              <a:rPr lang="en-US" sz="1400" dirty="0">
                <a:cs typeface="Segoe UI" panose="020B0502040204020203" pitchFamily="34" charset="0"/>
              </a:rPr>
            </a:br>
            <a:r>
              <a:rPr lang="en-US" sz="1400" dirty="0">
                <a:cs typeface="Segoe UI" panose="020B0502040204020203" pitchFamily="34" charset="0"/>
              </a:rPr>
              <a:t>“</a:t>
            </a:r>
            <a:r>
              <a:rPr lang="en-US" sz="1400" dirty="0">
                <a:latin typeface="Segoe UI Semibold"/>
                <a:cs typeface="Segoe UI" panose="020B0502040204020203" pitchFamily="34" charset="0"/>
              </a:rPr>
              <a:t>Design</a:t>
            </a:r>
            <a:r>
              <a:rPr lang="en-US" sz="1400" dirty="0">
                <a:cs typeface="Segoe UI" panose="020B0502040204020203" pitchFamily="34" charset="0"/>
              </a:rPr>
              <a:t>” tab in the Ribbon and </a:t>
            </a:r>
            <a:br>
              <a:rPr lang="en-US" sz="1400" dirty="0">
                <a:cs typeface="Segoe UI" panose="020B0502040204020203" pitchFamily="34" charset="0"/>
              </a:rPr>
            </a:br>
            <a:r>
              <a:rPr lang="en-US" sz="1400" dirty="0">
                <a:cs typeface="Segoe UI" panose="020B0502040204020203" pitchFamily="34" charset="0"/>
              </a:rPr>
              <a:t>then “</a:t>
            </a:r>
            <a:r>
              <a:rPr lang="en-US" sz="1400" dirty="0">
                <a:latin typeface="Segoe UI Semibold"/>
                <a:cs typeface="Segoe UI" panose="020B0502040204020203" pitchFamily="34" charset="0"/>
              </a:rPr>
              <a:t>Design Ideas</a:t>
            </a:r>
            <a:r>
              <a:rPr lang="en-US" sz="1400" dirty="0">
                <a:cs typeface="Segoe UI" panose="020B0502040204020203" pitchFamily="34" charset="0"/>
              </a:rPr>
              <a:t>” on the right.</a:t>
            </a:r>
          </a:p>
          <a:p>
            <a:pPr lvl="0" defTabSz="903827">
              <a:spcBef>
                <a:spcPts val="775"/>
              </a:spcBef>
              <a:buSzPct val="90000"/>
              <a:defRPr/>
            </a:pPr>
            <a:r>
              <a:rPr lang="en-US" sz="1400" dirty="0">
                <a:latin typeface="Segoe UI Semibold"/>
                <a:cs typeface="Segoe UI" panose="020B0502040204020203" pitchFamily="34" charset="0"/>
              </a:rPr>
              <a:t>Designer</a:t>
            </a:r>
            <a:r>
              <a:rPr lang="en-US" sz="1400" dirty="0">
                <a:cs typeface="Segoe UI" panose="020B0502040204020203" pitchFamily="34" charset="0"/>
              </a:rPr>
              <a:t> will also trigger when </a:t>
            </a:r>
            <a:br>
              <a:rPr lang="en-US" sz="1400" dirty="0">
                <a:cs typeface="Segoe UI" panose="020B0502040204020203" pitchFamily="34" charset="0"/>
              </a:rPr>
            </a:br>
            <a:r>
              <a:rPr lang="en-US" sz="1400" dirty="0">
                <a:cs typeface="Segoe UI" panose="020B0502040204020203" pitchFamily="34" charset="0"/>
              </a:rPr>
              <a:t>you insert an image.</a:t>
            </a:r>
          </a:p>
        </p:txBody>
      </p:sp>
      <p:pic>
        <p:nvPicPr>
          <p:cNvPr id="11" name="Graphic 10" descr="Design Ideas icon found on the Design tab on the Ribbon menu">
            <a:extLst>
              <a:ext uri="{FF2B5EF4-FFF2-40B4-BE49-F238E27FC236}">
                <a16:creationId xmlns:a16="http://schemas.microsoft.com/office/drawing/2014/main" id="{3DFF0FEE-B504-47B5-97D7-7058E4899AE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0868" y="4060271"/>
            <a:ext cx="1117282" cy="1575183"/>
          </a:xfrm>
          <a:prstGeom prst="rect">
            <a:avLst/>
          </a:prstGeom>
        </p:spPr>
      </p:pic>
      <p:pic>
        <p:nvPicPr>
          <p:cNvPr id="28" name="Picture 27" descr="PowerPoint Designer slide layout example.">
            <a:extLst>
              <a:ext uri="{FF2B5EF4-FFF2-40B4-BE49-F238E27FC236}">
                <a16:creationId xmlns:a16="http://schemas.microsoft.com/office/drawing/2014/main" id="{03C22175-52B3-400C-BB01-71154D819DC2}"/>
              </a:ext>
            </a:extLst>
          </p:cNvPr>
          <p:cNvPicPr>
            <a:picLocks noChangeAspect="1"/>
          </p:cNvPicPr>
          <p:nvPr/>
        </p:nvPicPr>
        <p:blipFill>
          <a:blip r:embed="rId4"/>
          <a:stretch>
            <a:fillRect/>
          </a:stretch>
        </p:blipFill>
        <p:spPr bwMode="ltGray">
          <a:xfrm>
            <a:off x="4355260" y="1443082"/>
            <a:ext cx="3474718" cy="1958854"/>
          </a:xfrm>
          <a:prstGeom prst="rect">
            <a:avLst/>
          </a:prstGeom>
        </p:spPr>
      </p:pic>
      <p:pic>
        <p:nvPicPr>
          <p:cNvPr id="26" name="Picture 25" descr="PowerPoint Designer slide layout example.">
            <a:extLst>
              <a:ext uri="{FF2B5EF4-FFF2-40B4-BE49-F238E27FC236}">
                <a16:creationId xmlns:a16="http://schemas.microsoft.com/office/drawing/2014/main" id="{C8F11940-521A-4955-AE86-D32D37EF3532}"/>
              </a:ext>
            </a:extLst>
          </p:cNvPr>
          <p:cNvPicPr>
            <a:picLocks noChangeAspect="1"/>
          </p:cNvPicPr>
          <p:nvPr/>
        </p:nvPicPr>
        <p:blipFill>
          <a:blip r:embed="rId5"/>
          <a:stretch>
            <a:fillRect/>
          </a:stretch>
        </p:blipFill>
        <p:spPr bwMode="ltGray">
          <a:xfrm>
            <a:off x="8134462" y="1431063"/>
            <a:ext cx="3474718" cy="1965776"/>
          </a:xfrm>
          <a:prstGeom prst="rect">
            <a:avLst/>
          </a:prstGeom>
        </p:spPr>
      </p:pic>
      <p:pic>
        <p:nvPicPr>
          <p:cNvPr id="24" name="Picture 23" descr="PowerPoint Designer slide layout example.">
            <a:extLst>
              <a:ext uri="{FF2B5EF4-FFF2-40B4-BE49-F238E27FC236}">
                <a16:creationId xmlns:a16="http://schemas.microsoft.com/office/drawing/2014/main" id="{FF603395-DB1E-434B-A081-8329D5AAA286}"/>
              </a:ext>
            </a:extLst>
          </p:cNvPr>
          <p:cNvPicPr>
            <a:picLocks noChangeAspect="1"/>
          </p:cNvPicPr>
          <p:nvPr/>
        </p:nvPicPr>
        <p:blipFill>
          <a:blip r:embed="rId6"/>
          <a:stretch>
            <a:fillRect/>
          </a:stretch>
        </p:blipFill>
        <p:spPr bwMode="ltGray">
          <a:xfrm>
            <a:off x="4365802" y="3676600"/>
            <a:ext cx="3474718" cy="1958854"/>
          </a:xfrm>
          <a:prstGeom prst="rect">
            <a:avLst/>
          </a:prstGeom>
        </p:spPr>
      </p:pic>
      <p:pic>
        <p:nvPicPr>
          <p:cNvPr id="22" name="Picture 21" descr="PowerPoint Designer slide layout example.">
            <a:extLst>
              <a:ext uri="{FF2B5EF4-FFF2-40B4-BE49-F238E27FC236}">
                <a16:creationId xmlns:a16="http://schemas.microsoft.com/office/drawing/2014/main" id="{09F0598E-8836-43BD-A96E-1CF73EA72223}"/>
              </a:ext>
            </a:extLst>
          </p:cNvPr>
          <p:cNvPicPr>
            <a:picLocks noChangeAspect="1"/>
          </p:cNvPicPr>
          <p:nvPr/>
        </p:nvPicPr>
        <p:blipFill>
          <a:blip r:embed="rId7"/>
          <a:stretch>
            <a:fillRect/>
          </a:stretch>
        </p:blipFill>
        <p:spPr bwMode="ltGray">
          <a:xfrm>
            <a:off x="8134462" y="3669875"/>
            <a:ext cx="3474718" cy="1965776"/>
          </a:xfrm>
          <a:prstGeom prst="rect">
            <a:avLst/>
          </a:prstGeom>
        </p:spPr>
      </p:pic>
    </p:spTree>
    <p:extLst>
      <p:ext uri="{BB962C8B-B14F-4D97-AF65-F5344CB8AC3E}">
        <p14:creationId xmlns:p14="http://schemas.microsoft.com/office/powerpoint/2010/main" val="410729868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Software code layout</a:t>
            </a:r>
          </a:p>
        </p:txBody>
      </p:sp>
      <p:sp>
        <p:nvSpPr>
          <p:cNvPr id="9" name="Text Placeholder 8">
            <a:extLst>
              <a:ext uri="{FF2B5EF4-FFF2-40B4-BE49-F238E27FC236}">
                <a16:creationId xmlns:a16="http://schemas.microsoft.com/office/drawing/2014/main" id="{A7E4170E-63AA-43C4-A6A1-CFD422B79A8C}"/>
              </a:ext>
            </a:extLst>
          </p:cNvPr>
          <p:cNvSpPr>
            <a:spLocks noGrp="1"/>
          </p:cNvSpPr>
          <p:nvPr>
            <p:ph type="body" sz="quarter" idx="13"/>
          </p:nvPr>
        </p:nvSpPr>
        <p:spPr/>
        <p:txBody>
          <a:bodyPr/>
          <a:lstStyle/>
          <a:p>
            <a:r>
              <a:rPr lang="en-US" dirty="0"/>
              <a:t>main.js</a:t>
            </a:r>
          </a:p>
        </p:txBody>
      </p:sp>
      <p:sp>
        <p:nvSpPr>
          <p:cNvPr id="5" name="Text Placeholder 4"/>
          <p:cNvSpPr>
            <a:spLocks noGrp="1"/>
          </p:cNvSpPr>
          <p:nvPr>
            <p:ph type="body" sz="quarter" idx="10"/>
          </p:nvPr>
        </p:nvSpPr>
        <p:spPr/>
        <p:txBody>
          <a:bodyPr/>
          <a:lstStyle/>
          <a:p>
            <a:r>
              <a:rPr lang="en-US" sz="2399" dirty="0">
                <a:solidFill>
                  <a:srgbClr val="0000FF"/>
                </a:solidFill>
              </a:rPr>
              <a:t>async</a:t>
            </a:r>
            <a:r>
              <a:rPr lang="en-US" sz="2399" dirty="0"/>
              <a:t> </a:t>
            </a:r>
            <a:r>
              <a:rPr lang="en-US" sz="2399" dirty="0">
                <a:solidFill>
                  <a:srgbClr val="795E26"/>
                </a:solidFill>
              </a:rPr>
              <a:t>loadHeroes</a:t>
            </a:r>
            <a:r>
              <a:rPr lang="en-US" sz="2399" dirty="0"/>
              <a:t>() {</a:t>
            </a:r>
          </a:p>
          <a:p>
            <a:r>
              <a:rPr lang="en-US" sz="2399" dirty="0"/>
              <a:t>  </a:t>
            </a:r>
            <a:r>
              <a:rPr lang="en-US" sz="2399" dirty="0">
                <a:solidFill>
                  <a:srgbClr val="0000FF"/>
                </a:solidFill>
              </a:rPr>
              <a:t>this</a:t>
            </a:r>
            <a:r>
              <a:rPr lang="en-US" sz="2399" dirty="0"/>
              <a:t>.</a:t>
            </a:r>
            <a:r>
              <a:rPr lang="en-US" sz="2399" dirty="0">
                <a:solidFill>
                  <a:srgbClr val="001080"/>
                </a:solidFill>
              </a:rPr>
              <a:t>message</a:t>
            </a:r>
            <a:r>
              <a:rPr lang="en-US" sz="2399" dirty="0"/>
              <a:t> = </a:t>
            </a:r>
            <a:r>
              <a:rPr lang="en-US" sz="2399" dirty="0">
                <a:solidFill>
                  <a:srgbClr val="A31515"/>
                </a:solidFill>
              </a:rPr>
              <a:t>'getting the heroes, please be patient'</a:t>
            </a:r>
            <a:r>
              <a:rPr lang="en-US" sz="2399" dirty="0"/>
              <a:t>;</a:t>
            </a:r>
          </a:p>
          <a:p>
            <a:r>
              <a:rPr lang="en-US" sz="2399" dirty="0"/>
              <a:t>  </a:t>
            </a:r>
            <a:r>
              <a:rPr lang="en-US" sz="2399" dirty="0">
                <a:solidFill>
                  <a:srgbClr val="AF00DB"/>
                </a:solidFill>
              </a:rPr>
              <a:t>await</a:t>
            </a:r>
            <a:r>
              <a:rPr lang="en-US" sz="2399" dirty="0"/>
              <a:t> </a:t>
            </a:r>
            <a:r>
              <a:rPr lang="en-US" sz="2399" dirty="0">
                <a:solidFill>
                  <a:srgbClr val="0000FF"/>
                </a:solidFill>
              </a:rPr>
              <a:t>this</a:t>
            </a:r>
            <a:r>
              <a:rPr lang="en-US" sz="2399" dirty="0"/>
              <a:t>.</a:t>
            </a:r>
            <a:r>
              <a:rPr lang="en-US" sz="2399" dirty="0">
                <a:solidFill>
                  <a:srgbClr val="795E26"/>
                </a:solidFill>
              </a:rPr>
              <a:t>getHeroesAction</a:t>
            </a:r>
            <a:r>
              <a:rPr lang="en-US" sz="2399" dirty="0"/>
              <a:t>();</a:t>
            </a:r>
          </a:p>
          <a:p>
            <a:r>
              <a:rPr lang="en-US" sz="2399" dirty="0"/>
              <a:t>  </a:t>
            </a:r>
            <a:r>
              <a:rPr lang="en-US" sz="2399" dirty="0">
                <a:solidFill>
                  <a:srgbClr val="0000FF"/>
                </a:solidFill>
              </a:rPr>
              <a:t>this</a:t>
            </a:r>
            <a:r>
              <a:rPr lang="en-US" sz="2399" dirty="0"/>
              <a:t>.</a:t>
            </a:r>
            <a:r>
              <a:rPr lang="en-US" sz="2399" dirty="0">
                <a:solidFill>
                  <a:srgbClr val="001080"/>
                </a:solidFill>
              </a:rPr>
              <a:t>message</a:t>
            </a:r>
            <a:r>
              <a:rPr lang="en-US" sz="2399" dirty="0"/>
              <a:t> = </a:t>
            </a:r>
            <a:r>
              <a:rPr lang="en-US" sz="2399" dirty="0">
                <a:solidFill>
                  <a:srgbClr val="A31515"/>
                </a:solidFill>
              </a:rPr>
              <a:t>''</a:t>
            </a:r>
            <a:r>
              <a:rPr lang="en-US" sz="2399" dirty="0"/>
              <a:t>;</a:t>
            </a:r>
          </a:p>
          <a:p>
            <a:r>
              <a:rPr lang="en-US" sz="2399" dirty="0"/>
              <a:t>},</a:t>
            </a:r>
          </a:p>
        </p:txBody>
      </p:sp>
    </p:spTree>
    <p:extLst>
      <p:ext uri="{BB962C8B-B14F-4D97-AF65-F5344CB8AC3E}">
        <p14:creationId xmlns:p14="http://schemas.microsoft.com/office/powerpoint/2010/main" val="311275604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F1A18-DCC5-3E49-B09E-446F3A558C8E}"/>
              </a:ext>
            </a:extLst>
          </p:cNvPr>
          <p:cNvSpPr>
            <a:spLocks noGrp="1"/>
          </p:cNvSpPr>
          <p:nvPr>
            <p:ph type="title"/>
          </p:nvPr>
        </p:nvSpPr>
        <p:spPr/>
        <p:txBody>
          <a:bodyPr/>
          <a:lstStyle/>
          <a:p>
            <a:r>
              <a:rPr lang="en-US" dirty="0"/>
              <a:t>Bottom code layout</a:t>
            </a:r>
          </a:p>
        </p:txBody>
      </p:sp>
      <p:sp>
        <p:nvSpPr>
          <p:cNvPr id="11" name="Text Placeholder 10">
            <a:extLst>
              <a:ext uri="{FF2B5EF4-FFF2-40B4-BE49-F238E27FC236}">
                <a16:creationId xmlns:a16="http://schemas.microsoft.com/office/drawing/2014/main" id="{07AE3C69-6BB3-A84A-BCA2-E8D1F7781169}"/>
              </a:ext>
            </a:extLst>
          </p:cNvPr>
          <p:cNvSpPr>
            <a:spLocks noGrp="1"/>
          </p:cNvSpPr>
          <p:nvPr>
            <p:ph type="body" sz="quarter" idx="10"/>
          </p:nvPr>
        </p:nvSpPr>
        <p:spPr/>
        <p:txBody>
          <a:bodyPr/>
          <a:lstStyle/>
          <a:p>
            <a:r>
              <a:rPr lang="en-US" dirty="0"/>
              <a:t>Make your important points</a:t>
            </a:r>
          </a:p>
          <a:p>
            <a:r>
              <a:rPr lang="en-US" dirty="0"/>
              <a:t>Paste the code in the bottom section</a:t>
            </a:r>
          </a:p>
          <a:p>
            <a:r>
              <a:rPr lang="en-US" dirty="0"/>
              <a:t>Or paste from VS or VS Code using default light theme</a:t>
            </a:r>
          </a:p>
        </p:txBody>
      </p:sp>
      <p:sp>
        <p:nvSpPr>
          <p:cNvPr id="9" name="Text Placeholder 8">
            <a:extLst>
              <a:ext uri="{FF2B5EF4-FFF2-40B4-BE49-F238E27FC236}">
                <a16:creationId xmlns:a16="http://schemas.microsoft.com/office/drawing/2014/main" id="{C65D9877-6838-9E47-886F-26028339CB93}"/>
              </a:ext>
            </a:extLst>
          </p:cNvPr>
          <p:cNvSpPr>
            <a:spLocks noGrp="1"/>
          </p:cNvSpPr>
          <p:nvPr>
            <p:ph type="body" sz="quarter" idx="13"/>
          </p:nvPr>
        </p:nvSpPr>
        <p:spPr/>
        <p:txBody>
          <a:bodyPr/>
          <a:lstStyle/>
          <a:p>
            <a:r>
              <a:rPr lang="en-US" dirty="0"/>
              <a:t>main.js</a:t>
            </a:r>
          </a:p>
        </p:txBody>
      </p:sp>
      <p:sp>
        <p:nvSpPr>
          <p:cNvPr id="8" name="Text Placeholder 7">
            <a:extLst>
              <a:ext uri="{FF2B5EF4-FFF2-40B4-BE49-F238E27FC236}">
                <a16:creationId xmlns:a16="http://schemas.microsoft.com/office/drawing/2014/main" id="{D356C9A3-B156-574B-B2DF-9FCF81A25E87}"/>
              </a:ext>
            </a:extLst>
          </p:cNvPr>
          <p:cNvSpPr>
            <a:spLocks noGrp="1"/>
          </p:cNvSpPr>
          <p:nvPr>
            <p:ph type="body" sz="quarter" idx="11"/>
          </p:nvPr>
        </p:nvSpPr>
        <p:spPr/>
        <p:txBody>
          <a:bodyPr/>
          <a:lstStyle/>
          <a:p>
            <a:r>
              <a:rPr lang="en-US" sz="2399" dirty="0">
                <a:solidFill>
                  <a:srgbClr val="0000FF"/>
                </a:solidFill>
              </a:rPr>
              <a:t>async</a:t>
            </a:r>
            <a:r>
              <a:rPr lang="en-US" sz="2399" dirty="0"/>
              <a:t> </a:t>
            </a:r>
            <a:r>
              <a:rPr lang="en-US" sz="2399" dirty="0" err="1">
                <a:solidFill>
                  <a:srgbClr val="795E26"/>
                </a:solidFill>
              </a:rPr>
              <a:t>loadHeroes</a:t>
            </a:r>
            <a:r>
              <a:rPr lang="en-US" sz="2399" dirty="0"/>
              <a:t>() {</a:t>
            </a:r>
          </a:p>
          <a:p>
            <a:r>
              <a:rPr lang="en-US" sz="2399" dirty="0"/>
              <a:t>  </a:t>
            </a:r>
            <a:r>
              <a:rPr lang="en-US" sz="2399" dirty="0" err="1">
                <a:solidFill>
                  <a:srgbClr val="0000FF"/>
                </a:solidFill>
              </a:rPr>
              <a:t>this</a:t>
            </a:r>
            <a:r>
              <a:rPr lang="en-US" sz="2399" dirty="0" err="1"/>
              <a:t>.</a:t>
            </a:r>
            <a:r>
              <a:rPr lang="en-US" sz="2399" dirty="0" err="1">
                <a:solidFill>
                  <a:srgbClr val="001080"/>
                </a:solidFill>
              </a:rPr>
              <a:t>message</a:t>
            </a:r>
            <a:r>
              <a:rPr lang="en-US" sz="2399" dirty="0"/>
              <a:t> = </a:t>
            </a:r>
            <a:r>
              <a:rPr lang="en-US" sz="2399" dirty="0">
                <a:solidFill>
                  <a:srgbClr val="A31515"/>
                </a:solidFill>
              </a:rPr>
              <a:t>'getting the heroes, please be patient'</a:t>
            </a:r>
            <a:r>
              <a:rPr lang="en-US" sz="2399" dirty="0"/>
              <a:t>;</a:t>
            </a:r>
          </a:p>
          <a:p>
            <a:r>
              <a:rPr lang="en-US" sz="2399" dirty="0"/>
              <a:t>  </a:t>
            </a:r>
            <a:r>
              <a:rPr lang="en-US" sz="2399" dirty="0">
                <a:solidFill>
                  <a:srgbClr val="AF00DB"/>
                </a:solidFill>
              </a:rPr>
              <a:t>await</a:t>
            </a:r>
            <a:r>
              <a:rPr lang="en-US" sz="2399" dirty="0"/>
              <a:t> </a:t>
            </a:r>
            <a:r>
              <a:rPr lang="en-US" sz="2399" dirty="0" err="1">
                <a:solidFill>
                  <a:srgbClr val="0000FF"/>
                </a:solidFill>
              </a:rPr>
              <a:t>this</a:t>
            </a:r>
            <a:r>
              <a:rPr lang="en-US" sz="2399" dirty="0" err="1"/>
              <a:t>.</a:t>
            </a:r>
            <a:r>
              <a:rPr lang="en-US" sz="2399" dirty="0" err="1">
                <a:solidFill>
                  <a:srgbClr val="795E26"/>
                </a:solidFill>
              </a:rPr>
              <a:t>getHeroesAction</a:t>
            </a:r>
            <a:r>
              <a:rPr lang="en-US" sz="2399" dirty="0"/>
              <a:t>();</a:t>
            </a:r>
          </a:p>
          <a:p>
            <a:r>
              <a:rPr lang="en-US" sz="2399" dirty="0"/>
              <a:t>  </a:t>
            </a:r>
            <a:r>
              <a:rPr lang="en-US" sz="2399" dirty="0" err="1">
                <a:solidFill>
                  <a:srgbClr val="0000FF"/>
                </a:solidFill>
              </a:rPr>
              <a:t>this</a:t>
            </a:r>
            <a:r>
              <a:rPr lang="en-US" sz="2399" dirty="0" err="1"/>
              <a:t>.</a:t>
            </a:r>
            <a:r>
              <a:rPr lang="en-US" sz="2399" dirty="0" err="1">
                <a:solidFill>
                  <a:srgbClr val="001080"/>
                </a:solidFill>
              </a:rPr>
              <a:t>message</a:t>
            </a:r>
            <a:r>
              <a:rPr lang="en-US" sz="2399" dirty="0"/>
              <a:t> = </a:t>
            </a:r>
            <a:r>
              <a:rPr lang="en-US" sz="2399" dirty="0">
                <a:solidFill>
                  <a:srgbClr val="A31515"/>
                </a:solidFill>
              </a:rPr>
              <a:t>''</a:t>
            </a:r>
            <a:r>
              <a:rPr lang="en-US" sz="2399" dirty="0"/>
              <a:t>;</a:t>
            </a:r>
          </a:p>
          <a:p>
            <a:r>
              <a:rPr lang="en-US" sz="2399" dirty="0"/>
              <a:t>},</a:t>
            </a:r>
          </a:p>
        </p:txBody>
      </p:sp>
    </p:spTree>
    <p:extLst>
      <p:ext uri="{BB962C8B-B14F-4D97-AF65-F5344CB8AC3E}">
        <p14:creationId xmlns:p14="http://schemas.microsoft.com/office/powerpoint/2010/main" val="34924714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CF1A18-DCC5-3E49-B09E-446F3A558C8E}"/>
              </a:ext>
            </a:extLst>
          </p:cNvPr>
          <p:cNvSpPr>
            <a:spLocks noGrp="1"/>
          </p:cNvSpPr>
          <p:nvPr>
            <p:ph type="title"/>
          </p:nvPr>
        </p:nvSpPr>
        <p:spPr/>
        <p:txBody>
          <a:bodyPr/>
          <a:lstStyle/>
          <a:p>
            <a:r>
              <a:rPr lang="en-US" dirty="0"/>
              <a:t>Top code layout</a:t>
            </a:r>
          </a:p>
        </p:txBody>
      </p:sp>
      <p:sp>
        <p:nvSpPr>
          <p:cNvPr id="9" name="Text Placeholder 8">
            <a:extLst>
              <a:ext uri="{FF2B5EF4-FFF2-40B4-BE49-F238E27FC236}">
                <a16:creationId xmlns:a16="http://schemas.microsoft.com/office/drawing/2014/main" id="{C65D9877-6838-9E47-886F-26028339CB93}"/>
              </a:ext>
            </a:extLst>
          </p:cNvPr>
          <p:cNvSpPr>
            <a:spLocks noGrp="1"/>
          </p:cNvSpPr>
          <p:nvPr>
            <p:ph type="body" sz="quarter" idx="13"/>
          </p:nvPr>
        </p:nvSpPr>
        <p:spPr/>
        <p:txBody>
          <a:bodyPr/>
          <a:lstStyle/>
          <a:p>
            <a:r>
              <a:rPr lang="en-US" dirty="0"/>
              <a:t>main.js</a:t>
            </a:r>
          </a:p>
        </p:txBody>
      </p:sp>
      <p:sp>
        <p:nvSpPr>
          <p:cNvPr id="8" name="Text Placeholder 7">
            <a:extLst>
              <a:ext uri="{FF2B5EF4-FFF2-40B4-BE49-F238E27FC236}">
                <a16:creationId xmlns:a16="http://schemas.microsoft.com/office/drawing/2014/main" id="{D356C9A3-B156-574B-B2DF-9FCF81A25E87}"/>
              </a:ext>
            </a:extLst>
          </p:cNvPr>
          <p:cNvSpPr>
            <a:spLocks noGrp="1"/>
          </p:cNvSpPr>
          <p:nvPr>
            <p:ph type="body" sz="quarter" idx="11"/>
          </p:nvPr>
        </p:nvSpPr>
        <p:spPr/>
        <p:txBody>
          <a:bodyPr/>
          <a:lstStyle/>
          <a:p>
            <a:r>
              <a:rPr lang="en-US" sz="2399" dirty="0">
                <a:solidFill>
                  <a:srgbClr val="0000FF"/>
                </a:solidFill>
              </a:rPr>
              <a:t>async</a:t>
            </a:r>
            <a:r>
              <a:rPr lang="en-US" sz="2399" dirty="0"/>
              <a:t> </a:t>
            </a:r>
            <a:r>
              <a:rPr lang="en-US" sz="2399" dirty="0" err="1">
                <a:solidFill>
                  <a:srgbClr val="795E26"/>
                </a:solidFill>
              </a:rPr>
              <a:t>loadHeroes</a:t>
            </a:r>
            <a:r>
              <a:rPr lang="en-US" sz="2399" dirty="0"/>
              <a:t>() {</a:t>
            </a:r>
          </a:p>
          <a:p>
            <a:r>
              <a:rPr lang="en-US" sz="2399" dirty="0"/>
              <a:t>  </a:t>
            </a:r>
            <a:r>
              <a:rPr lang="en-US" sz="2399" dirty="0" err="1">
                <a:solidFill>
                  <a:srgbClr val="0000FF"/>
                </a:solidFill>
              </a:rPr>
              <a:t>this</a:t>
            </a:r>
            <a:r>
              <a:rPr lang="en-US" sz="2399" dirty="0" err="1"/>
              <a:t>.</a:t>
            </a:r>
            <a:r>
              <a:rPr lang="en-US" sz="2399" dirty="0" err="1">
                <a:solidFill>
                  <a:srgbClr val="001080"/>
                </a:solidFill>
              </a:rPr>
              <a:t>message</a:t>
            </a:r>
            <a:r>
              <a:rPr lang="en-US" sz="2399" dirty="0"/>
              <a:t> = </a:t>
            </a:r>
            <a:r>
              <a:rPr lang="en-US" sz="2399" dirty="0">
                <a:solidFill>
                  <a:srgbClr val="A31515"/>
                </a:solidFill>
              </a:rPr>
              <a:t>'getting the heroes, please be patient'</a:t>
            </a:r>
            <a:r>
              <a:rPr lang="en-US" sz="2399" dirty="0"/>
              <a:t>;</a:t>
            </a:r>
          </a:p>
          <a:p>
            <a:r>
              <a:rPr lang="en-US" sz="2399" dirty="0"/>
              <a:t>  </a:t>
            </a:r>
            <a:r>
              <a:rPr lang="en-US" sz="2399" dirty="0">
                <a:solidFill>
                  <a:srgbClr val="AF00DB"/>
                </a:solidFill>
              </a:rPr>
              <a:t>await</a:t>
            </a:r>
            <a:r>
              <a:rPr lang="en-US" sz="2399" dirty="0"/>
              <a:t> </a:t>
            </a:r>
            <a:r>
              <a:rPr lang="en-US" sz="2399" dirty="0" err="1">
                <a:solidFill>
                  <a:srgbClr val="0000FF"/>
                </a:solidFill>
              </a:rPr>
              <a:t>this</a:t>
            </a:r>
            <a:r>
              <a:rPr lang="en-US" sz="2399" dirty="0" err="1"/>
              <a:t>.</a:t>
            </a:r>
            <a:r>
              <a:rPr lang="en-US" sz="2399" dirty="0" err="1">
                <a:solidFill>
                  <a:srgbClr val="795E26"/>
                </a:solidFill>
              </a:rPr>
              <a:t>getHeroesAction</a:t>
            </a:r>
            <a:r>
              <a:rPr lang="en-US" sz="2399" dirty="0"/>
              <a:t>();</a:t>
            </a:r>
          </a:p>
          <a:p>
            <a:pPr>
              <a:tabLst>
                <a:tab pos="342900" algn="l"/>
                <a:tab pos="460375" algn="l"/>
                <a:tab pos="685800" algn="l"/>
                <a:tab pos="1028700" algn="l"/>
                <a:tab pos="1371600" algn="l"/>
                <a:tab pos="1714500" algn="l"/>
                <a:tab pos="2057400" algn="l"/>
                <a:tab pos="2400300" algn="l"/>
                <a:tab pos="2800350" algn="l"/>
              </a:tabLst>
            </a:pPr>
            <a:r>
              <a:rPr lang="en-US" sz="2399" dirty="0"/>
              <a:t>  </a:t>
            </a:r>
            <a:r>
              <a:rPr lang="en-US" sz="2399" dirty="0" err="1">
                <a:solidFill>
                  <a:srgbClr val="0000FF"/>
                </a:solidFill>
              </a:rPr>
              <a:t>this</a:t>
            </a:r>
            <a:r>
              <a:rPr lang="en-US" sz="2399" dirty="0" err="1"/>
              <a:t>.</a:t>
            </a:r>
            <a:r>
              <a:rPr lang="en-US" sz="2399" dirty="0" err="1">
                <a:solidFill>
                  <a:srgbClr val="001080"/>
                </a:solidFill>
              </a:rPr>
              <a:t>message</a:t>
            </a:r>
            <a:r>
              <a:rPr lang="en-US" sz="2399" dirty="0"/>
              <a:t> = </a:t>
            </a:r>
            <a:r>
              <a:rPr lang="en-US" sz="2399" dirty="0">
                <a:solidFill>
                  <a:srgbClr val="A31515"/>
                </a:solidFill>
              </a:rPr>
              <a:t>''</a:t>
            </a:r>
            <a:r>
              <a:rPr lang="en-US" sz="2399" dirty="0"/>
              <a:t>;</a:t>
            </a:r>
          </a:p>
          <a:p>
            <a:r>
              <a:rPr lang="en-US" sz="2399" dirty="0"/>
              <a:t>},</a:t>
            </a:r>
          </a:p>
        </p:txBody>
      </p:sp>
      <p:sp>
        <p:nvSpPr>
          <p:cNvPr id="11" name="Text Placeholder 10">
            <a:extLst>
              <a:ext uri="{FF2B5EF4-FFF2-40B4-BE49-F238E27FC236}">
                <a16:creationId xmlns:a16="http://schemas.microsoft.com/office/drawing/2014/main" id="{07AE3C69-6BB3-A84A-BCA2-E8D1F7781169}"/>
              </a:ext>
            </a:extLst>
          </p:cNvPr>
          <p:cNvSpPr>
            <a:spLocks noGrp="1"/>
          </p:cNvSpPr>
          <p:nvPr>
            <p:ph type="body" sz="quarter" idx="10"/>
          </p:nvPr>
        </p:nvSpPr>
        <p:spPr/>
        <p:txBody>
          <a:bodyPr/>
          <a:lstStyle/>
          <a:p>
            <a:r>
              <a:rPr lang="en-US" dirty="0"/>
              <a:t>Make your important points</a:t>
            </a:r>
          </a:p>
          <a:p>
            <a:r>
              <a:rPr lang="en-US" dirty="0"/>
              <a:t>Paste the code in the top section</a:t>
            </a:r>
          </a:p>
          <a:p>
            <a:r>
              <a:rPr lang="en-US" dirty="0"/>
              <a:t>Or paste from VS or VS Code using default light theme</a:t>
            </a:r>
          </a:p>
        </p:txBody>
      </p:sp>
    </p:spTree>
    <p:extLst>
      <p:ext uri="{BB962C8B-B14F-4D97-AF65-F5344CB8AC3E}">
        <p14:creationId xmlns:p14="http://schemas.microsoft.com/office/powerpoint/2010/main" val="213453856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23">
            <a:extLst>
              <a:ext uri="{FF2B5EF4-FFF2-40B4-BE49-F238E27FC236}">
                <a16:creationId xmlns:a16="http://schemas.microsoft.com/office/drawing/2014/main" id="{F59E7FAB-DAC3-4221-AE7D-1B55BCA28243}"/>
              </a:ext>
            </a:extLst>
          </p:cNvPr>
          <p:cNvSpPr>
            <a:spLocks noGrp="1"/>
          </p:cNvSpPr>
          <p:nvPr>
            <p:ph type="title"/>
          </p:nvPr>
        </p:nvSpPr>
        <p:spPr/>
        <p:txBody>
          <a:bodyPr/>
          <a:lstStyle/>
          <a:p>
            <a:r>
              <a:rPr lang="en-US" dirty="0"/>
              <a:t>Right code layout</a:t>
            </a:r>
          </a:p>
        </p:txBody>
      </p:sp>
      <p:sp>
        <p:nvSpPr>
          <p:cNvPr id="11" name="Text Placeholder 10">
            <a:extLst>
              <a:ext uri="{FF2B5EF4-FFF2-40B4-BE49-F238E27FC236}">
                <a16:creationId xmlns:a16="http://schemas.microsoft.com/office/drawing/2014/main" id="{07AE3C69-6BB3-A84A-BCA2-E8D1F7781169}"/>
              </a:ext>
            </a:extLst>
          </p:cNvPr>
          <p:cNvSpPr>
            <a:spLocks noGrp="1"/>
          </p:cNvSpPr>
          <p:nvPr>
            <p:ph type="body" sz="quarter" idx="10"/>
          </p:nvPr>
        </p:nvSpPr>
        <p:spPr/>
        <p:txBody>
          <a:bodyPr/>
          <a:lstStyle/>
          <a:p>
            <a:r>
              <a:rPr lang="en-US" dirty="0"/>
              <a:t>Make your important points</a:t>
            </a:r>
          </a:p>
          <a:p>
            <a:r>
              <a:rPr lang="en-US" dirty="0"/>
              <a:t>Paste the code on the right side</a:t>
            </a:r>
          </a:p>
          <a:p>
            <a:r>
              <a:rPr lang="en-US" dirty="0"/>
              <a:t>Or paste from VS or VS Code using default light theme</a:t>
            </a:r>
          </a:p>
        </p:txBody>
      </p:sp>
      <p:sp>
        <p:nvSpPr>
          <p:cNvPr id="9" name="Text Placeholder 8">
            <a:extLst>
              <a:ext uri="{FF2B5EF4-FFF2-40B4-BE49-F238E27FC236}">
                <a16:creationId xmlns:a16="http://schemas.microsoft.com/office/drawing/2014/main" id="{C65D9877-6838-9E47-886F-26028339CB93}"/>
              </a:ext>
            </a:extLst>
          </p:cNvPr>
          <p:cNvSpPr>
            <a:spLocks noGrp="1"/>
          </p:cNvSpPr>
          <p:nvPr>
            <p:ph type="body" sz="quarter" idx="13"/>
          </p:nvPr>
        </p:nvSpPr>
        <p:spPr/>
        <p:txBody>
          <a:bodyPr/>
          <a:lstStyle/>
          <a:p>
            <a:r>
              <a:rPr lang="en-US" dirty="0"/>
              <a:t>main.js</a:t>
            </a:r>
          </a:p>
        </p:txBody>
      </p:sp>
      <p:sp>
        <p:nvSpPr>
          <p:cNvPr id="8" name="Text Placeholder 7">
            <a:extLst>
              <a:ext uri="{FF2B5EF4-FFF2-40B4-BE49-F238E27FC236}">
                <a16:creationId xmlns:a16="http://schemas.microsoft.com/office/drawing/2014/main" id="{D356C9A3-B156-574B-B2DF-9FCF81A25E87}"/>
              </a:ext>
            </a:extLst>
          </p:cNvPr>
          <p:cNvSpPr>
            <a:spLocks noGrp="1"/>
          </p:cNvSpPr>
          <p:nvPr>
            <p:ph type="body" sz="quarter" idx="11"/>
          </p:nvPr>
        </p:nvSpPr>
        <p:spPr/>
        <p:txBody>
          <a:bodyPr/>
          <a:lstStyle/>
          <a:p>
            <a:r>
              <a:rPr lang="en-US" sz="2399" dirty="0">
                <a:solidFill>
                  <a:srgbClr val="0000FF"/>
                </a:solidFill>
              </a:rPr>
              <a:t>async</a:t>
            </a:r>
            <a:r>
              <a:rPr lang="en-US" sz="2399" dirty="0"/>
              <a:t> </a:t>
            </a:r>
            <a:r>
              <a:rPr lang="en-US" sz="2399" dirty="0" err="1">
                <a:solidFill>
                  <a:srgbClr val="795E26"/>
                </a:solidFill>
              </a:rPr>
              <a:t>loadHeroes</a:t>
            </a:r>
            <a:r>
              <a:rPr lang="en-US" sz="2399" dirty="0"/>
              <a:t>() {</a:t>
            </a:r>
          </a:p>
          <a:p>
            <a:r>
              <a:rPr lang="en-US" sz="2399" dirty="0"/>
              <a:t>  </a:t>
            </a:r>
            <a:r>
              <a:rPr lang="en-US" sz="2399" dirty="0" err="1">
                <a:solidFill>
                  <a:srgbClr val="0000FF"/>
                </a:solidFill>
              </a:rPr>
              <a:t>this</a:t>
            </a:r>
            <a:r>
              <a:rPr lang="en-US" sz="2399" dirty="0" err="1"/>
              <a:t>.</a:t>
            </a:r>
            <a:r>
              <a:rPr lang="en-US" sz="2399" dirty="0" err="1">
                <a:solidFill>
                  <a:srgbClr val="001080"/>
                </a:solidFill>
              </a:rPr>
              <a:t>message</a:t>
            </a:r>
            <a:r>
              <a:rPr lang="en-US" sz="2399" dirty="0"/>
              <a:t> = </a:t>
            </a:r>
            <a:r>
              <a:rPr lang="en-US" sz="2399" dirty="0">
                <a:solidFill>
                  <a:srgbClr val="A31515"/>
                </a:solidFill>
              </a:rPr>
              <a:t>'getting the heroes, please be patient'</a:t>
            </a:r>
            <a:r>
              <a:rPr lang="en-US" sz="2399" dirty="0"/>
              <a:t>;</a:t>
            </a:r>
          </a:p>
          <a:p>
            <a:r>
              <a:rPr lang="en-US" sz="2399" dirty="0"/>
              <a:t>  </a:t>
            </a:r>
            <a:r>
              <a:rPr lang="en-US" sz="2399" dirty="0">
                <a:solidFill>
                  <a:srgbClr val="AF00DB"/>
                </a:solidFill>
              </a:rPr>
              <a:t>await</a:t>
            </a:r>
            <a:r>
              <a:rPr lang="en-US" sz="2399" dirty="0"/>
              <a:t> </a:t>
            </a:r>
            <a:r>
              <a:rPr lang="en-US" sz="2399" dirty="0" err="1">
                <a:solidFill>
                  <a:srgbClr val="0000FF"/>
                </a:solidFill>
              </a:rPr>
              <a:t>this</a:t>
            </a:r>
            <a:r>
              <a:rPr lang="en-US" sz="2399" dirty="0" err="1"/>
              <a:t>.</a:t>
            </a:r>
            <a:r>
              <a:rPr lang="en-US" sz="2399" dirty="0" err="1">
                <a:solidFill>
                  <a:srgbClr val="795E26"/>
                </a:solidFill>
              </a:rPr>
              <a:t>getHeroesAction</a:t>
            </a:r>
            <a:r>
              <a:rPr lang="en-US" sz="2399" dirty="0"/>
              <a:t>();</a:t>
            </a:r>
          </a:p>
          <a:p>
            <a:r>
              <a:rPr lang="en-US" sz="2399" dirty="0"/>
              <a:t>  </a:t>
            </a:r>
            <a:r>
              <a:rPr lang="en-US" sz="2399" dirty="0" err="1">
                <a:solidFill>
                  <a:srgbClr val="0000FF"/>
                </a:solidFill>
              </a:rPr>
              <a:t>this</a:t>
            </a:r>
            <a:r>
              <a:rPr lang="en-US" sz="2399" dirty="0" err="1"/>
              <a:t>.</a:t>
            </a:r>
            <a:r>
              <a:rPr lang="en-US" sz="2399" dirty="0" err="1">
                <a:solidFill>
                  <a:srgbClr val="001080"/>
                </a:solidFill>
              </a:rPr>
              <a:t>message</a:t>
            </a:r>
            <a:r>
              <a:rPr lang="en-US" sz="2399" dirty="0"/>
              <a:t> = </a:t>
            </a:r>
            <a:r>
              <a:rPr lang="en-US" sz="2399" dirty="0">
                <a:solidFill>
                  <a:srgbClr val="A31515"/>
                </a:solidFill>
              </a:rPr>
              <a:t>''</a:t>
            </a:r>
            <a:r>
              <a:rPr lang="en-US" sz="2399" dirty="0"/>
              <a:t>;</a:t>
            </a:r>
          </a:p>
          <a:p>
            <a:r>
              <a:rPr lang="en-US" sz="2399" dirty="0"/>
              <a:t>},</a:t>
            </a:r>
          </a:p>
        </p:txBody>
      </p:sp>
    </p:spTree>
    <p:extLst>
      <p:ext uri="{BB962C8B-B14F-4D97-AF65-F5344CB8AC3E}">
        <p14:creationId xmlns:p14="http://schemas.microsoft.com/office/powerpoint/2010/main" val="1751027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Title 13">
            <a:extLst>
              <a:ext uri="{FF2B5EF4-FFF2-40B4-BE49-F238E27FC236}">
                <a16:creationId xmlns:a16="http://schemas.microsoft.com/office/drawing/2014/main" id="{7BEE76E7-B042-4BFE-9213-B8FE7EE4CF2C}"/>
              </a:ext>
            </a:extLst>
          </p:cNvPr>
          <p:cNvSpPr>
            <a:spLocks noGrp="1"/>
          </p:cNvSpPr>
          <p:nvPr>
            <p:ph type="title"/>
          </p:nvPr>
        </p:nvSpPr>
        <p:spPr/>
        <p:txBody>
          <a:bodyPr/>
          <a:lstStyle/>
          <a:p>
            <a:r>
              <a:rPr lang="en-US" dirty="0"/>
              <a:t>Left code layout</a:t>
            </a:r>
          </a:p>
        </p:txBody>
      </p:sp>
      <p:sp>
        <p:nvSpPr>
          <p:cNvPr id="9" name="Text Placeholder 8">
            <a:extLst>
              <a:ext uri="{FF2B5EF4-FFF2-40B4-BE49-F238E27FC236}">
                <a16:creationId xmlns:a16="http://schemas.microsoft.com/office/drawing/2014/main" id="{C65D9877-6838-9E47-886F-26028339CB93}"/>
              </a:ext>
            </a:extLst>
          </p:cNvPr>
          <p:cNvSpPr>
            <a:spLocks noGrp="1"/>
          </p:cNvSpPr>
          <p:nvPr>
            <p:ph type="body" sz="quarter" idx="13"/>
          </p:nvPr>
        </p:nvSpPr>
        <p:spPr>
          <a:gradFill flip="none" rotWithShape="1">
            <a:gsLst>
              <a:gs pos="0">
                <a:srgbClr val="000000"/>
              </a:gs>
              <a:gs pos="99000">
                <a:srgbClr val="000000"/>
              </a:gs>
              <a:gs pos="99000">
                <a:schemeClr val="accent1"/>
              </a:gs>
            </a:gsLst>
            <a:lin ang="10800000" scaled="1"/>
            <a:tileRect/>
          </a:gradFill>
        </p:spPr>
        <p:txBody>
          <a:bodyPr/>
          <a:lstStyle/>
          <a:p>
            <a:r>
              <a:rPr lang="en-US" dirty="0"/>
              <a:t>main.js</a:t>
            </a:r>
          </a:p>
        </p:txBody>
      </p:sp>
      <p:sp>
        <p:nvSpPr>
          <p:cNvPr id="8" name="Text Placeholder 7">
            <a:extLst>
              <a:ext uri="{FF2B5EF4-FFF2-40B4-BE49-F238E27FC236}">
                <a16:creationId xmlns:a16="http://schemas.microsoft.com/office/drawing/2014/main" id="{D356C9A3-B156-574B-B2DF-9FCF81A25E87}"/>
              </a:ext>
            </a:extLst>
          </p:cNvPr>
          <p:cNvSpPr>
            <a:spLocks noGrp="1"/>
          </p:cNvSpPr>
          <p:nvPr>
            <p:ph type="body" sz="quarter" idx="11"/>
          </p:nvPr>
        </p:nvSpPr>
        <p:spPr/>
        <p:txBody>
          <a:bodyPr/>
          <a:lstStyle/>
          <a:p>
            <a:r>
              <a:rPr lang="en-US" sz="2399" dirty="0">
                <a:solidFill>
                  <a:srgbClr val="0000FF"/>
                </a:solidFill>
              </a:rPr>
              <a:t>async</a:t>
            </a:r>
            <a:r>
              <a:rPr lang="en-US" sz="2399" dirty="0"/>
              <a:t> </a:t>
            </a:r>
            <a:r>
              <a:rPr lang="en-US" sz="2399" dirty="0" err="1">
                <a:solidFill>
                  <a:srgbClr val="795E26"/>
                </a:solidFill>
              </a:rPr>
              <a:t>loadHeroes</a:t>
            </a:r>
            <a:r>
              <a:rPr lang="en-US" sz="2399" dirty="0"/>
              <a:t>() {</a:t>
            </a:r>
          </a:p>
          <a:p>
            <a:r>
              <a:rPr lang="en-US" sz="2399" dirty="0"/>
              <a:t>  </a:t>
            </a:r>
            <a:r>
              <a:rPr lang="en-US" sz="2399" dirty="0" err="1">
                <a:solidFill>
                  <a:srgbClr val="0000FF"/>
                </a:solidFill>
              </a:rPr>
              <a:t>this</a:t>
            </a:r>
            <a:r>
              <a:rPr lang="en-US" sz="2399" dirty="0" err="1"/>
              <a:t>.</a:t>
            </a:r>
            <a:r>
              <a:rPr lang="en-US" sz="2399" dirty="0" err="1">
                <a:solidFill>
                  <a:srgbClr val="001080"/>
                </a:solidFill>
              </a:rPr>
              <a:t>message</a:t>
            </a:r>
            <a:r>
              <a:rPr lang="en-US" sz="2399" dirty="0"/>
              <a:t> = </a:t>
            </a:r>
            <a:r>
              <a:rPr lang="en-US" sz="2399" dirty="0">
                <a:solidFill>
                  <a:srgbClr val="A31515"/>
                </a:solidFill>
              </a:rPr>
              <a:t>'getting the heroes, please be patient'</a:t>
            </a:r>
            <a:r>
              <a:rPr lang="en-US" sz="2399" dirty="0"/>
              <a:t>;</a:t>
            </a:r>
          </a:p>
          <a:p>
            <a:r>
              <a:rPr lang="en-US" sz="2399" dirty="0"/>
              <a:t>  </a:t>
            </a:r>
            <a:r>
              <a:rPr lang="en-US" sz="2399" dirty="0">
                <a:solidFill>
                  <a:srgbClr val="AF00DB"/>
                </a:solidFill>
              </a:rPr>
              <a:t>await</a:t>
            </a:r>
            <a:r>
              <a:rPr lang="en-US" sz="2399" dirty="0"/>
              <a:t> </a:t>
            </a:r>
            <a:r>
              <a:rPr lang="en-US" sz="2399" dirty="0" err="1">
                <a:solidFill>
                  <a:srgbClr val="0000FF"/>
                </a:solidFill>
              </a:rPr>
              <a:t>this</a:t>
            </a:r>
            <a:r>
              <a:rPr lang="en-US" sz="2399" dirty="0" err="1"/>
              <a:t>.</a:t>
            </a:r>
            <a:r>
              <a:rPr lang="en-US" sz="2399" dirty="0" err="1">
                <a:solidFill>
                  <a:srgbClr val="795E26"/>
                </a:solidFill>
              </a:rPr>
              <a:t>getHeroesAction</a:t>
            </a:r>
            <a:r>
              <a:rPr lang="en-US" sz="2399" dirty="0"/>
              <a:t>();</a:t>
            </a:r>
          </a:p>
          <a:p>
            <a:r>
              <a:rPr lang="en-US" sz="2399" dirty="0"/>
              <a:t>  </a:t>
            </a:r>
            <a:r>
              <a:rPr lang="en-US" sz="2399" dirty="0" err="1">
                <a:solidFill>
                  <a:srgbClr val="0000FF"/>
                </a:solidFill>
              </a:rPr>
              <a:t>this</a:t>
            </a:r>
            <a:r>
              <a:rPr lang="en-US" sz="2399" dirty="0" err="1"/>
              <a:t>.</a:t>
            </a:r>
            <a:r>
              <a:rPr lang="en-US" sz="2399" dirty="0" err="1">
                <a:solidFill>
                  <a:srgbClr val="001080"/>
                </a:solidFill>
              </a:rPr>
              <a:t>message</a:t>
            </a:r>
            <a:r>
              <a:rPr lang="en-US" sz="2399" dirty="0"/>
              <a:t> = </a:t>
            </a:r>
            <a:r>
              <a:rPr lang="en-US" sz="2399" dirty="0">
                <a:solidFill>
                  <a:srgbClr val="A31515"/>
                </a:solidFill>
              </a:rPr>
              <a:t>''</a:t>
            </a:r>
            <a:r>
              <a:rPr lang="en-US" sz="2399" dirty="0"/>
              <a:t>;</a:t>
            </a:r>
          </a:p>
          <a:p>
            <a:r>
              <a:rPr lang="en-US" sz="2399" dirty="0"/>
              <a:t>},</a:t>
            </a:r>
          </a:p>
        </p:txBody>
      </p:sp>
      <p:sp>
        <p:nvSpPr>
          <p:cNvPr id="11" name="Text Placeholder 10">
            <a:extLst>
              <a:ext uri="{FF2B5EF4-FFF2-40B4-BE49-F238E27FC236}">
                <a16:creationId xmlns:a16="http://schemas.microsoft.com/office/drawing/2014/main" id="{07AE3C69-6BB3-A84A-BCA2-E8D1F7781169}"/>
              </a:ext>
            </a:extLst>
          </p:cNvPr>
          <p:cNvSpPr>
            <a:spLocks noGrp="1"/>
          </p:cNvSpPr>
          <p:nvPr>
            <p:ph type="body" sz="quarter" idx="10"/>
          </p:nvPr>
        </p:nvSpPr>
        <p:spPr/>
        <p:txBody>
          <a:bodyPr/>
          <a:lstStyle/>
          <a:p>
            <a:r>
              <a:rPr lang="en-US" dirty="0"/>
              <a:t>Make your important points</a:t>
            </a:r>
          </a:p>
          <a:p>
            <a:r>
              <a:rPr lang="en-US" dirty="0"/>
              <a:t>Paste the code on the left side</a:t>
            </a:r>
          </a:p>
          <a:p>
            <a:r>
              <a:rPr lang="en-US" dirty="0"/>
              <a:t>Or paste from VS or VS Code using default light theme</a:t>
            </a:r>
          </a:p>
        </p:txBody>
      </p:sp>
    </p:spTree>
    <p:extLst>
      <p:ext uri="{BB962C8B-B14F-4D97-AF65-F5344CB8AC3E}">
        <p14:creationId xmlns:p14="http://schemas.microsoft.com/office/powerpoint/2010/main" val="33031568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BF99BCBB-63D7-3017-CE9E-5A006B9CAAFA}"/>
              </a:ext>
            </a:extLst>
          </p:cNvPr>
          <p:cNvSpPr>
            <a:spLocks noGrp="1"/>
          </p:cNvSpPr>
          <p:nvPr>
            <p:ph type="title"/>
          </p:nvPr>
        </p:nvSpPr>
        <p:spPr/>
        <p:txBody>
          <a:bodyPr/>
          <a:lstStyle/>
          <a:p>
            <a:r>
              <a:rPr lang="en-US" dirty="0">
                <a:solidFill>
                  <a:srgbClr val="0078D4"/>
                </a:solidFill>
              </a:rPr>
              <a:t>Demo</a:t>
            </a:r>
          </a:p>
        </p:txBody>
      </p:sp>
      <p:sp>
        <p:nvSpPr>
          <p:cNvPr id="7" name="Text Placeholder 6">
            <a:extLst>
              <a:ext uri="{FF2B5EF4-FFF2-40B4-BE49-F238E27FC236}">
                <a16:creationId xmlns:a16="http://schemas.microsoft.com/office/drawing/2014/main" id="{96E94DAF-B23C-AF00-12BC-69C912BDB16D}"/>
              </a:ext>
            </a:extLst>
          </p:cNvPr>
          <p:cNvSpPr>
            <a:spLocks noGrp="1"/>
          </p:cNvSpPr>
          <p:nvPr>
            <p:ph type="body" sz="quarter" idx="12"/>
          </p:nvPr>
        </p:nvSpPr>
        <p:spPr/>
        <p:txBody>
          <a:bodyPr/>
          <a:lstStyle/>
          <a:p>
            <a:r>
              <a:rPr lang="en-US" dirty="0"/>
              <a:t>Speaker Title</a:t>
            </a:r>
          </a:p>
        </p:txBody>
      </p:sp>
    </p:spTree>
    <p:extLst>
      <p:ext uri="{BB962C8B-B14F-4D97-AF65-F5344CB8AC3E}">
        <p14:creationId xmlns:p14="http://schemas.microsoft.com/office/powerpoint/2010/main" val="33682073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A2AA27-FCFB-A9B4-1C36-CEBBF2239D67}"/>
              </a:ext>
            </a:extLst>
          </p:cNvPr>
          <p:cNvSpPr>
            <a:spLocks noGrp="1"/>
          </p:cNvSpPr>
          <p:nvPr>
            <p:ph type="title"/>
          </p:nvPr>
        </p:nvSpPr>
        <p:spPr/>
        <p:txBody>
          <a:bodyPr/>
          <a:lstStyle/>
          <a:p>
            <a:r>
              <a:rPr lang="en-US" dirty="0">
                <a:solidFill>
                  <a:srgbClr val="0078D4"/>
                </a:solidFill>
              </a:rPr>
              <a:t>Section title</a:t>
            </a:r>
          </a:p>
        </p:txBody>
      </p:sp>
    </p:spTree>
    <p:extLst>
      <p:ext uri="{BB962C8B-B14F-4D97-AF65-F5344CB8AC3E}">
        <p14:creationId xmlns:p14="http://schemas.microsoft.com/office/powerpoint/2010/main" val="25326798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Notes (hidden)</a:t>
            </a:r>
          </a:p>
        </p:txBody>
      </p:sp>
      <p:sp>
        <p:nvSpPr>
          <p:cNvPr id="6" name="Text Placeholder 5"/>
          <p:cNvSpPr>
            <a:spLocks noGrp="1"/>
          </p:cNvSpPr>
          <p:nvPr>
            <p:ph type="body" sz="quarter" idx="12"/>
          </p:nvPr>
        </p:nvSpPr>
        <p:spPr/>
        <p:txBody>
          <a:bodyPr/>
          <a:lstStyle/>
          <a:p>
            <a:r>
              <a:rPr lang="en-US" dirty="0"/>
              <a:t>Some speakers at Microsoft like to use this slide for hidden “notes slides”. </a:t>
            </a:r>
          </a:p>
          <a:p>
            <a:r>
              <a:rPr lang="en-US" dirty="0"/>
              <a:t>Delete it if you don’t want to use it.</a:t>
            </a:r>
          </a:p>
        </p:txBody>
      </p:sp>
      <p:sp>
        <p:nvSpPr>
          <p:cNvPr id="7" name="Text Placeholder 6"/>
          <p:cNvSpPr>
            <a:spLocks noGrp="1"/>
          </p:cNvSpPr>
          <p:nvPr>
            <p:ph type="body" sz="quarter" idx="11"/>
          </p:nvPr>
        </p:nvSpPr>
        <p:spPr/>
        <p:txBody>
          <a:bodyPr/>
          <a:lstStyle/>
          <a:p>
            <a:r>
              <a:rPr lang="en-US" dirty="0"/>
              <a:t>NEXT: &lt;next slide title&gt;</a:t>
            </a:r>
          </a:p>
        </p:txBody>
      </p:sp>
    </p:spTree>
    <p:extLst>
      <p:ext uri="{BB962C8B-B14F-4D97-AF65-F5344CB8AC3E}">
        <p14:creationId xmlns:p14="http://schemas.microsoft.com/office/powerpoint/2010/main" val="178986530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6BFE083-6F48-97C6-928D-AC622FDA3FA0}"/>
              </a:ext>
            </a:extLst>
          </p:cNvPr>
          <p:cNvSpPr>
            <a:spLocks noGrp="1"/>
          </p:cNvSpPr>
          <p:nvPr>
            <p:ph type="title" idx="4294967295"/>
          </p:nvPr>
        </p:nvSpPr>
        <p:spPr>
          <a:xfrm>
            <a:off x="588263" y="-603693"/>
            <a:ext cx="11018520" cy="553998"/>
          </a:xfrm>
        </p:spPr>
        <p:txBody>
          <a:bodyPr vert="horz" wrap="square" lIns="0" tIns="0" rIns="0" bIns="0" rtlCol="0" anchor="b">
            <a:spAutoFit/>
          </a:bodyPr>
          <a:lstStyle/>
          <a:p>
            <a:r>
              <a:rPr lang="en-US" dirty="0"/>
              <a:t>Microsoft Logo</a:t>
            </a:r>
          </a:p>
        </p:txBody>
      </p:sp>
    </p:spTree>
    <p:extLst>
      <p:ext uri="{BB962C8B-B14F-4D97-AF65-F5344CB8AC3E}">
        <p14:creationId xmlns:p14="http://schemas.microsoft.com/office/powerpoint/2010/main" val="4061082036"/>
      </p:ext>
    </p:extLst>
  </p:cSld>
  <p:clrMapOvr>
    <a:masterClrMapping/>
  </p:clrMapOvr>
  <p:transition>
    <p:fade/>
  </p:transition>
</p:sld>
</file>

<file path=ppt/theme/theme1.xml><?xml version="1.0" encoding="utf-8"?>
<a:theme xmlns:a="http://schemas.openxmlformats.org/drawingml/2006/main" name="Microsoft Build 16:9 Template Light">
  <a:themeElements>
    <a:clrScheme name="Custom 80">
      <a:dk1>
        <a:srgbClr val="000000"/>
      </a:dk1>
      <a:lt1>
        <a:srgbClr val="FFFFFF"/>
      </a:lt1>
      <a:dk2>
        <a:srgbClr val="2A446F"/>
      </a:dk2>
      <a:lt2>
        <a:srgbClr val="D7D2CB"/>
      </a:lt2>
      <a:accent1>
        <a:srgbClr val="00A4EF"/>
      </a:accent1>
      <a:accent2>
        <a:srgbClr val="7FBA00"/>
      </a:accent2>
      <a:accent3>
        <a:srgbClr val="F25022"/>
      </a:accent3>
      <a:accent4>
        <a:srgbClr val="BF9474"/>
      </a:accent4>
      <a:accent5>
        <a:srgbClr val="FFB900"/>
      </a:accent5>
      <a:accent6>
        <a:srgbClr val="B1B3B3"/>
      </a:accent6>
      <a:hlink>
        <a:srgbClr val="0078D4"/>
      </a:hlink>
      <a:folHlink>
        <a:srgbClr val="8661C5"/>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rgbClr val="FFFFFF"/>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Build_2026_16-9 Event-template_v03.potx" id="{23295F41-47B4-4925-B9F3-5276FDC5A736}" vid="{5F1F9044-CA6A-440B-A728-2F8917897A95}"/>
    </a:ext>
  </a:extLst>
</a:theme>
</file>

<file path=ppt/theme/theme2.xml><?xml version="1.0" encoding="utf-8"?>
<a:theme xmlns:a="http://schemas.openxmlformats.org/drawingml/2006/main" name="Microsoft Build 16:9 Template Dark">
  <a:themeElements>
    <a:clrScheme name="Custom 79">
      <a:dk1>
        <a:srgbClr val="000000"/>
      </a:dk1>
      <a:lt1>
        <a:srgbClr val="FFFFFF"/>
      </a:lt1>
      <a:dk2>
        <a:srgbClr val="091F2C"/>
      </a:dk2>
      <a:lt2>
        <a:srgbClr val="E8E6DF"/>
      </a:lt2>
      <a:accent1>
        <a:srgbClr val="00A4EF"/>
      </a:accent1>
      <a:accent2>
        <a:srgbClr val="7FBA00"/>
      </a:accent2>
      <a:accent3>
        <a:srgbClr val="F25022"/>
      </a:accent3>
      <a:accent4>
        <a:srgbClr val="E1D3C7"/>
      </a:accent4>
      <a:accent5>
        <a:srgbClr val="FFB900"/>
      </a:accent5>
      <a:accent6>
        <a:srgbClr val="D9D9D6"/>
      </a:accent6>
      <a:hlink>
        <a:srgbClr val="8DC8E8"/>
      </a:hlink>
      <a:folHlink>
        <a:srgbClr val="C5B4E3"/>
      </a:folHlink>
    </a:clrScheme>
    <a:fontScheme name="Microsoft 2019 Brand Templates">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solidFill>
              <a:schemeClr val="bg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defPPr>
      </a:lstStyle>
    </a:txDef>
  </a:objectDefaults>
  <a:extraClrSchemeLst/>
  <a:custClrLst>
    <a:custClr name="Light Brown">
      <a:srgbClr val="E1D3C7"/>
    </a:custClr>
    <a:custClr name="Light Yellow">
      <a:srgbClr val="FFE399"/>
    </a:custClr>
    <a:custClr name="Light Orange">
      <a:srgbClr val="FFA38B"/>
    </a:custClr>
    <a:custClr name="Light Red">
      <a:srgbClr val="FFB3BB"/>
    </a:custClr>
    <a:custClr name="Light Magenta">
      <a:srgbClr val="D59ED7"/>
    </a:custClr>
    <a:custClr name="Light Purple">
      <a:srgbClr val="C5B4E3"/>
    </a:custClr>
    <a:custClr name="Light Blue">
      <a:srgbClr val="8DC8E8"/>
    </a:custClr>
    <a:custClr name="Light Teal">
      <a:srgbClr val="B9DCD2"/>
    </a:custClr>
    <a:custClr name="Light Green">
      <a:srgbClr val="D4EC8E"/>
    </a:custClr>
    <a:custClr name="Blue Black">
      <a:srgbClr val="091F2C"/>
    </a:custClr>
    <a:custClr name="Brown">
      <a:srgbClr val="BF9474"/>
    </a:custClr>
    <a:custClr name="Yellow">
      <a:srgbClr val="FFB900"/>
    </a:custClr>
    <a:custClr name="Orange">
      <a:srgbClr val="FF5C39"/>
    </a:custClr>
    <a:custClr name="Red">
      <a:srgbClr val="F4364C"/>
    </a:custClr>
    <a:custClr name="Magenta">
      <a:srgbClr val="C03BC4"/>
    </a:custClr>
    <a:custClr name="Purple">
      <a:srgbClr val="8661C5"/>
    </a:custClr>
    <a:custClr name="Blue">
      <a:srgbClr val="0078D4"/>
    </a:custClr>
    <a:custClr name="Teal">
      <a:srgbClr val="49C5B1"/>
    </a:custClr>
    <a:custClr name="Green">
      <a:srgbClr val="8DE971"/>
    </a:custClr>
    <a:custClr name="Rich Black">
      <a:srgbClr val="000000"/>
    </a:custClr>
    <a:custClr name="Dark Brown">
      <a:srgbClr val="5C4738"/>
    </a:custClr>
    <a:custClr name="Dark Yellow">
      <a:srgbClr val="7F5A1A"/>
    </a:custClr>
    <a:custClr name="Dark Orange">
      <a:srgbClr val="73391D"/>
    </a:custClr>
    <a:custClr name="Dark Red">
      <a:srgbClr val="73262F"/>
    </a:custClr>
    <a:custClr name="Dark Magenta">
      <a:srgbClr val="702573"/>
    </a:custClr>
    <a:custClr name="Dark Purple">
      <a:srgbClr val="463668"/>
    </a:custClr>
    <a:custClr name="Dark Blue">
      <a:srgbClr val="2A446F"/>
    </a:custClr>
    <a:custClr name="Dark Teal">
      <a:srgbClr val="225B62"/>
    </a:custClr>
    <a:custClr name="Dark Green">
      <a:srgbClr val="07641D"/>
    </a:custClr>
    <a:custClr name="Brown Black">
      <a:srgbClr val="291817"/>
    </a:custClr>
    <a:custClr name="Pure White">
      <a:srgbClr val="FFFFFF"/>
    </a:custClr>
    <a:custClr name="Off White">
      <a:srgbClr val="F4F3F5"/>
    </a:custClr>
    <a:custClr name="Warm White">
      <a:srgbClr val="FFF8F3"/>
    </a:custClr>
    <a:custClr name="Warm Light Gray">
      <a:srgbClr val="E8E6DF"/>
    </a:custClr>
    <a:custClr name="Mid Gray">
      <a:srgbClr val="D7D2CB"/>
    </a:custClr>
    <a:custClr name="Warm Gray">
      <a:srgbClr val="8C8279"/>
    </a:custClr>
    <a:custClr name="Light Gray">
      <a:srgbClr val="D9D9D6"/>
    </a:custClr>
    <a:custClr name="Cool Gray">
      <a:srgbClr val="B1B3B3"/>
    </a:custClr>
    <a:custClr name="Dark Gray">
      <a:srgbClr val="454142"/>
    </a:custClr>
    <a:custClr name="Pure White">
      <a:srgbClr val="FFFFFF"/>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 name="Blank">
      <a:srgbClr val="F0F0F0"/>
    </a:custClr>
  </a:custClrLst>
  <a:extLst>
    <a:ext uri="{05A4C25C-085E-4340-85A3-A5531E510DB2}">
      <thm15:themeFamily xmlns:thm15="http://schemas.microsoft.com/office/thememl/2012/main" name="Build_2026_16-9 Event-template_v03.potx" id="{23295F41-47B4-4925-B9F3-5276FDC5A736}" vid="{9568D0D4-72EB-4CE1-95C9-D12481B11A0F}"/>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custClrLst>
    <a:custClr name="Light Orange">
      <a:srgbClr val="FF9349"/>
    </a:custClr>
    <a:custClr name="Light Yellow">
      <a:srgbClr val="FEF000"/>
    </a:custClr>
    <a:custClr name="Light Green">
      <a:srgbClr val="9BF00B"/>
    </a:custClr>
    <a:custClr name="Light Teal">
      <a:srgbClr val="30E5D0"/>
    </a:custClr>
    <a:custClr name="Light Blue">
      <a:srgbClr val="50E6FF"/>
    </a:custClr>
    <a:custClr name="Light Purple">
      <a:srgbClr val="D59DFF"/>
    </a:custClr>
    <a:custClr name="White">
      <a:srgbClr val="FFFFFF"/>
    </a:custClr>
    <a:custClr name="Extra Light Gray">
      <a:srgbClr val="F2F2F2"/>
    </a:custClr>
    <a:custClr name="Light Gray">
      <a:srgbClr val="E6E6E6"/>
    </a:custClr>
    <a:custClr name="Gray">
      <a:srgbClr val="D2D2D2"/>
    </a:custClr>
    <a:custClr name="Orange">
      <a:srgbClr val="D83B01"/>
    </a:custClr>
    <a:custClr name="Yellow">
      <a:srgbClr val="FFB900"/>
    </a:custClr>
    <a:custClr name="Green">
      <a:srgbClr val="107C10"/>
    </a:custClr>
    <a:custClr name="Teal">
      <a:srgbClr val="008575"/>
    </a:custClr>
    <a:custClr name="Blue">
      <a:srgbClr val="0078D4"/>
    </a:custClr>
    <a:custClr name="Purple">
      <a:srgbClr val="8661C5"/>
    </a:custClr>
    <a:custClr name="Mid Gray">
      <a:srgbClr val="737373"/>
    </a:custClr>
    <a:custClr name="Dark Gray">
      <a:srgbClr val="505050"/>
    </a:custClr>
    <a:custClr name="Extra Dark Gray">
      <a:srgbClr val="2F2F2F"/>
    </a:custClr>
    <a:custClr name="Rick Black">
      <a:srgbClr val="000000"/>
    </a:custClr>
    <a:custClr name="Dark Orange">
      <a:srgbClr val="6B2929"/>
    </a:custClr>
    <a:custClr name="Dark Yellow">
      <a:srgbClr val="6A4B16"/>
    </a:custClr>
    <a:custClr name="Dark Green">
      <a:srgbClr val="054B16"/>
    </a:custClr>
    <a:custClr name="Dark Teal">
      <a:srgbClr val="274B47"/>
    </a:custClr>
    <a:custClr name="Dark Blue">
      <a:srgbClr val="243A5E"/>
    </a:custClr>
    <a:custClr name="Dark Purple">
      <a:srgbClr val="3B2E58"/>
    </a:custClr>
  </a:custClr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_ip_UnifiedCompliancePolicyProperties xmlns="http://schemas.microsoft.com/sharepoint/v3" xsi:nil="true"/>
    <MediaServiceKeyPoints xmlns="39b48df9-7bcc-48f8-84a5-975ca2e243d0" xsi:nil="true"/>
    <lcf76f155ced4ddcb4097134ff3c332f xmlns="39b48df9-7bcc-48f8-84a5-975ca2e243d0">
      <Terms xmlns="http://schemas.microsoft.com/office/infopath/2007/PartnerControls"/>
    </lcf76f155ced4ddcb4097134ff3c332f>
    <j5610f6f79384a4d92af5d7a6b56e029 xmlns="39b48df9-7bcc-48f8-84a5-975ca2e243d0">
      <Terms xmlns="http://schemas.microsoft.com/office/infopath/2007/PartnerControls"/>
    </j5610f6f79384a4d92af5d7a6b56e029>
    <uvsThumbnailurl xmlns="39b48df9-7bcc-48f8-84a5-975ca2e243d0" xsi:nil="true"/>
    <TaxCatchAll xmlns="230e9df3-be65-4c73-a93b-d1236ebd677e"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5EC89680E11F64392A775FE1A751122" ma:contentTypeVersion="26" ma:contentTypeDescription="Create a new document." ma:contentTypeScope="" ma:versionID="9969028081730ee97d21bdaac806d38a">
  <xsd:schema xmlns:xsd="http://www.w3.org/2001/XMLSchema" xmlns:xs="http://www.w3.org/2001/XMLSchema" xmlns:p="http://schemas.microsoft.com/office/2006/metadata/properties" xmlns:ns1="http://schemas.microsoft.com/sharepoint/v3" xmlns:ns2="39b48df9-7bcc-48f8-84a5-975ca2e243d0" xmlns:ns3="8acfeebd-d9f0-4ade-ade8-6c6fbcc43572" xmlns:ns4="230e9df3-be65-4c73-a93b-d1236ebd677e" targetNamespace="http://schemas.microsoft.com/office/2006/metadata/properties" ma:root="true" ma:fieldsID="531b72d70252e024ceee9ee87ea63378" ns1:_="" ns2:_="" ns3:_="" ns4:_="">
    <xsd:import namespace="http://schemas.microsoft.com/sharepoint/v3"/>
    <xsd:import namespace="39b48df9-7bcc-48f8-84a5-975ca2e243d0"/>
    <xsd:import namespace="8acfeebd-d9f0-4ade-ade8-6c6fbcc43572"/>
    <xsd:import namespace="230e9df3-be65-4c73-a93b-d1236ebd677e"/>
    <xsd:element name="properties">
      <xsd:complexType>
        <xsd:sequence>
          <xsd:element name="documentManagement">
            <xsd:complexType>
              <xsd:all>
                <xsd:element ref="ns2:uvsThumbnailurl" minOccurs="0"/>
                <xsd:element ref="ns2:MediaServiceMetadata" minOccurs="0"/>
                <xsd:element ref="ns2:MediaServiceFastMetadata"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3:SharedWithUsers" minOccurs="0"/>
                <xsd:element ref="ns3:SharedWithDetails" minOccurs="0"/>
                <xsd:element ref="ns2:MediaServiceAutoKeyPoints" minOccurs="0"/>
                <xsd:element ref="ns2:MediaServiceKeyPoints" minOccurs="0"/>
                <xsd:element ref="ns2:lcf76f155ced4ddcb4097134ff3c332f" minOccurs="0"/>
                <xsd:element ref="ns4:TaxCatchAll" minOccurs="0"/>
                <xsd:element ref="ns1:_ip_UnifiedCompliancePolicyProperties" minOccurs="0"/>
                <xsd:element ref="ns1:_ip_UnifiedCompliancePolicyUIAction" minOccurs="0"/>
                <xsd:element ref="ns2:MediaServiceSearchProperties" minOccurs="0"/>
                <xsd:element ref="ns2:j5610f6f79384a4d92af5d7a6b56e029"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4" nillable="true" ma:displayName="Unified Compliance Policy Properties" ma:hidden="true" ma:internalName="_ip_UnifiedCompliancePolicyProperties">
      <xsd:simpleType>
        <xsd:restriction base="dms:Note"/>
      </xsd:simpleType>
    </xsd:element>
    <xsd:element name="_ip_UnifiedCompliancePolicyUIAction" ma:index="25"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9b48df9-7bcc-48f8-84a5-975ca2e243d0" elementFormDefault="qualified">
    <xsd:import namespace="http://schemas.microsoft.com/office/2006/documentManagement/types"/>
    <xsd:import namespace="http://schemas.microsoft.com/office/infopath/2007/PartnerControls"/>
    <xsd:element name="uvsThumbnailurl" ma:index="8" nillable="true" ma:displayName="uvsThumbnailurl" ma:format="Dropdown" ma:internalName="uvsThumbnailurl">
      <xsd:simpleType>
        <xsd:restriction base="dms:Text">
          <xsd:maxLength value="255"/>
        </xsd:restriction>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LengthInSeconds" ma:index="16" nillable="true" ma:displayName="Length (seconds)" ma:internalName="MediaLengthInSeconds" ma:readOnly="true">
      <xsd:simpleType>
        <xsd:restriction base="dms:Unknown"/>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SearchProperties" ma:index="26" nillable="true" ma:displayName="MediaServiceSearchProperties" ma:hidden="true" ma:internalName="MediaServiceSearchProperties" ma:readOnly="true">
      <xsd:simpleType>
        <xsd:restriction base="dms:Note"/>
      </xsd:simpleType>
    </xsd:element>
    <xsd:element name="j5610f6f79384a4d92af5d7a6b56e029" ma:index="28" nillable="true" ma:taxonomy="true" ma:internalName="j5610f6f79384a4d92af5d7a6b56e029" ma:taxonomyFieldName="Metadata" ma:displayName="Metadata" ma:default="" ma:fieldId="{35610f6f-7938-4a4d-92af-5d7a6b56e029}" ma:sspId="e385fb40-52d4-4fae-9c5b-3e8ff8a5878e" ma:termSetId="386095d1-c68d-4c6d-b587-48ddaf1aecc9" ma:anchorId="00000000-0000-0000-0000-000000000000" ma:open="true" ma:isKeyword="false">
      <xsd:complexType>
        <xsd:sequence>
          <xsd:element ref="pc:Terms" minOccurs="0" maxOccurs="1"/>
        </xsd:sequence>
      </xsd:complexType>
    </xsd:element>
    <xsd:element name="MediaServiceDocTags" ma:index="29" nillable="true" ma:displayName="MediaServiceDocTags" ma:hidden="true" ma:internalName="MediaServiceDocTags" ma:readOnly="true">
      <xsd:simpleType>
        <xsd:restriction base="dms:Note"/>
      </xsd:simpleType>
    </xsd:element>
    <xsd:element name="MediaServiceObjectDetectorVersions" ma:index="30" nillable="true" ma:displayName="MediaServiceObjectDetectorVersions" ma:hidden="true" ma:indexed="true" ma:internalName="MediaServiceObjectDetectorVersions" ma:readOnly="true">
      <xsd:simpleType>
        <xsd:restriction base="dms:Text"/>
      </xsd:simpleType>
    </xsd:element>
    <xsd:element name="MediaServiceSystemTags" ma:index="31" nillable="true" ma:displayName="MediaServiceSystemTags" ma:hidden="true" ma:internalName="MediaServiceSystemTags" ma:readOnly="true">
      <xsd:simpleType>
        <xsd:restriction base="dms:Note"/>
      </xsd:simpleType>
    </xsd:element>
    <xsd:element name="MediaServiceBillingMetadata" ma:index="32"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8acfeebd-d9f0-4ade-ade8-6c6fbcc4357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cf082490-e48c-4bba-a917-bf1fc11e5a27}" ma:internalName="TaxCatchAll" ma:showField="CatchAllData" ma:web="8acfeebd-d9f0-4ade-ade8-6c6fbcc4357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2.xml><?xml version="1.0" encoding="utf-8"?>
<ds:datastoreItem xmlns:ds="http://schemas.openxmlformats.org/officeDocument/2006/customXml" ds:itemID="{F990F116-B58F-4255-B05B-DA3808E0E5C6}">
  <ds:schemaRefs>
    <ds:schemaRef ds:uri="http://schemas.microsoft.com/sharepoint/v3"/>
    <ds:schemaRef ds:uri="http://purl.org/dc/elements/1.1/"/>
    <ds:schemaRef ds:uri="6a2cddcd-7434-4740-93ff-9eefa0d8931b"/>
    <ds:schemaRef ds:uri="http://schemas.microsoft.com/office/2006/metadata/properties"/>
    <ds:schemaRef ds:uri="4e74c756-a527-4705-9f82-ebb6503e1a84"/>
    <ds:schemaRef ds:uri="http://schemas.openxmlformats.org/package/2006/metadata/core-properties"/>
    <ds:schemaRef ds:uri="http://schemas.microsoft.com/office/infopath/2007/PartnerControls"/>
    <ds:schemaRef ds:uri="http://purl.org/dc/terms/"/>
    <ds:schemaRef ds:uri="http://schemas.microsoft.com/office/2006/documentManagement/types"/>
    <ds:schemaRef ds:uri="http://www.w3.org/XML/1998/namespace"/>
    <ds:schemaRef ds:uri="http://purl.org/dc/dcmitype/"/>
    <ds:schemaRef ds:uri="39b48df9-7bcc-48f8-84a5-975ca2e243d0"/>
    <ds:schemaRef ds:uri="230e9df3-be65-4c73-a93b-d1236ebd677e"/>
  </ds:schemaRefs>
</ds:datastoreItem>
</file>

<file path=customXml/itemProps3.xml><?xml version="1.0" encoding="utf-8"?>
<ds:datastoreItem xmlns:ds="http://schemas.openxmlformats.org/officeDocument/2006/customXml" ds:itemID="{7468D98C-7056-4B2E-AF35-ADD173A05FC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9b48df9-7bcc-48f8-84a5-975ca2e243d0"/>
    <ds:schemaRef ds:uri="8acfeebd-d9f0-4ade-ade8-6c6fbcc43572"/>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Build_2026_16-9 Event-template_v04 (3)_1777482151852001sbDP</Template>
  <TotalTime>2</TotalTime>
  <Words>5912</Words>
  <Application>Microsoft Office PowerPoint</Application>
  <PresentationFormat>Widescreen</PresentationFormat>
  <Paragraphs>892</Paragraphs>
  <Slides>66</Slides>
  <Notes>56</Notes>
  <HiddenSlides>2</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66</vt:i4>
      </vt:variant>
    </vt:vector>
  </HeadingPairs>
  <TitlesOfParts>
    <vt:vector size="74" baseType="lpstr">
      <vt:lpstr>Arial</vt:lpstr>
      <vt:lpstr>Consolas</vt:lpstr>
      <vt:lpstr>Segoe Sans Display Semibold</vt:lpstr>
      <vt:lpstr>Segoe UI</vt:lpstr>
      <vt:lpstr>Segoe UI Semibold</vt:lpstr>
      <vt:lpstr>Wingdings</vt:lpstr>
      <vt:lpstr>Microsoft Build 16:9 Template Light</vt:lpstr>
      <vt:lpstr>Microsoft Build 16:9 Template Dark</vt:lpstr>
      <vt:lpstr>Microsoft Build</vt:lpstr>
      <vt:lpstr>Building Agents with Foundry Agent Service</vt:lpstr>
      <vt:lpstr>COMING SOON - TBD</vt:lpstr>
      <vt:lpstr>Text layout without bullet points</vt:lpstr>
      <vt:lpstr>Text layout with bulleted text</vt:lpstr>
      <vt:lpstr>Two text columns with subheads</vt:lpstr>
      <vt:lpstr>Three text columns with subheads</vt:lpstr>
      <vt:lpstr>Four text columns with subheads</vt:lpstr>
      <vt:lpstr>Title square photo layout</vt:lpstr>
      <vt:lpstr>Square photo layout </vt:lpstr>
      <vt:lpstr>Two photos side-by-side layout</vt:lpstr>
      <vt:lpstr>Three photos layout</vt:lpstr>
      <vt:lpstr>Four photos layout</vt:lpstr>
      <vt:lpstr>Four round photos</vt:lpstr>
      <vt:lpstr>Two filmstrip photos</vt:lpstr>
      <vt:lpstr>Five filmstrip photos</vt:lpstr>
      <vt:lpstr>Top photo with title</vt:lpstr>
      <vt:lpstr>Full bleed photo lower title</vt:lpstr>
      <vt:lpstr>Slide palette info</vt:lpstr>
      <vt:lpstr>Close captions clear space</vt:lpstr>
      <vt:lpstr>Ensure slide content is accessible</vt:lpstr>
      <vt:lpstr>Guide for using AI tools</vt:lpstr>
      <vt:lpstr>Microsoft brand colors</vt:lpstr>
      <vt:lpstr>PowerPoint Design Ideas</vt:lpstr>
      <vt:lpstr>Software code layout</vt:lpstr>
      <vt:lpstr>Bottom code layout</vt:lpstr>
      <vt:lpstr>Top code layout</vt:lpstr>
      <vt:lpstr>Right code layout</vt:lpstr>
      <vt:lpstr>Left code layout</vt:lpstr>
      <vt:lpstr>Demo</vt:lpstr>
      <vt:lpstr>Section title</vt:lpstr>
      <vt:lpstr>Notes (hidden)</vt:lpstr>
      <vt:lpstr>Logo</vt:lpstr>
      <vt:lpstr>Microsoft Build</vt:lpstr>
      <vt:lpstr>Event name or  presentation title</vt:lpstr>
      <vt:lpstr>Agenda</vt:lpstr>
      <vt:lpstr>Text layout without bullet points</vt:lpstr>
      <vt:lpstr>Text layout with bulleted text</vt:lpstr>
      <vt:lpstr>Two text columns with subheads</vt:lpstr>
      <vt:lpstr>Three text columns with subheads</vt:lpstr>
      <vt:lpstr>Four text columns with subheads</vt:lpstr>
      <vt:lpstr>Title square photo layout</vt:lpstr>
      <vt:lpstr>Square photo layout </vt:lpstr>
      <vt:lpstr>Two photos side-by-side layout</vt:lpstr>
      <vt:lpstr>Three photos layout</vt:lpstr>
      <vt:lpstr>Four photos layout</vt:lpstr>
      <vt:lpstr>Four round photos</vt:lpstr>
      <vt:lpstr>Two filmstrip photos</vt:lpstr>
      <vt:lpstr>Five filmstrip photos</vt:lpstr>
      <vt:lpstr>Top photo with title</vt:lpstr>
      <vt:lpstr>Full bleed photo lower title</vt:lpstr>
      <vt:lpstr>Slide palette info</vt:lpstr>
      <vt:lpstr>Close captions clear space</vt:lpstr>
      <vt:lpstr>Ensure slide content is accessible</vt:lpstr>
      <vt:lpstr>Guide for using AI tools</vt:lpstr>
      <vt:lpstr>Microsoft brand colors</vt:lpstr>
      <vt:lpstr>PowerPoint Design Ideas</vt:lpstr>
      <vt:lpstr>Software code layout</vt:lpstr>
      <vt:lpstr>Bottom code layout</vt:lpstr>
      <vt:lpstr>Top code layout</vt:lpstr>
      <vt:lpstr>Right code layout</vt:lpstr>
      <vt:lpstr>Left code layout</vt:lpstr>
      <vt:lpstr>Demo</vt:lpstr>
      <vt:lpstr>Section title</vt:lpstr>
      <vt:lpstr>Notes (hidden)</vt:lpstr>
      <vt:lpstr>Microsoft Logo</vt:lpstr>
    </vt:vector>
  </TitlesOfParts>
  <Manager>&lt;Comms manager name here&gt;</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Microsoft Build</dc:subject>
  <dc:creator>Bala Venkataraman</dc:creator>
  <cp:keywords>Microsoft Build</cp:keywords>
  <dc:description/>
  <cp:lastModifiedBy>Bala Venkataraman</cp:lastModifiedBy>
  <cp:revision>1</cp:revision>
  <cp:lastPrinted>2023-02-15T20:48:24Z</cp:lastPrinted>
  <dcterms:created xsi:type="dcterms:W3CDTF">2026-05-28T23:15:12Z</dcterms:created>
  <dcterms:modified xsi:type="dcterms:W3CDTF">2026-05-28T23:17:18Z</dcterms:modified>
  <cp:category>Microsoft Build</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0x01010005EC89680E11F64392A775FE1A751122</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Ref">
    <vt:lpwstr>https://api.informationprotection.azure.com/api/72f988bf-86f1-41af-91ab-2d7cd011db47</vt:lpwstr>
  </property>
  <property fmtid="{D5CDD505-2E9C-101B-9397-08002B2CF9AE}" pid="14" name="MSIP_Label_f42aa342-8706-4288-bd11-ebb85995028c_SetDate">
    <vt:lpwstr>2017-08-29T14:27:20.8568347-07:00</vt:lpwstr>
  </property>
  <property fmtid="{D5CDD505-2E9C-101B-9397-08002B2CF9AE}" pid="15" name="MSIP_Label_f42aa342-8706-4288-bd11-ebb85995028c_Name">
    <vt:lpwstr>General</vt:lpwstr>
  </property>
  <property fmtid="{D5CDD505-2E9C-101B-9397-08002B2CF9AE}" pid="16" name="MSIP_Label_f42aa342-8706-4288-bd11-ebb85995028c_Extended_MSFT_Method">
    <vt:lpwstr>Automatic</vt:lpwstr>
  </property>
  <property fmtid="{D5CDD505-2E9C-101B-9397-08002B2CF9AE}" pid="17" name="Sensitivity">
    <vt:lpwstr>General</vt:lpwstr>
  </property>
</Properties>
</file>